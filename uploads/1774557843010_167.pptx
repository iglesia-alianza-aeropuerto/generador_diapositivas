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06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03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95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18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21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08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12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59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21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49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54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30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279 PROCLAMEMOS LA PALABRA</a:t>
            </a:r>
          </a:p>
          <a:p>
            <a:pPr algn="ctr"/>
            <a:endParaRPr lang="es-CO" sz="2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alguien habla, hable conforme a las palabras de Dios.</a:t>
            </a:r>
          </a:p>
          <a:p>
            <a:pPr algn="ctr"/>
            <a:endParaRPr lang="es-CO" sz="3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6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0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800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Predica la palabra; mantente dispuesto a tiempo y fuera de tiempo; convence, reprende y exhorta con toda paciencia y enseñanza.</a:t>
            </a: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6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471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Porque la Palabra de Dios es viva y eficaz, y más penetrante que toda espada de dos filos.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22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Penetra hasta partir el alma y el espíritu, las coyunturas y los tuétanos, y discierne los pensamientos y las intenciones del corazón.</a:t>
            </a: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78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esto, la fe es por el oír, y el oír por la palabra de Cristo. Pues lo que fue escrito anteriormente fue escrito para nuestra enseñanza,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9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fin de que por la perseverancia y la exhortación de las Escrituras tengamos esperanza.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778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428604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¡Cuán hermosos son los pies de los que anuncian el evangelio de las cosas buenas!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88427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Panorámica</PresentationFormat>
  <Paragraphs>13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2017-05-10T22:12:50Z</dcterms:created>
  <dcterms:modified xsi:type="dcterms:W3CDTF">2017-05-10T22:12:52Z</dcterms:modified>
</cp:coreProperties>
</file>
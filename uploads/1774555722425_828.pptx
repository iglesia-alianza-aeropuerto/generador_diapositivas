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4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06/11/2023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74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06/11/2023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233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06/11/2023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61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06/11/2023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218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06/11/2023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93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06/11/2023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14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06/11/2023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608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06/11/2023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478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06/11/2023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01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06/11/2023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355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06/11/2023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151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06/11/2023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1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1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7" indent="-457167" algn="l" defTabSz="121911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2" algn="l" defTabSz="121911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762000" y="689788"/>
            <a:ext cx="106680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26 YO CELEBRARÉ</a:t>
            </a:r>
            <a:endParaRPr lang="es-ES" sz="4800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ES" sz="2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ES" sz="2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//Yo celebraré, </a:t>
            </a:r>
          </a:p>
          <a:p>
            <a:pPr algn="ctr"/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cantaré a él,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Cantaré un nuevo canto.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</a:t>
            </a:r>
          </a:p>
          <a:p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195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152939" y="1126434"/>
            <a:ext cx="9886122" cy="507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Alabaré a Jehová</a:t>
            </a:r>
            <a:r>
              <a:rPr lang="es-ES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porque </a:t>
            </a:r>
          </a:p>
          <a:p>
            <a:pPr algn="ctr"/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Él ha vencido </a:t>
            </a:r>
          </a:p>
          <a:p>
            <a:pPr algn="ctr"/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 poder.// </a:t>
            </a:r>
            <a:endParaRPr lang="es-ES" sz="32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473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762000" y="0"/>
            <a:ext cx="106680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26 YO CELEBRARÉ</a:t>
            </a:r>
            <a:endParaRPr lang="es-ES" sz="4000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ES" sz="2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ES" sz="2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Yo celebraré, </a:t>
            </a: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cantaré a él,</a:t>
            </a: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Cantaré un nuevo canto.</a:t>
            </a: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Yo celebraré, </a:t>
            </a: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cantaré a él,</a:t>
            </a: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Cantaré un nuevo canto.</a:t>
            </a: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49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868017" y="612844"/>
            <a:ext cx="1045596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Alabaré a Jehová</a:t>
            </a: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porque él ha vencido con poder.</a:t>
            </a:r>
            <a:r>
              <a:rPr lang="es-ES" sz="6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</a:t>
            </a: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Yo celebraré, </a:t>
            </a: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cantaré a él,</a:t>
            </a:r>
            <a:r>
              <a:rPr lang="es-ES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Cantaré un nuevo canto.</a:t>
            </a:r>
            <a:endParaRPr lang="es-ES" sz="20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1731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B1783C12-0421-4AC7-87DF-9436B4DD3AA2}" vid="{985215CD-3D7F-436B-A1E4-C08F30D91B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6</TotalTime>
  <Words>79</Words>
  <Application>Microsoft Office PowerPoint</Application>
  <PresentationFormat>Panorámica</PresentationFormat>
  <Paragraphs>20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Arial Black</vt:lpstr>
      <vt:lpstr>Calibri</vt:lpstr>
      <vt:lpstr>Tema1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Diego Tobón</cp:lastModifiedBy>
  <cp:revision>8</cp:revision>
  <dcterms:created xsi:type="dcterms:W3CDTF">2017-03-02T17:01:30Z</dcterms:created>
  <dcterms:modified xsi:type="dcterms:W3CDTF">2023-11-06T21:29:53Z</dcterms:modified>
</cp:coreProperties>
</file>
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</p:sldMasterIdLst>
  <p:sldIdLst>
    <p:sldId id="459" r:id="rId3"/>
    <p:sldId id="460" r:id="rId4"/>
    <p:sldId id="461" r:id="rId5"/>
    <p:sldId id="535" r:id="rId6"/>
    <p:sldId id="467" r:id="rId7"/>
    <p:sldId id="536" r:id="rId8"/>
    <p:sldId id="465" r:id="rId9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94" autoAdjust="0"/>
    <p:restoredTop sz="94660"/>
  </p:normalViewPr>
  <p:slideViewPr>
    <p:cSldViewPr snapToGrid="0">
      <p:cViewPr varScale="1">
        <p:scale>
          <a:sx n="45" d="100"/>
          <a:sy n="45" d="100"/>
        </p:scale>
        <p:origin x="666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11584-3AD6-4FB3-B0CC-4DC8C3553E49}" type="datetimeFigureOut">
              <a:rPr lang="es-VE" smtClean="0"/>
              <a:t>31/7/2021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188C0E2-9DB3-492E-A9D5-35ACC088D50E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540522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11584-3AD6-4FB3-B0CC-4DC8C3553E49}" type="datetimeFigureOut">
              <a:rPr lang="es-VE" smtClean="0"/>
              <a:t>31/7/2021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C0E2-9DB3-492E-A9D5-35ACC088D50E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92924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11584-3AD6-4FB3-B0CC-4DC8C3553E49}" type="datetimeFigureOut">
              <a:rPr lang="es-VE" smtClean="0"/>
              <a:t>31/7/2021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188C0E2-9DB3-492E-A9D5-35ACC088D50E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701711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11584-3AD6-4FB3-B0CC-4DC8C3553E49}" type="datetimeFigureOut">
              <a:rPr lang="es-VE" smtClean="0"/>
              <a:t>31/7/2021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188C0E2-9DB3-492E-A9D5-35ACC088D50E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914083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11584-3AD6-4FB3-B0CC-4DC8C3553E49}" type="datetimeFigureOut">
              <a:rPr lang="es-VE" smtClean="0"/>
              <a:t>31/7/2021</a:t>
            </a:fld>
            <a:endParaRPr lang="es-V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188C0E2-9DB3-492E-A9D5-35ACC088D50E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511698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11584-3AD6-4FB3-B0CC-4DC8C3553E49}" type="datetimeFigureOut">
              <a:rPr lang="es-VE" smtClean="0"/>
              <a:t>31/7/2021</a:t>
            </a:fld>
            <a:endParaRPr lang="es-V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C0E2-9DB3-492E-A9D5-35ACC088D50E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941515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11584-3AD6-4FB3-B0CC-4DC8C3553E49}" type="datetimeFigureOut">
              <a:rPr lang="es-VE" smtClean="0"/>
              <a:t>31/7/2021</a:t>
            </a:fld>
            <a:endParaRPr lang="es-V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C0E2-9DB3-492E-A9D5-35ACC088D50E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191810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11584-3AD6-4FB3-B0CC-4DC8C3553E49}" type="datetimeFigureOut">
              <a:rPr lang="es-VE" smtClean="0"/>
              <a:t>31/7/2021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C0E2-9DB3-492E-A9D5-35ACC088D50E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227930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11584-3AD6-4FB3-B0CC-4DC8C3553E49}" type="datetimeFigureOut">
              <a:rPr lang="es-VE" smtClean="0"/>
              <a:t>31/7/2021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188C0E2-9DB3-492E-A9D5-35ACC088D50E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28012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11584-3AD6-4FB3-B0CC-4DC8C3553E49}" type="datetimeFigureOut">
              <a:rPr lang="es-VE" smtClean="0"/>
              <a:t>31/7/2021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188C0E2-9DB3-492E-A9D5-35ACC088D50E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552584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11584-3AD6-4FB3-B0CC-4DC8C3553E49}" type="datetimeFigureOut">
              <a:rPr lang="es-VE" smtClean="0"/>
              <a:t>31/7/2021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188C0E2-9DB3-492E-A9D5-35ACC088D50E}" type="slidenum">
              <a:rPr lang="es-VE" smtClean="0"/>
              <a:t>‹Nº›</a:t>
            </a:fld>
            <a:endParaRPr lang="es-VE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03064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11584-3AD6-4FB3-B0CC-4DC8C3553E49}" type="datetimeFigureOut">
              <a:rPr lang="es-VE" smtClean="0"/>
              <a:t>31/7/2021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188C0E2-9DB3-492E-A9D5-35ACC088D50E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414761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11584-3AD6-4FB3-B0CC-4DC8C3553E49}" type="datetimeFigureOut">
              <a:rPr lang="es-VE" smtClean="0"/>
              <a:t>31/7/2021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188C0E2-9DB3-492E-A9D5-35ACC088D50E}" type="slidenum">
              <a:rPr lang="es-VE" smtClean="0"/>
              <a:t>‹Nº›</a:t>
            </a:fld>
            <a:endParaRPr lang="es-VE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8726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11584-3AD6-4FB3-B0CC-4DC8C3553E49}" type="datetimeFigureOut">
              <a:rPr lang="es-VE" smtClean="0"/>
              <a:t>31/7/2021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188C0E2-9DB3-492E-A9D5-35ACC088D50E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644085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11584-3AD6-4FB3-B0CC-4DC8C3553E49}" type="datetimeFigureOut">
              <a:rPr lang="es-VE" smtClean="0"/>
              <a:t>31/7/2021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C0E2-9DB3-492E-A9D5-35ACC088D50E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6401293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11584-3AD6-4FB3-B0CC-4DC8C3553E49}" type="datetimeFigureOut">
              <a:rPr lang="es-VE" smtClean="0"/>
              <a:t>31/7/2021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C0E2-9DB3-492E-A9D5-35ACC088D50E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0419064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>
                <a:solidFill>
                  <a:prstClr val="black"/>
                </a:solidFill>
              </a:rPr>
              <a:pPr/>
              <a:t>7/31/2021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>
                <a:solidFill>
                  <a:prstClr val="black"/>
                </a:solidFill>
              </a:rPr>
              <a:pPr/>
              <a:t>‹Nº›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81935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131"/>
            <a:fld id="{48A87A34-81AB-432B-8DAE-1953F412C126}" type="datetimeFigureOut">
              <a:rPr lang="en-US" smtClean="0">
                <a:solidFill>
                  <a:prstClr val="black"/>
                </a:solidFill>
              </a:rPr>
              <a:pPr defTabSz="457131"/>
              <a:t>7/31/2021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131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131"/>
            <a:fld id="{6D22F896-40B5-4ADD-8801-0D06FADFA095}" type="slidenum">
              <a:rPr lang="en-US" smtClean="0">
                <a:solidFill>
                  <a:prstClr val="black"/>
                </a:solidFill>
              </a:rPr>
              <a:pPr defTabSz="457131"/>
              <a:t>‹Nº›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34924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>
                <a:solidFill>
                  <a:prstClr val="black"/>
                </a:solidFill>
              </a:rPr>
              <a:pPr/>
              <a:t>7/31/2021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>
                <a:solidFill>
                  <a:prstClr val="black"/>
                </a:solidFill>
              </a:rPr>
              <a:pPr/>
              <a:t>‹Nº›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1251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131"/>
            <a:fld id="{48A87A34-81AB-432B-8DAE-1953F412C126}" type="datetimeFigureOut">
              <a:rPr lang="en-US" smtClean="0">
                <a:solidFill>
                  <a:prstClr val="black"/>
                </a:solidFill>
              </a:rPr>
              <a:pPr defTabSz="457131"/>
              <a:t>7/31/2021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131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131"/>
            <a:fld id="{6D22F896-40B5-4ADD-8801-0D06FADFA095}" type="slidenum">
              <a:rPr lang="en-US" smtClean="0">
                <a:solidFill>
                  <a:prstClr val="black"/>
                </a:solidFill>
              </a:rPr>
              <a:pPr defTabSz="457131"/>
              <a:t>‹Nº›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23426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131"/>
            <a:fld id="{48A87A34-81AB-432B-8DAE-1953F412C126}" type="datetimeFigureOut">
              <a:rPr lang="en-US" smtClean="0">
                <a:solidFill>
                  <a:prstClr val="black"/>
                </a:solidFill>
              </a:rPr>
              <a:pPr defTabSz="457131"/>
              <a:t>7/31/2021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131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131"/>
            <a:fld id="{6D22F896-40B5-4ADD-8801-0D06FADFA095}" type="slidenum">
              <a:rPr lang="en-US" smtClean="0">
                <a:solidFill>
                  <a:prstClr val="black"/>
                </a:solidFill>
              </a:rPr>
              <a:pPr defTabSz="457131"/>
              <a:t>‹Nº›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49997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131"/>
            <a:fld id="{48A87A34-81AB-432B-8DAE-1953F412C126}" type="datetimeFigureOut">
              <a:rPr lang="en-US" smtClean="0">
                <a:solidFill>
                  <a:prstClr val="black"/>
                </a:solidFill>
              </a:rPr>
              <a:pPr defTabSz="457131"/>
              <a:t>7/31/2021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131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131"/>
            <a:fld id="{6D22F896-40B5-4ADD-8801-0D06FADFA095}" type="slidenum">
              <a:rPr lang="en-US" smtClean="0">
                <a:solidFill>
                  <a:prstClr val="black"/>
                </a:solidFill>
              </a:rPr>
              <a:pPr defTabSz="457131"/>
              <a:t>‹Nº›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38295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>
                <a:solidFill>
                  <a:prstClr val="black"/>
                </a:solidFill>
              </a:rPr>
              <a:pPr/>
              <a:t>7/31/2021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>
                <a:solidFill>
                  <a:prstClr val="black"/>
                </a:solidFill>
              </a:rPr>
              <a:pPr/>
              <a:t>‹Nº›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68893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3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131"/>
            <a:fld id="{48A87A34-81AB-432B-8DAE-1953F412C126}" type="datetimeFigureOut">
              <a:rPr lang="en-US" smtClean="0">
                <a:solidFill>
                  <a:prstClr val="black"/>
                </a:solidFill>
              </a:rPr>
              <a:pPr defTabSz="457131"/>
              <a:t>7/31/2021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131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131"/>
            <a:fld id="{6D22F896-40B5-4ADD-8801-0D06FADFA095}" type="slidenum">
              <a:rPr lang="en-US" smtClean="0">
                <a:solidFill>
                  <a:prstClr val="black"/>
                </a:solidFill>
              </a:rPr>
              <a:pPr defTabSz="457131"/>
              <a:t>‹Nº›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14146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55" indent="0">
              <a:buNone/>
              <a:defRPr sz="3733"/>
            </a:lvl2pPr>
            <a:lvl3pPr marL="1219110" indent="0">
              <a:buNone/>
              <a:defRPr sz="3200"/>
            </a:lvl3pPr>
            <a:lvl4pPr marL="1828664" indent="0">
              <a:buNone/>
              <a:defRPr sz="2667"/>
            </a:lvl4pPr>
            <a:lvl5pPr marL="2438218" indent="0">
              <a:buNone/>
              <a:defRPr sz="2667"/>
            </a:lvl5pPr>
            <a:lvl6pPr marL="3047772" indent="0">
              <a:buNone/>
              <a:defRPr sz="2667"/>
            </a:lvl6pPr>
            <a:lvl7pPr marL="3657327" indent="0">
              <a:buNone/>
              <a:defRPr sz="2667"/>
            </a:lvl7pPr>
            <a:lvl8pPr marL="4266880" indent="0">
              <a:buNone/>
              <a:defRPr sz="2667"/>
            </a:lvl8pPr>
            <a:lvl9pPr marL="4876435" indent="0">
              <a:buNone/>
              <a:defRPr sz="2667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>
                <a:solidFill>
                  <a:prstClr val="black"/>
                </a:solidFill>
              </a:rPr>
              <a:pPr/>
              <a:t>7/31/2021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>
                <a:solidFill>
                  <a:prstClr val="black"/>
                </a:solidFill>
              </a:rPr>
              <a:pPr/>
              <a:t>‹Nº›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5586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131"/>
            <a:fld id="{48A87A34-81AB-432B-8DAE-1953F412C126}" type="datetimeFigureOut">
              <a:rPr lang="en-US" smtClean="0">
                <a:solidFill>
                  <a:prstClr val="black"/>
                </a:solidFill>
              </a:rPr>
              <a:pPr defTabSz="457131"/>
              <a:t>7/31/2021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131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131"/>
            <a:fld id="{6D22F896-40B5-4ADD-8801-0D06FADFA095}" type="slidenum">
              <a:rPr lang="en-US" smtClean="0">
                <a:solidFill>
                  <a:prstClr val="black"/>
                </a:solidFill>
              </a:rPr>
              <a:pPr defTabSz="457131"/>
              <a:t>‹Nº›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08772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131"/>
            <a:fld id="{48A87A34-81AB-432B-8DAE-1953F412C126}" type="datetimeFigureOut">
              <a:rPr lang="en-US" smtClean="0">
                <a:solidFill>
                  <a:prstClr val="black"/>
                </a:solidFill>
              </a:rPr>
              <a:pPr defTabSz="457131"/>
              <a:t>7/31/2021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131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131"/>
            <a:fld id="{6D22F896-40B5-4ADD-8801-0D06FADFA095}" type="slidenum">
              <a:rPr lang="en-US" smtClean="0">
                <a:solidFill>
                  <a:prstClr val="black"/>
                </a:solidFill>
              </a:rPr>
              <a:pPr defTabSz="457131"/>
              <a:t>‹Nº›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01251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3" y="2367093"/>
            <a:ext cx="10363827" cy="3424107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>
                <a:solidFill>
                  <a:prstClr val="black"/>
                </a:solidFill>
              </a:rPr>
              <a:pPr/>
              <a:t>7/31/2021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>
                <a:solidFill>
                  <a:prstClr val="black"/>
                </a:solidFill>
              </a:rPr>
              <a:pPr/>
              <a:t>‹Nº›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623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11584-3AD6-4FB3-B0CC-4DC8C3553E49}" type="datetimeFigureOut">
              <a:rPr lang="es-VE" smtClean="0"/>
              <a:t>31/7/2021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188C0E2-9DB3-492E-A9D5-35ACC088D50E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255196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47CFC-816F-41D0-AAC0-9BF4FEBC753E}" type="datetimeFigureOut">
              <a:rPr lang="es-ES" smtClean="0"/>
              <a:t>31/07/2021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1319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txStyles>
    <p:titleStyle>
      <a:lvl1pPr algn="ctr" defTabSz="121911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67" indent="-457167" algn="l" defTabSz="121911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26" indent="-380972" algn="l" defTabSz="121911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887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440" indent="-304776" algn="l" defTabSz="121911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994" indent="-304776" algn="l" defTabSz="121911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548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23646" y="1"/>
            <a:ext cx="10344709" cy="6754969"/>
          </a:xfrm>
        </p:spPr>
        <p:txBody>
          <a:bodyPr>
            <a:noAutofit/>
          </a:bodyPr>
          <a:lstStyle/>
          <a:p>
            <a:pPr algn="ctr"/>
            <a:r>
              <a:rPr lang="es-VE" sz="4800" dirty="0">
                <a:solidFill>
                  <a:srgbClr val="FF0000"/>
                </a:solidFill>
                <a:latin typeface="Arial Black" panose="020B0A04020102020204" pitchFamily="34" charset="0"/>
              </a:rPr>
              <a:t>DIOS ESTÁ EN ESTE LUGAR</a:t>
            </a:r>
            <a:br>
              <a:rPr lang="es-VE" cap="none" dirty="0">
                <a:solidFill>
                  <a:srgbClr val="FF0000"/>
                </a:solidFill>
                <a:latin typeface="Arial Black" panose="020B0A04020102020204" pitchFamily="34" charset="0"/>
              </a:rPr>
            </a:br>
            <a:br>
              <a:rPr lang="es-VE" sz="3733" dirty="0">
                <a:latin typeface="Arial Black" panose="020B0A04020102020204" pitchFamily="34" charset="0"/>
              </a:rPr>
            </a:br>
            <a:r>
              <a:rPr lang="es-VE" dirty="0">
                <a:latin typeface="Arial Black" panose="020B0A04020102020204" pitchFamily="34" charset="0"/>
              </a:rPr>
              <a:t>Dios está en este lugar</a:t>
            </a:r>
            <a:br>
              <a:rPr lang="es-VE" dirty="0">
                <a:latin typeface="Arial Black" panose="020B0A04020102020204" pitchFamily="34" charset="0"/>
              </a:rPr>
            </a:br>
            <a:r>
              <a:rPr lang="es-VE" dirty="0">
                <a:latin typeface="Arial Black" panose="020B0A04020102020204" pitchFamily="34" charset="0"/>
              </a:rPr>
              <a:t>lleno de gracia </a:t>
            </a:r>
            <a:br>
              <a:rPr lang="es-VE" dirty="0">
                <a:latin typeface="Arial Black" panose="020B0A04020102020204" pitchFamily="34" charset="0"/>
              </a:rPr>
            </a:br>
            <a:r>
              <a:rPr lang="es-VE" dirty="0">
                <a:latin typeface="Arial Black" panose="020B0A04020102020204" pitchFamily="34" charset="0"/>
              </a:rPr>
              <a:t>y majestad</a:t>
            </a:r>
            <a:br>
              <a:rPr lang="es-VE" dirty="0">
                <a:latin typeface="Arial Black" panose="020B0A04020102020204" pitchFamily="34" charset="0"/>
              </a:rPr>
            </a:br>
            <a:r>
              <a:rPr lang="es-VE" dirty="0">
                <a:latin typeface="Arial Black" panose="020B0A04020102020204" pitchFamily="34" charset="0"/>
              </a:rPr>
              <a:t>caminando entre nosotros él está.</a:t>
            </a:r>
          </a:p>
        </p:txBody>
      </p:sp>
    </p:spTree>
    <p:extLst>
      <p:ext uri="{BB962C8B-B14F-4D97-AF65-F5344CB8AC3E}">
        <p14:creationId xmlns:p14="http://schemas.microsoft.com/office/powerpoint/2010/main" val="631532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-133907" y="320025"/>
            <a:ext cx="12325908" cy="5898524"/>
          </a:xfrm>
        </p:spPr>
        <p:txBody>
          <a:bodyPr>
            <a:normAutofit/>
          </a:bodyPr>
          <a:lstStyle/>
          <a:p>
            <a:pPr algn="ctr"/>
            <a:br>
              <a:rPr lang="es-VE" sz="4400" dirty="0">
                <a:latin typeface="Arial Black" panose="020B0A04020102020204" pitchFamily="34" charset="0"/>
              </a:rPr>
            </a:br>
            <a:r>
              <a:rPr lang="es-VE" sz="6667" dirty="0">
                <a:latin typeface="Arial Black" panose="020B0A04020102020204" pitchFamily="34" charset="0"/>
              </a:rPr>
              <a:t>Dios está en este lugar</a:t>
            </a:r>
            <a:br>
              <a:rPr lang="es-VE" sz="6667" dirty="0">
                <a:latin typeface="Arial Black" panose="020B0A04020102020204" pitchFamily="34" charset="0"/>
              </a:rPr>
            </a:br>
            <a:r>
              <a:rPr lang="es-VE" sz="6667" dirty="0">
                <a:latin typeface="Arial Black" panose="020B0A04020102020204" pitchFamily="34" charset="0"/>
              </a:rPr>
              <a:t>siento su gloria </a:t>
            </a:r>
            <a:br>
              <a:rPr lang="es-VE" sz="6667" dirty="0">
                <a:latin typeface="Arial Black" panose="020B0A04020102020204" pitchFamily="34" charset="0"/>
              </a:rPr>
            </a:br>
            <a:r>
              <a:rPr lang="es-VE" sz="6667" dirty="0">
                <a:latin typeface="Arial Black" panose="020B0A04020102020204" pitchFamily="34" charset="0"/>
              </a:rPr>
              <a:t>y su poder</a:t>
            </a:r>
            <a:br>
              <a:rPr lang="es-VE" sz="6667" dirty="0">
                <a:latin typeface="Arial Black" panose="020B0A04020102020204" pitchFamily="34" charset="0"/>
              </a:rPr>
            </a:br>
            <a:r>
              <a:rPr lang="es-VE" sz="6667" dirty="0">
                <a:latin typeface="Arial Black" panose="020B0A04020102020204" pitchFamily="34" charset="0"/>
              </a:rPr>
              <a:t>es tan real podemos respirar su paz.</a:t>
            </a:r>
          </a:p>
        </p:txBody>
      </p:sp>
    </p:spTree>
    <p:extLst>
      <p:ext uri="{BB962C8B-B14F-4D97-AF65-F5344CB8AC3E}">
        <p14:creationId xmlns:p14="http://schemas.microsoft.com/office/powerpoint/2010/main" val="2822889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53544" y="0"/>
            <a:ext cx="9684913" cy="6096000"/>
          </a:xfrm>
        </p:spPr>
        <p:txBody>
          <a:bodyPr>
            <a:normAutofit fontScale="90000"/>
          </a:bodyPr>
          <a:lstStyle/>
          <a:p>
            <a:pPr algn="ctr"/>
            <a:br>
              <a:rPr lang="es-VE" sz="4400" dirty="0">
                <a:latin typeface="Arial Black" panose="020B0A04020102020204" pitchFamily="34" charset="0"/>
              </a:rPr>
            </a:br>
            <a:r>
              <a:rPr lang="es-VE" sz="4800" dirty="0">
                <a:solidFill>
                  <a:srgbClr val="FF0000"/>
                </a:solidFill>
                <a:latin typeface="Arial Black" panose="020B0A04020102020204" pitchFamily="34" charset="0"/>
              </a:rPr>
              <a:t>CORO:</a:t>
            </a:r>
            <a:br>
              <a:rPr lang="es-VE" sz="6000" dirty="0">
                <a:latin typeface="Arial Black" panose="020B0A04020102020204" pitchFamily="34" charset="0"/>
              </a:rPr>
            </a:br>
            <a:r>
              <a:rPr lang="es-VE" sz="6000" dirty="0">
                <a:latin typeface="Arial Black" panose="020B0A04020102020204" pitchFamily="34" charset="0"/>
              </a:rPr>
              <a:t>Ven y sáname señor</a:t>
            </a:r>
            <a:br>
              <a:rPr lang="es-VE" sz="6000" dirty="0">
                <a:latin typeface="Arial Black" panose="020B0A04020102020204" pitchFamily="34" charset="0"/>
              </a:rPr>
            </a:br>
            <a:r>
              <a:rPr lang="es-VE" sz="6000" dirty="0">
                <a:latin typeface="Arial Black" panose="020B0A04020102020204" pitchFamily="34" charset="0"/>
              </a:rPr>
              <a:t>libérame de mi aflicción Ven restáurame señor Jesús</a:t>
            </a:r>
            <a:br>
              <a:rPr lang="es-VE" sz="6000" dirty="0">
                <a:latin typeface="Arial Black" panose="020B0A04020102020204" pitchFamily="34" charset="0"/>
              </a:rPr>
            </a:br>
            <a:r>
              <a:rPr lang="es-VE" sz="6000" dirty="0">
                <a:latin typeface="Arial Black" panose="020B0A04020102020204" pitchFamily="34" charset="0"/>
              </a:rPr>
              <a:t>Ayúdame, libérame  </a:t>
            </a:r>
            <a:br>
              <a:rPr lang="es-VE" sz="6000" dirty="0">
                <a:latin typeface="Arial Black" panose="020B0A04020102020204" pitchFamily="34" charset="0"/>
              </a:rPr>
            </a:br>
            <a:r>
              <a:rPr lang="es-VE" sz="6000" dirty="0">
                <a:latin typeface="Arial Black" panose="020B0A04020102020204" pitchFamily="34" charset="0"/>
              </a:rPr>
              <a:t>Yo sé que estás aquí.</a:t>
            </a:r>
            <a:endParaRPr lang="es-VE" sz="7333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9506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23646" y="1"/>
            <a:ext cx="10344709" cy="6754969"/>
          </a:xfrm>
        </p:spPr>
        <p:txBody>
          <a:bodyPr>
            <a:noAutofit/>
          </a:bodyPr>
          <a:lstStyle/>
          <a:p>
            <a:pPr algn="ctr"/>
            <a:r>
              <a:rPr lang="es-VE" sz="4800" dirty="0">
                <a:solidFill>
                  <a:srgbClr val="FF0000"/>
                </a:solidFill>
                <a:latin typeface="Arial Black" panose="020B0A04020102020204" pitchFamily="34" charset="0"/>
              </a:rPr>
              <a:t>DIOS ESTÁ EN ESTE LUGAR</a:t>
            </a:r>
            <a:br>
              <a:rPr lang="es-VE" cap="none" dirty="0">
                <a:solidFill>
                  <a:srgbClr val="FF0000"/>
                </a:solidFill>
                <a:latin typeface="Arial Black" panose="020B0A04020102020204" pitchFamily="34" charset="0"/>
              </a:rPr>
            </a:br>
            <a:br>
              <a:rPr lang="es-VE" sz="3733" dirty="0">
                <a:latin typeface="Arial Black" panose="020B0A04020102020204" pitchFamily="34" charset="0"/>
              </a:rPr>
            </a:br>
            <a:r>
              <a:rPr lang="es-VE" dirty="0">
                <a:latin typeface="Arial Black" panose="020B0A04020102020204" pitchFamily="34" charset="0"/>
              </a:rPr>
              <a:t>Dios está en este lugar</a:t>
            </a:r>
            <a:br>
              <a:rPr lang="es-VE" dirty="0">
                <a:latin typeface="Arial Black" panose="020B0A04020102020204" pitchFamily="34" charset="0"/>
              </a:rPr>
            </a:br>
            <a:r>
              <a:rPr lang="es-VE" dirty="0">
                <a:latin typeface="Arial Black" panose="020B0A04020102020204" pitchFamily="34" charset="0"/>
              </a:rPr>
              <a:t>lleno de gracia </a:t>
            </a:r>
            <a:br>
              <a:rPr lang="es-VE" dirty="0">
                <a:latin typeface="Arial Black" panose="020B0A04020102020204" pitchFamily="34" charset="0"/>
              </a:rPr>
            </a:br>
            <a:r>
              <a:rPr lang="es-VE" dirty="0">
                <a:latin typeface="Arial Black" panose="020B0A04020102020204" pitchFamily="34" charset="0"/>
              </a:rPr>
              <a:t>y majestad</a:t>
            </a:r>
            <a:br>
              <a:rPr lang="es-VE" dirty="0">
                <a:latin typeface="Arial Black" panose="020B0A04020102020204" pitchFamily="34" charset="0"/>
              </a:rPr>
            </a:br>
            <a:r>
              <a:rPr lang="es-VE" dirty="0">
                <a:latin typeface="Arial Black" panose="020B0A04020102020204" pitchFamily="34" charset="0"/>
              </a:rPr>
              <a:t>caminando entre nosotros él está.</a:t>
            </a:r>
          </a:p>
        </p:txBody>
      </p:sp>
    </p:spTree>
    <p:extLst>
      <p:ext uri="{BB962C8B-B14F-4D97-AF65-F5344CB8AC3E}">
        <p14:creationId xmlns:p14="http://schemas.microsoft.com/office/powerpoint/2010/main" val="3191414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-133907" y="320025"/>
            <a:ext cx="12325908" cy="5898524"/>
          </a:xfrm>
        </p:spPr>
        <p:txBody>
          <a:bodyPr>
            <a:normAutofit/>
          </a:bodyPr>
          <a:lstStyle/>
          <a:p>
            <a:pPr algn="ctr"/>
            <a:br>
              <a:rPr lang="es-VE" sz="4400" dirty="0">
                <a:latin typeface="Arial Black" panose="020B0A04020102020204" pitchFamily="34" charset="0"/>
              </a:rPr>
            </a:br>
            <a:r>
              <a:rPr lang="es-VE" sz="6667" dirty="0">
                <a:latin typeface="Arial Black" panose="020B0A04020102020204" pitchFamily="34" charset="0"/>
              </a:rPr>
              <a:t>Dios está en este lugar</a:t>
            </a:r>
            <a:br>
              <a:rPr lang="es-VE" sz="6667" dirty="0">
                <a:latin typeface="Arial Black" panose="020B0A04020102020204" pitchFamily="34" charset="0"/>
              </a:rPr>
            </a:br>
            <a:r>
              <a:rPr lang="es-VE" sz="6667" dirty="0">
                <a:latin typeface="Arial Black" panose="020B0A04020102020204" pitchFamily="34" charset="0"/>
              </a:rPr>
              <a:t>siento su gloria </a:t>
            </a:r>
            <a:br>
              <a:rPr lang="es-VE" sz="6667" dirty="0">
                <a:latin typeface="Arial Black" panose="020B0A04020102020204" pitchFamily="34" charset="0"/>
              </a:rPr>
            </a:br>
            <a:r>
              <a:rPr lang="es-VE" sz="6667" dirty="0">
                <a:latin typeface="Arial Black" panose="020B0A04020102020204" pitchFamily="34" charset="0"/>
              </a:rPr>
              <a:t>y su poder</a:t>
            </a:r>
            <a:br>
              <a:rPr lang="es-VE" sz="6667" dirty="0">
                <a:latin typeface="Arial Black" panose="020B0A04020102020204" pitchFamily="34" charset="0"/>
              </a:rPr>
            </a:br>
            <a:r>
              <a:rPr lang="es-VE" sz="6667" dirty="0">
                <a:latin typeface="Arial Black" panose="020B0A04020102020204" pitchFamily="34" charset="0"/>
              </a:rPr>
              <a:t>es tan real podemos respirar su paz.</a:t>
            </a:r>
          </a:p>
        </p:txBody>
      </p:sp>
    </p:spTree>
    <p:extLst>
      <p:ext uri="{BB962C8B-B14F-4D97-AF65-F5344CB8AC3E}">
        <p14:creationId xmlns:p14="http://schemas.microsoft.com/office/powerpoint/2010/main" val="3785520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53544" y="0"/>
            <a:ext cx="9684913" cy="6096000"/>
          </a:xfrm>
        </p:spPr>
        <p:txBody>
          <a:bodyPr>
            <a:normAutofit fontScale="90000"/>
          </a:bodyPr>
          <a:lstStyle/>
          <a:p>
            <a:pPr algn="ctr"/>
            <a:br>
              <a:rPr lang="es-VE" sz="4400" dirty="0">
                <a:latin typeface="Arial Black" panose="020B0A04020102020204" pitchFamily="34" charset="0"/>
              </a:rPr>
            </a:br>
            <a:r>
              <a:rPr lang="es-VE" sz="4800" dirty="0">
                <a:solidFill>
                  <a:srgbClr val="FF0000"/>
                </a:solidFill>
                <a:latin typeface="Arial Black" panose="020B0A04020102020204" pitchFamily="34" charset="0"/>
              </a:rPr>
              <a:t>CORO:</a:t>
            </a:r>
            <a:br>
              <a:rPr lang="es-VE" sz="6000" dirty="0">
                <a:latin typeface="Arial Black" panose="020B0A04020102020204" pitchFamily="34" charset="0"/>
              </a:rPr>
            </a:br>
            <a:r>
              <a:rPr lang="es-VE" sz="6000" dirty="0">
                <a:latin typeface="Arial Black" panose="020B0A04020102020204" pitchFamily="34" charset="0"/>
              </a:rPr>
              <a:t>Ven y sáname señor</a:t>
            </a:r>
            <a:br>
              <a:rPr lang="es-VE" sz="6000" dirty="0">
                <a:latin typeface="Arial Black" panose="020B0A04020102020204" pitchFamily="34" charset="0"/>
              </a:rPr>
            </a:br>
            <a:r>
              <a:rPr lang="es-VE" sz="6000" dirty="0">
                <a:latin typeface="Arial Black" panose="020B0A04020102020204" pitchFamily="34" charset="0"/>
              </a:rPr>
              <a:t>libérame de mi aflicción Ven restáurame señor Jesús</a:t>
            </a:r>
            <a:br>
              <a:rPr lang="es-VE" sz="6000" dirty="0">
                <a:latin typeface="Arial Black" panose="020B0A04020102020204" pitchFamily="34" charset="0"/>
              </a:rPr>
            </a:br>
            <a:r>
              <a:rPr lang="es-VE" sz="6000" dirty="0">
                <a:latin typeface="Arial Black" panose="020B0A04020102020204" pitchFamily="34" charset="0"/>
              </a:rPr>
              <a:t>Ayúdame, libérame  </a:t>
            </a:r>
            <a:br>
              <a:rPr lang="es-VE" sz="6000" dirty="0">
                <a:latin typeface="Arial Black" panose="020B0A04020102020204" pitchFamily="34" charset="0"/>
              </a:rPr>
            </a:br>
            <a:r>
              <a:rPr lang="es-VE" sz="6000" dirty="0">
                <a:latin typeface="Arial Black" panose="020B0A04020102020204" pitchFamily="34" charset="0"/>
              </a:rPr>
              <a:t>Yo sé que estás aquí.</a:t>
            </a:r>
            <a:endParaRPr lang="es-VE" sz="7333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373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-112256" y="1003695"/>
            <a:ext cx="12304256" cy="3497943"/>
          </a:xfrm>
        </p:spPr>
        <p:txBody>
          <a:bodyPr>
            <a:normAutofit fontScale="90000"/>
          </a:bodyPr>
          <a:lstStyle/>
          <a:p>
            <a:pPr algn="ctr"/>
            <a:br>
              <a:rPr lang="es-VE" sz="4400" dirty="0">
                <a:latin typeface="Arial Black" panose="020B0A04020102020204" pitchFamily="34" charset="0"/>
              </a:rPr>
            </a:br>
            <a:br>
              <a:rPr lang="es-VE" sz="6000" dirty="0">
                <a:latin typeface="Arial Black" panose="020B0A04020102020204" pitchFamily="34" charset="0"/>
              </a:rPr>
            </a:br>
            <a:r>
              <a:rPr lang="es-VE" sz="8933" dirty="0">
                <a:latin typeface="Arial Black" panose="020B0A04020102020204" pitchFamily="34" charset="0"/>
              </a:rPr>
              <a:t>//</a:t>
            </a:r>
            <a:r>
              <a:rPr lang="es-VE" sz="10666" dirty="0">
                <a:latin typeface="Arial Black" panose="020B0A04020102020204" pitchFamily="34" charset="0"/>
              </a:rPr>
              <a:t>Yo sé que estás aquí//</a:t>
            </a:r>
            <a:r>
              <a:rPr lang="es-VE" sz="6000" dirty="0">
                <a:latin typeface="Arial Black" panose="020B0A04020102020204" pitchFamily="34" charset="0"/>
              </a:rPr>
              <a:t>.</a:t>
            </a:r>
            <a:endParaRPr lang="es-VE" sz="7333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013314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HIMNOS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NOS" id="{A077191F-6436-4705-902F-9822C472BF6A}" vid="{41F0833E-343D-4BF3-90F9-2249EF9D0DF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38</TotalTime>
  <Words>163</Words>
  <Application>Microsoft Office PowerPoint</Application>
  <PresentationFormat>Panorámica</PresentationFormat>
  <Paragraphs>7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Arial</vt:lpstr>
      <vt:lpstr>Arial Black</vt:lpstr>
      <vt:lpstr>Calibri</vt:lpstr>
      <vt:lpstr>Century Gothic</vt:lpstr>
      <vt:lpstr>Wingdings 3</vt:lpstr>
      <vt:lpstr>Espiral</vt:lpstr>
      <vt:lpstr>HIMNOS</vt:lpstr>
      <vt:lpstr>DIOS ESTÁ EN ESTE LUGAR  Dios está en este lugar lleno de gracia  y majestad caminando entre nosotros él está.</vt:lpstr>
      <vt:lpstr> Dios está en este lugar siento su gloria  y su poder es tan real podemos respirar su paz.</vt:lpstr>
      <vt:lpstr> CORO: Ven y sáname señor libérame de mi aflicción Ven restáurame señor Jesús Ayúdame, libérame   Yo sé que estás aquí.</vt:lpstr>
      <vt:lpstr>DIOS ESTÁ EN ESTE LUGAR  Dios está en este lugar lleno de gracia  y majestad caminando entre nosotros él está.</vt:lpstr>
      <vt:lpstr> Dios está en este lugar siento su gloria  y su poder es tan real podemos respirar su paz.</vt:lpstr>
      <vt:lpstr> CORO: Ven y sáname señor libérame de mi aflicción Ven restáurame señor Jesús Ayúdame, libérame   Yo sé que estás aquí.</vt:lpstr>
      <vt:lpstr>  //Yo sé que estás aquí//.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DIOS ESTÁ EN ESTE LUGAR //Dios está en este lugar lleno de gracia y majestad caminando entre nosotros Él está.</dc:title>
  <dc:creator>Familia Tobón Ch</dc:creator>
  <cp:lastModifiedBy>Diego Tobón</cp:lastModifiedBy>
  <cp:revision>9</cp:revision>
  <dcterms:created xsi:type="dcterms:W3CDTF">2017-11-25T23:59:44Z</dcterms:created>
  <dcterms:modified xsi:type="dcterms:W3CDTF">2021-08-01T03:18:19Z</dcterms:modified>
</cp:coreProperties>
</file>
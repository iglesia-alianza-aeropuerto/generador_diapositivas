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3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335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1/15/2023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51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5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1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6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77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32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8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43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336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1/15/2023</a:t>
            </a:fld>
            <a:endParaRPr lang="en-U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641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55" indent="0">
              <a:buNone/>
              <a:defRPr sz="2667" b="1"/>
            </a:lvl2pPr>
            <a:lvl3pPr marL="1219110" indent="0">
              <a:buNone/>
              <a:defRPr sz="2400" b="1"/>
            </a:lvl3pPr>
            <a:lvl4pPr marL="1828664" indent="0">
              <a:buNone/>
              <a:defRPr sz="2133" b="1"/>
            </a:lvl4pPr>
            <a:lvl5pPr marL="2438218" indent="0">
              <a:buNone/>
              <a:defRPr sz="2133" b="1"/>
            </a:lvl5pPr>
            <a:lvl6pPr marL="3047772" indent="0">
              <a:buNone/>
              <a:defRPr sz="2133" b="1"/>
            </a:lvl6pPr>
            <a:lvl7pPr marL="3657327" indent="0">
              <a:buNone/>
              <a:defRPr sz="2133" b="1"/>
            </a:lvl7pPr>
            <a:lvl8pPr marL="4266880" indent="0">
              <a:buNone/>
              <a:defRPr sz="2133" b="1"/>
            </a:lvl8pPr>
            <a:lvl9pPr marL="4876435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1/15/2023</a:t>
            </a:fld>
            <a:endParaRPr lang="en-U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048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1/15/2023</a:t>
            </a:fld>
            <a:endParaRPr lang="en-U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95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1/15/2023</a:t>
            </a:fld>
            <a:endParaRPr lang="en-U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7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1/15/2023</a:t>
            </a:fld>
            <a:endParaRPr lang="en-U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068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55" indent="0">
              <a:buNone/>
              <a:defRPr sz="3733"/>
            </a:lvl2pPr>
            <a:lvl3pPr marL="1219110" indent="0">
              <a:buNone/>
              <a:defRPr sz="3200"/>
            </a:lvl3pPr>
            <a:lvl4pPr marL="1828664" indent="0">
              <a:buNone/>
              <a:defRPr sz="2667"/>
            </a:lvl4pPr>
            <a:lvl5pPr marL="2438218" indent="0">
              <a:buNone/>
              <a:defRPr sz="2667"/>
            </a:lvl5pPr>
            <a:lvl6pPr marL="3047772" indent="0">
              <a:buNone/>
              <a:defRPr sz="2667"/>
            </a:lvl6pPr>
            <a:lvl7pPr marL="3657327" indent="0">
              <a:buNone/>
              <a:defRPr sz="2667"/>
            </a:lvl7pPr>
            <a:lvl8pPr marL="4266880" indent="0">
              <a:buNone/>
              <a:defRPr sz="2667"/>
            </a:lvl8pPr>
            <a:lvl9pPr marL="4876435" indent="0">
              <a:buNone/>
              <a:defRPr sz="2667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55" indent="0">
              <a:buNone/>
              <a:defRPr sz="1600"/>
            </a:lvl2pPr>
            <a:lvl3pPr marL="1219110" indent="0">
              <a:buNone/>
              <a:defRPr sz="1333"/>
            </a:lvl3pPr>
            <a:lvl4pPr marL="1828664" indent="0">
              <a:buNone/>
              <a:defRPr sz="1200"/>
            </a:lvl4pPr>
            <a:lvl5pPr marL="2438218" indent="0">
              <a:buNone/>
              <a:defRPr sz="1200"/>
            </a:lvl5pPr>
            <a:lvl6pPr marL="3047772" indent="0">
              <a:buNone/>
              <a:defRPr sz="1200"/>
            </a:lvl6pPr>
            <a:lvl7pPr marL="3657327" indent="0">
              <a:buNone/>
              <a:defRPr sz="1200"/>
            </a:lvl7pPr>
            <a:lvl8pPr marL="4266880" indent="0">
              <a:buNone/>
              <a:defRPr sz="1200"/>
            </a:lvl8pPr>
            <a:lvl9pPr marL="4876435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1/15/2023</a:t>
            </a:fld>
            <a:endParaRPr lang="en-U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91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1/15/2023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083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1/15/2023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70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1/15/2023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92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ctr" defTabSz="121911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67" indent="-457167" algn="l" defTabSz="121911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26" indent="-380972" algn="l" defTabSz="121911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87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40" indent="-304776" algn="l" defTabSz="121911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994" indent="-304776" algn="l" defTabSz="121911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1102658" y="76420"/>
            <a:ext cx="10266518" cy="50215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es-VE" sz="4400" dirty="0">
                <a:solidFill>
                  <a:srgbClr val="FF0000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s-VE" sz="4400" dirty="0">
                <a:solidFill>
                  <a:srgbClr val="FF0000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DIOS TU NOMBRE EXALTARÉ</a:t>
            </a:r>
            <a:br>
              <a:rPr lang="es-VE" sz="4400" dirty="0">
                <a:solidFill>
                  <a:srgbClr val="FF0000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br>
              <a:rPr lang="es-VE" sz="4800" dirty="0">
                <a:solidFill>
                  <a:srgbClr val="FF0000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s-VE" sz="5400" dirty="0">
                <a:solidFill>
                  <a:schemeClr val="tx1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Dios tu nombre exaltaré</a:t>
            </a:r>
            <a:br>
              <a:rPr lang="es-VE" sz="5400" dirty="0">
                <a:solidFill>
                  <a:schemeClr val="tx1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s-VE" sz="5400" dirty="0">
                <a:solidFill>
                  <a:schemeClr val="tx1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me deleito en alabarte,</a:t>
            </a:r>
            <a:br>
              <a:rPr lang="es-VE" sz="5400" dirty="0">
                <a:solidFill>
                  <a:schemeClr val="tx1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s-VE" sz="5400" dirty="0">
                <a:solidFill>
                  <a:schemeClr val="tx1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te agradezco que en mi vida estés,</a:t>
            </a:r>
            <a:br>
              <a:rPr lang="es-VE" sz="5400" dirty="0">
                <a:solidFill>
                  <a:schemeClr val="tx1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</a:br>
            <a:r>
              <a:rPr lang="es-VE" sz="5400" dirty="0">
                <a:solidFill>
                  <a:schemeClr val="tx1"/>
                </a:solidFill>
                <a:latin typeface="Arial Black" panose="020B0A04020102020204" pitchFamily="34" charset="0"/>
                <a:cs typeface="Aharoni" panose="02010803020104030203" pitchFamily="2" charset="-79"/>
              </a:rPr>
              <a:t>que vinieras a salvarme.</a:t>
            </a:r>
          </a:p>
        </p:txBody>
      </p:sp>
    </p:spTree>
    <p:extLst>
      <p:ext uri="{BB962C8B-B14F-4D97-AF65-F5344CB8AC3E}">
        <p14:creationId xmlns:p14="http://schemas.microsoft.com/office/powerpoint/2010/main" val="4005749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93308" y="395550"/>
            <a:ext cx="11546043" cy="5063956"/>
          </a:xfrm>
        </p:spPr>
        <p:txBody>
          <a:bodyPr>
            <a:noAutofit/>
          </a:bodyPr>
          <a:lstStyle/>
          <a:p>
            <a:pPr marL="400050" lvl="1" indent="0" algn="ctr">
              <a:buNone/>
            </a:pPr>
            <a:r>
              <a:rPr lang="es-VE" sz="4600" dirty="0">
                <a:solidFill>
                  <a:srgbClr val="FF0000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Coro: </a:t>
            </a:r>
          </a:p>
          <a:p>
            <a:pPr marL="0" indent="0" algn="ctr">
              <a:buNone/>
            </a:pPr>
            <a:r>
              <a:rPr lang="es-VE" sz="60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Dejaste el trono para </a:t>
            </a:r>
          </a:p>
          <a:p>
            <a:pPr marL="0" indent="0" algn="ctr">
              <a:buNone/>
            </a:pPr>
            <a:r>
              <a:rPr lang="es-VE" sz="60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mostrarnos la luz </a:t>
            </a:r>
          </a:p>
          <a:p>
            <a:pPr marL="0" indent="0" algn="ctr">
              <a:buNone/>
            </a:pPr>
            <a:r>
              <a:rPr lang="es-VE" sz="60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De tu trono a la cruz</a:t>
            </a:r>
          </a:p>
          <a:p>
            <a:pPr marL="0" indent="0" algn="ctr">
              <a:buNone/>
            </a:pPr>
            <a:r>
              <a:rPr lang="es-VE" sz="60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 y mi deuda pagar </a:t>
            </a:r>
          </a:p>
        </p:txBody>
      </p:sp>
    </p:spTree>
    <p:extLst>
      <p:ext uri="{BB962C8B-B14F-4D97-AF65-F5344CB8AC3E}">
        <p14:creationId xmlns:p14="http://schemas.microsoft.com/office/powerpoint/2010/main" val="3319491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36560" y="685154"/>
            <a:ext cx="9918880" cy="388077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VE" sz="66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De la cruz a morir</a:t>
            </a:r>
          </a:p>
          <a:p>
            <a:pPr marL="0" indent="0" algn="ctr">
              <a:buNone/>
            </a:pPr>
            <a:r>
              <a:rPr lang="es-VE" sz="66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 de la muerte a tu trono, </a:t>
            </a:r>
          </a:p>
          <a:p>
            <a:pPr marL="0" indent="0" algn="ctr">
              <a:buNone/>
            </a:pPr>
            <a:r>
              <a:rPr lang="es-VE" sz="66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Dios tu nombre exaltaré.</a:t>
            </a:r>
          </a:p>
          <a:p>
            <a:pPr marL="0" indent="0" algn="ctr">
              <a:buNone/>
            </a:pPr>
            <a:r>
              <a:rPr lang="es-VE" sz="54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Aharoni" panose="02010803020104030203" pitchFamily="2" charset="-79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251911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C07F0FAB-F6FB-4BA7-B2C0-A1BFDA1F43B3}" vid="{F84A20A2-A567-4CBC-9A63-1F13A5A6395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174</TotalTime>
  <Words>71</Words>
  <Application>Microsoft Office PowerPoint</Application>
  <PresentationFormat>Panorámica</PresentationFormat>
  <Paragraphs>10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Arial Black</vt:lpstr>
      <vt:lpstr>Calibri</vt:lpstr>
      <vt:lpstr>Tema1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DIOS TU NOMBRE EXALTARÉ  Dios tu nombre exaltaré me deleito en alabarte, agradezco que en mi vida estés, que vinieras a salvarme…</dc:title>
  <dc:creator>Familia Tobón Ch</dc:creator>
  <cp:lastModifiedBy>Diego Tobón</cp:lastModifiedBy>
  <cp:revision>10</cp:revision>
  <dcterms:created xsi:type="dcterms:W3CDTF">2018-11-14T19:49:47Z</dcterms:created>
  <dcterms:modified xsi:type="dcterms:W3CDTF">2023-01-15T21:49:45Z</dcterms:modified>
</cp:coreProperties>
</file>
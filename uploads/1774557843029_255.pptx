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2" name="31 Rectángulo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9" name="38 Rectángulo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0" name="39 Rectángulo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1" name="40 Rectángulo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56" name="55 Rectángulo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5" name="64 Rectángulo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6" name="65 Rectángulo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7" name="66 Rectángulo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82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14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Forma libre"/>
          <p:cNvSpPr>
            <a:spLocks/>
          </p:cNvSpPr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14 Forma libre"/>
          <p:cNvSpPr>
            <a:spLocks/>
          </p:cNvSpPr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12 Forma libre"/>
          <p:cNvSpPr>
            <a:spLocks/>
          </p:cNvSpPr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15 Forma libre"/>
          <p:cNvSpPr>
            <a:spLocks/>
          </p:cNvSpPr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16 Forma libre"/>
          <p:cNvSpPr>
            <a:spLocks/>
          </p:cNvSpPr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17 Forma libre"/>
          <p:cNvSpPr>
            <a:spLocks/>
          </p:cNvSpPr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18 Forma libre"/>
          <p:cNvSpPr>
            <a:spLocks/>
          </p:cNvSpPr>
          <p:nvPr/>
        </p:nvSpPr>
        <p:spPr bwMode="auto">
          <a:xfrm>
            <a:off x="7931152" y="4246564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19 Forma libre"/>
          <p:cNvSpPr>
            <a:spLocks/>
          </p:cNvSpPr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20 Forma libre"/>
          <p:cNvSpPr>
            <a:spLocks/>
          </p:cNvSpPr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21 Forma libre"/>
          <p:cNvSpPr>
            <a:spLocks/>
          </p:cNvSpPr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3" name="22 Forma libre"/>
          <p:cNvSpPr>
            <a:spLocks/>
          </p:cNvSpPr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4" name="23 Forma libre"/>
          <p:cNvSpPr>
            <a:spLocks/>
          </p:cNvSpPr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5" name="24 Forma libre"/>
          <p:cNvSpPr>
            <a:spLocks/>
          </p:cNvSpPr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6" name="25 Forma libre"/>
          <p:cNvSpPr>
            <a:spLocks/>
          </p:cNvSpPr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7" name="26 Forma libre"/>
          <p:cNvSpPr>
            <a:spLocks/>
          </p:cNvSpPr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42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1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Rectángulo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8" name="17 Rectángulo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0" name="19 Rectángulo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1" name="20 Rectángulo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21 Rectángulo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28 Rectángulo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64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93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34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510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9" name="8 Conector recto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9 Grupo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5" name="14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grpSp>
        <p:nvGrpSpPr>
          <p:cNvPr id="14" name="13 Grupo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1" name="10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17 Grupo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9" name="18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74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270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5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44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81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srgbClr val="FF0000"/>
                </a:solidFill>
                <a:latin typeface="Arial Black" pitchFamily="34" charset="0"/>
              </a:rPr>
              <a:t>295 DIOS AL MUNDO AMÓ</a:t>
            </a:r>
          </a:p>
          <a:p>
            <a:pPr algn="ctr"/>
            <a:endParaRPr lang="es-CO" sz="28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Dios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al mundo amó; a su Hijo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dio para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que todo aquel que cree en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él No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se pierda, mas tenga vida eterna.</a:t>
            </a:r>
          </a:p>
          <a:p>
            <a:pPr algn="ctr"/>
            <a:endParaRPr lang="es-CO" sz="32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38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(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Contramelodía:)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Dios al mundo amó; a su Hijo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dio Para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que todo aquel que cree en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él Vida </a:t>
            </a:r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eterna, vida eterna.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223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Panorámica</PresentationFormat>
  <Paragraphs>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Arial Black</vt:lpstr>
      <vt:lpstr>Consolas</vt:lpstr>
      <vt:lpstr>Corbel</vt:lpstr>
      <vt:lpstr>Wingdings</vt:lpstr>
      <vt:lpstr>Wingdings 2</vt:lpstr>
      <vt:lpstr>Wingdings 3</vt:lpstr>
      <vt:lpstr>Metro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2017-05-10T22:25:14Z</dcterms:created>
  <dcterms:modified xsi:type="dcterms:W3CDTF">2017-05-10T22:25:17Z</dcterms:modified>
</cp:coreProperties>
</file>
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11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86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42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43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08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3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92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01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24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9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i="1" dirty="0">
                <a:solidFill>
                  <a:srgbClr val="FF0000"/>
                </a:solidFill>
                <a:latin typeface="Arial Black" pitchFamily="34" charset="0"/>
              </a:rPr>
              <a:t>290 CRISTO HABITA EN MI CORAZÓN</a:t>
            </a:r>
          </a:p>
          <a:p>
            <a:pPr algn="ctr"/>
            <a:endParaRPr lang="es-CO" sz="2400" b="1" dirty="0"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24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. Cristo habita en mi </a:t>
            </a:r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corazón; Río </a:t>
            </a:r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divino es su </a:t>
            </a:r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inundación; Por </a:t>
            </a:r>
            <a:r>
              <a:rPr lang="es-CO" sz="5600" b="1" dirty="0">
                <a:solidFill>
                  <a:prstClr val="black"/>
                </a:solidFill>
                <a:latin typeface="Arial Black" pitchFamily="34" charset="0"/>
              </a:rPr>
              <a:t>ello paz y amor míos son; Cristo habita en mí.</a:t>
            </a:r>
          </a:p>
          <a:p>
            <a:endParaRPr lang="es-CO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97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2. Cristo conmigo, hermoso el don; Horas pasamos en conversación; Felicidad me da su comunión; Cristo habita en mí.</a:t>
            </a:r>
          </a:p>
          <a:p>
            <a:pPr algn="ctr"/>
            <a:endParaRPr lang="es-CO" sz="34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08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3. Quiero que Cristo controle mi ser; Quiero que el mundo su amor pueda ver. Quiero que él sea mi sumo placer; Cristo habita en mí.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7528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2017-05-10T22:20:27Z</dcterms:created>
  <dcterms:modified xsi:type="dcterms:W3CDTF">2017-05-10T22:20:30Z</dcterms:modified>
</cp:coreProperties>
</file>
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beRUp06GE8UrVizrKEcYuW29I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5DFEC">
            <a:alpha val="74901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230 YO VIVO,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Yo vivo, Señor, porque tú vives; Porque tú vives, Señor, es que yo vivo. 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0"/>
            <a:ext cx="9144000" cy="750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//Me das Consuelo, me das abrigo, 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 aflicción, mi Señor, estás conmigo.//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Soy salvo, Señor, pues me salvaste, Pues me salvaste, Señor, eternamente.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//Yo voy al cielo, voy a la gloria, Porque, Señor, tú me diste la victoria.//</a:t>
            </a:r>
            <a:endParaRPr sz="4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230 YO VIVO,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Yo vivo, Señor, porque tú vives; Porque tú vives, Señor, es que yo vivo. 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0"/>
            <a:ext cx="9144000" cy="750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//Me das Consuelo, me das abrigo, 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 aflicción, mi Señor, estás conmigo.//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Soy salvo, Señor, pues me salvaste, Pues me salvaste, Señor, eternamente.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//Yo voy al cielo, voy a la gloria, Porque, Señor, tú me diste la victoria.//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2017-05-10T21:21:19Z</dcterms:created>
  <dc:creator>Kadiesa</dc:creator>
</cp:coreProperties>
</file>
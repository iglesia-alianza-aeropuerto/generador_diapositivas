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Corbel"/>
      <p:regular r:id="rId12"/>
      <p:bold r:id="rId13"/>
      <p:italic r:id="rId14"/>
      <p:boldItalic r:id="rId15"/>
    </p:embeddedFon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f3K3lFFmG2f5ApJmDqAANpEPL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rbel-bold.fntdata"/><Relationship Id="rId12" Type="http://schemas.openxmlformats.org/officeDocument/2006/relationships/font" Target="fonts/Corbel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rbel-boldItalic.fntdata"/><Relationship Id="rId14" Type="http://schemas.openxmlformats.org/officeDocument/2006/relationships/font" Target="fonts/Corbel-italic.fntdata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28" name="Google Shape;28;p9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9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" name="Google Shape;30;p9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" name="Google Shape;31;p9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9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9"/>
          <p:cNvSpPr txBox="1"/>
          <p:nvPr>
            <p:ph type="ctrTitle"/>
          </p:nvPr>
        </p:nvSpPr>
        <p:spPr>
          <a:xfrm>
            <a:off x="1219200" y="4343400"/>
            <a:ext cx="103632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1219200" y="2834640"/>
            <a:ext cx="10363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9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6438603" y="1073888"/>
            <a:ext cx="5762848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498621" y="0"/>
            <a:ext cx="7352715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" name="Google Shape;48;p11"/>
          <p:cNvSpPr/>
          <p:nvPr/>
        </p:nvSpPr>
        <p:spPr>
          <a:xfrm rot="5236414">
            <a:off x="6635304" y="1285480"/>
            <a:ext cx="4114800" cy="158496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8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11"/>
          <p:cNvSpPr/>
          <p:nvPr/>
        </p:nvSpPr>
        <p:spPr>
          <a:xfrm>
            <a:off x="7924800" y="0"/>
            <a:ext cx="36576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7924800" y="4267200"/>
            <a:ext cx="42672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11"/>
          <p:cNvSpPr/>
          <p:nvPr/>
        </p:nvSpPr>
        <p:spPr>
          <a:xfrm>
            <a:off x="7924800" y="0"/>
            <a:ext cx="18288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931152" y="4246564"/>
            <a:ext cx="2787649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924800" y="4267200"/>
            <a:ext cx="21336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7924800" y="1371600"/>
            <a:ext cx="42672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7924800" y="1752600"/>
            <a:ext cx="42672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11"/>
          <p:cNvSpPr/>
          <p:nvPr/>
        </p:nvSpPr>
        <p:spPr>
          <a:xfrm>
            <a:off x="1320800" y="4267200"/>
            <a:ext cx="6604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" name="Google Shape;57;p11"/>
          <p:cNvSpPr/>
          <p:nvPr/>
        </p:nvSpPr>
        <p:spPr>
          <a:xfrm>
            <a:off x="711200" y="4267200"/>
            <a:ext cx="7112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489099" y="2438400"/>
            <a:ext cx="75184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489099" y="2133600"/>
            <a:ext cx="75184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C4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" name="Google Shape;60;p11"/>
          <p:cNvSpPr/>
          <p:nvPr/>
        </p:nvSpPr>
        <p:spPr>
          <a:xfrm>
            <a:off x="6096000" y="4267200"/>
            <a:ext cx="18288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C8EEFF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942536" y="1351672"/>
            <a:ext cx="7624064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65" name="Google Shape;65;p11"/>
          <p:cNvSpPr/>
          <p:nvPr/>
        </p:nvSpPr>
        <p:spPr>
          <a:xfrm>
            <a:off x="484213" y="402265"/>
            <a:ext cx="11338560" cy="886265"/>
          </a:xfrm>
          <a:prstGeom prst="rect">
            <a:avLst/>
          </a:prstGeom>
          <a:solidFill>
            <a:srgbClr val="C8EE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11"/>
          <p:cNvSpPr txBox="1"/>
          <p:nvPr>
            <p:ph type="title"/>
          </p:nvPr>
        </p:nvSpPr>
        <p:spPr>
          <a:xfrm>
            <a:off x="942536" y="512064"/>
            <a:ext cx="10875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/>
        </p:nvSpPr>
        <p:spPr>
          <a:xfrm flipH="1">
            <a:off x="495384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11"/>
          <p:cNvSpPr/>
          <p:nvPr/>
        </p:nvSpPr>
        <p:spPr>
          <a:xfrm flipH="1">
            <a:off x="548145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" name="Google Shape;69;p11"/>
          <p:cNvSpPr/>
          <p:nvPr/>
        </p:nvSpPr>
        <p:spPr>
          <a:xfrm flipH="1">
            <a:off x="597933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" name="Google Shape;70;p11"/>
          <p:cNvSpPr/>
          <p:nvPr/>
        </p:nvSpPr>
        <p:spPr>
          <a:xfrm flipH="1">
            <a:off x="635603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667304" y="680477"/>
            <a:ext cx="48768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09600" y="512064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619125" y="17705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6207125" y="1770502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402266"/>
            <a:ext cx="11822773" cy="886265"/>
          </a:xfrm>
          <a:prstGeom prst="rect">
            <a:avLst/>
          </a:prstGeom>
          <a:solidFill>
            <a:srgbClr val="C8EE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" name="Google Shape;81;p13"/>
          <p:cNvSpPr txBox="1"/>
          <p:nvPr>
            <p:ph type="title"/>
          </p:nvPr>
        </p:nvSpPr>
        <p:spPr>
          <a:xfrm>
            <a:off x="673099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09600" y="1809750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2" type="body"/>
          </p:nvPr>
        </p:nvSpPr>
        <p:spPr>
          <a:xfrm>
            <a:off x="6193368" y="1809750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3" type="body"/>
          </p:nvPr>
        </p:nvSpPr>
        <p:spPr>
          <a:xfrm>
            <a:off x="609600" y="2459037"/>
            <a:ext cx="5386917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4" type="body"/>
          </p:nvPr>
        </p:nvSpPr>
        <p:spPr>
          <a:xfrm>
            <a:off x="6193368" y="2459037"/>
            <a:ext cx="5389033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17053" y="680477"/>
            <a:ext cx="60960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3073" y="680477"/>
            <a:ext cx="36576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37669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0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13"/>
          <p:cNvSpPr/>
          <p:nvPr/>
        </p:nvSpPr>
        <p:spPr>
          <a:xfrm flipH="1">
            <a:off x="199693" y="680477"/>
            <a:ext cx="36576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" name="Google Shape;94;p13"/>
          <p:cNvSpPr/>
          <p:nvPr/>
        </p:nvSpPr>
        <p:spPr>
          <a:xfrm flipH="1">
            <a:off x="252455" y="680477"/>
            <a:ext cx="36576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13"/>
          <p:cNvSpPr/>
          <p:nvPr/>
        </p:nvSpPr>
        <p:spPr>
          <a:xfrm flipH="1">
            <a:off x="302243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13"/>
          <p:cNvSpPr/>
          <p:nvPr/>
        </p:nvSpPr>
        <p:spPr>
          <a:xfrm flipH="1">
            <a:off x="339912" y="680477"/>
            <a:ext cx="12192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371613" y="680477"/>
            <a:ext cx="48768" cy="365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914400" y="273050"/>
            <a:ext cx="109728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914400" y="1435100"/>
            <a:ext cx="3352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2" type="body"/>
          </p:nvPr>
        </p:nvSpPr>
        <p:spPr>
          <a:xfrm>
            <a:off x="4572000" y="1435100"/>
            <a:ext cx="7315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/>
          <p:nvPr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2" name="Google Shape;112;p16"/>
          <p:cNvCxnSpPr/>
          <p:nvPr/>
        </p:nvCxnSpPr>
        <p:spPr>
          <a:xfrm>
            <a:off x="484260" y="1885028"/>
            <a:ext cx="11710163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3" name="Google Shape;113;p16"/>
          <p:cNvGrpSpPr/>
          <p:nvPr/>
        </p:nvGrpSpPr>
        <p:grpSpPr>
          <a:xfrm rot="5400000">
            <a:off x="11374903" y="1197789"/>
            <a:ext cx="132763" cy="171288"/>
            <a:chOff x="6668087" y="1297746"/>
            <a:chExt cx="161840" cy="156602"/>
          </a:xfrm>
        </p:grpSpPr>
        <p:cxnSp>
          <p:nvCxnSpPr>
            <p:cNvPr id="114" name="Google Shape;114;p16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6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6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" name="Google Shape;117;p16"/>
          <p:cNvSpPr txBox="1"/>
          <p:nvPr>
            <p:ph type="title"/>
          </p:nvPr>
        </p:nvSpPr>
        <p:spPr>
          <a:xfrm>
            <a:off x="1219200" y="441252"/>
            <a:ext cx="9144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6"/>
          <p:cNvSpPr/>
          <p:nvPr>
            <p:ph idx="2" type="pic"/>
          </p:nvPr>
        </p:nvSpPr>
        <p:spPr>
          <a:xfrm>
            <a:off x="490709" y="1893781"/>
            <a:ext cx="11704320" cy="496014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9" name="Google Shape;119;p16"/>
          <p:cNvSpPr txBox="1"/>
          <p:nvPr>
            <p:ph idx="1" type="body"/>
          </p:nvPr>
        </p:nvSpPr>
        <p:spPr>
          <a:xfrm>
            <a:off x="1219200" y="1150144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20" name="Google Shape;120;p16"/>
          <p:cNvGrpSpPr/>
          <p:nvPr/>
        </p:nvGrpSpPr>
        <p:grpSpPr>
          <a:xfrm rot="5400000">
            <a:off x="11578103" y="1350189"/>
            <a:ext cx="132763" cy="171288"/>
            <a:chOff x="6668087" y="1297746"/>
            <a:chExt cx="161840" cy="156602"/>
          </a:xfrm>
        </p:grpSpPr>
        <p:cxnSp>
          <p:nvCxnSpPr>
            <p:cNvPr id="121" name="Google Shape;121;p16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6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" name="Google Shape;123;p16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4" name="Google Shape;124;p16"/>
          <p:cNvGrpSpPr/>
          <p:nvPr/>
        </p:nvGrpSpPr>
        <p:grpSpPr>
          <a:xfrm rot="5400000">
            <a:off x="11115579" y="1453352"/>
            <a:ext cx="132763" cy="171288"/>
            <a:chOff x="6668087" y="1297746"/>
            <a:chExt cx="161840" cy="156602"/>
          </a:xfrm>
        </p:grpSpPr>
        <p:cxnSp>
          <p:nvCxnSpPr>
            <p:cNvPr id="125" name="Google Shape;125;p16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16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16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8" name="Google Shape;128;p16"/>
          <p:cNvSpPr txBox="1"/>
          <p:nvPr>
            <p:ph idx="10" type="dt"/>
          </p:nvPr>
        </p:nvSpPr>
        <p:spPr>
          <a:xfrm>
            <a:off x="8636000" y="5549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>
            <a:off x="1219200" y="55499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11480800" y="55499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 rot="5400000">
            <a:off x="4114800" y="-1112040"/>
            <a:ext cx="4572000" cy="10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 rot="5400000">
            <a:off x="7234238" y="1879603"/>
            <a:ext cx="5851525" cy="26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 rot="5400000">
            <a:off x="1798638" y="-711197"/>
            <a:ext cx="5851525" cy="7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1pPr>
            <a:lvl2pPr indent="0" lvl="1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2pPr>
            <a:lvl3pPr indent="0" lvl="2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3pPr>
            <a:lvl4pPr indent="0" lvl="3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4pPr>
            <a:lvl5pPr indent="0" lvl="4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5pPr>
            <a:lvl6pPr indent="0" lvl="5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6pPr>
            <a:lvl7pPr indent="0" lvl="6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7pPr>
            <a:lvl8pPr indent="0" lvl="7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8pPr>
            <a:lvl9pPr indent="0" lvl="8" marL="0" algn="l">
              <a:spcBef>
                <a:spcPts val="0"/>
              </a:spcBef>
              <a:buNone/>
              <a:defRPr>
                <a:solidFill>
                  <a:srgbClr val="4E5B6F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80000" ty="0" sy="80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" name="Google Shape;7;p7"/>
          <p:cNvSpPr/>
          <p:nvPr/>
        </p:nvSpPr>
        <p:spPr>
          <a:xfrm>
            <a:off x="340388" y="5047394"/>
            <a:ext cx="97536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" name="Google Shape;8;p7"/>
          <p:cNvSpPr/>
          <p:nvPr/>
        </p:nvSpPr>
        <p:spPr>
          <a:xfrm>
            <a:off x="340388" y="4796819"/>
            <a:ext cx="97536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" name="Google Shape;9;p7"/>
          <p:cNvSpPr/>
          <p:nvPr/>
        </p:nvSpPr>
        <p:spPr>
          <a:xfrm>
            <a:off x="340388" y="4637685"/>
            <a:ext cx="97536" cy="137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" name="Google Shape;10;p7"/>
          <p:cNvSpPr/>
          <p:nvPr/>
        </p:nvSpPr>
        <p:spPr>
          <a:xfrm>
            <a:off x="340388" y="4542559"/>
            <a:ext cx="97536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7"/>
          <p:cNvSpPr/>
          <p:nvPr/>
        </p:nvSpPr>
        <p:spPr>
          <a:xfrm>
            <a:off x="412744" y="680477"/>
            <a:ext cx="6096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7"/>
          <p:cNvSpPr/>
          <p:nvPr/>
        </p:nvSpPr>
        <p:spPr>
          <a:xfrm>
            <a:off x="358764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7"/>
          <p:cNvSpPr/>
          <p:nvPr/>
        </p:nvSpPr>
        <p:spPr>
          <a:xfrm>
            <a:off x="333360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7"/>
          <p:cNvSpPr/>
          <p:nvPr/>
        </p:nvSpPr>
        <p:spPr>
          <a:xfrm>
            <a:off x="295691" y="680477"/>
            <a:ext cx="1219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7"/>
          <p:cNvSpPr txBox="1"/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3D577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3D577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7"/>
          <p:cNvSpPr txBox="1"/>
          <p:nvPr>
            <p:ph idx="1" type="body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" name="Google Shape;17;p7"/>
          <p:cNvSpPr txBox="1"/>
          <p:nvPr>
            <p:ph idx="10" type="dt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4E5B6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/>
        </p:nvSpPr>
        <p:spPr>
          <a:xfrm>
            <a:off x="1524000" y="1"/>
            <a:ext cx="9144000" cy="7048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294 CUÁN PROFUNDO ES TU AMOR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6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Cuán profundo es tu amor, no lo puedo comprender; Alto es para mí, ¡Cuán inmenso es!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/>
        </p:nvSpPr>
        <p:spPr>
          <a:xfrm>
            <a:off x="1009650" y="-1"/>
            <a:ext cx="10668000" cy="7155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¡Cuán profundo es tu amor, Dios de los cielos! Más profundo que el mar es tu gran amor; </a:t>
            </a:r>
            <a:endParaRPr b="0" i="0" sz="5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Alto es, inmenso es, profundo es tu gran amor.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1524000" y="1"/>
            <a:ext cx="9144000" cy="69711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Siendo yo pecador,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humillaste, Dios, por mí; Lo hiciste en amor, ¡Cuán inmenso es!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/>
        </p:nvSpPr>
        <p:spPr>
          <a:xfrm>
            <a:off x="1009650" y="-1"/>
            <a:ext cx="10668000" cy="7155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6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¡Cuán profundo es tu amor, Dios de los cielos! Más profundo que el mar es tu gran amor; </a:t>
            </a:r>
            <a:endParaRPr b="0" i="0" sz="5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Alto es, inmenso es, profundo es tu gran amor.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5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/>
          <p:nvPr/>
        </p:nvSpPr>
        <p:spPr>
          <a:xfrm>
            <a:off x="1524000" y="0"/>
            <a:ext cx="9144000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7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Viendo la inmensidad y el poder de tu amor, Sólo puedo decir: ¡Cuán inmenso es!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1009650" y="-1"/>
            <a:ext cx="10668000" cy="71558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¡Cuán profundo es tu amor, Dios de los cielos! Más profundo que el mar es tu gran amor; </a:t>
            </a:r>
            <a:endParaRPr sz="57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Alto es, inmenso es, profundo es tu gran amor.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5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50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2017-05-10T22:24:49Z</dcterms:created>
  <dc:creator>Kadiesa</dc:creator>
</cp:coreProperties>
</file>
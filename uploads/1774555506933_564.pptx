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  <p:sldMasterId id="2147483661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6858000" cx="12192000"/>
  <p:notesSz cx="6858000" cy="9144000"/>
  <p:embeddedFontLst>
    <p:embeddedFont>
      <p:font typeface="Arial Black"/>
      <p:regular r:id="rId2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21" roundtripDataSignature="AMtx7mi9KQVjq+/40/jEOjNdDpgCz3U61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ArialBlack-regular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21" Type="http://customschemas.google.com/relationships/presentationmetadata" Target="meta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2.xml"/><Relationship Id="rId19" Type="http://schemas.openxmlformats.org/officeDocument/2006/relationships/slide" Target="slides/slide13.xml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4" name="Google Shape;234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9" name="Google Shape;23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4" name="Google Shape;24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7" name="Shape 2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8" name="Google Shape;248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49" name="Google Shape;249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4" name="Google Shape;254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Google Shape;258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9" name="Google Shape;259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4" name="Google Shape;26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0" name="Google Shape;27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5" name="Google Shape;275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0" name="Google Shape;280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3" name="Shape 2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4" name="Google Shape;284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5" name="Google Shape;285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0" name="Google Shape;290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5" name="Google Shape;295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png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5"/>
          <p:cNvSpPr txBox="1"/>
          <p:nvPr>
            <p:ph type="ctrTitle"/>
          </p:nvPr>
        </p:nvSpPr>
        <p:spPr>
          <a:xfrm>
            <a:off x="914400" y="2130429"/>
            <a:ext cx="103632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5"/>
          <p:cNvSpPr txBox="1"/>
          <p:nvPr>
            <p:ph idx="1" type="subTitle"/>
          </p:nvPr>
        </p:nvSpPr>
        <p:spPr>
          <a:xfrm>
            <a:off x="1828800" y="3886200"/>
            <a:ext cx="85344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853"/>
              </a:spcBef>
              <a:spcAft>
                <a:spcPts val="0"/>
              </a:spcAft>
              <a:buClr>
                <a:srgbClr val="888888"/>
              </a:buClr>
              <a:buSzPts val="4267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747"/>
              </a:spcBef>
              <a:spcAft>
                <a:spcPts val="0"/>
              </a:spcAft>
              <a:buClr>
                <a:srgbClr val="888888"/>
              </a:buClr>
              <a:buSzPts val="3733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4" name="Google Shape;14;p15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15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15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_Título y objetos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16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16"/>
          <p:cNvSpPr txBox="1"/>
          <p:nvPr>
            <p:ph idx="1" type="body"/>
          </p:nvPr>
        </p:nvSpPr>
        <p:spPr>
          <a:xfrm>
            <a:off x="913773" y="2367093"/>
            <a:ext cx="10363827" cy="342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16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16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16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>
  <p:cSld name="Título y objetos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7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7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6" name="Google Shape;26;p17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7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7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8"/>
          <p:cNvSpPr txBox="1"/>
          <p:nvPr>
            <p:ph type="title"/>
          </p:nvPr>
        </p:nvSpPr>
        <p:spPr>
          <a:xfrm>
            <a:off x="963084" y="4406901"/>
            <a:ext cx="103632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333"/>
              <a:buFont typeface="Calibri"/>
              <a:buNone/>
              <a:defRPr b="1" sz="5333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8"/>
          <p:cNvSpPr txBox="1"/>
          <p:nvPr>
            <p:ph idx="1" type="body"/>
          </p:nvPr>
        </p:nvSpPr>
        <p:spPr>
          <a:xfrm>
            <a:off x="963084" y="2906713"/>
            <a:ext cx="103632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533"/>
              </a:spcBef>
              <a:spcAft>
                <a:spcPts val="0"/>
              </a:spcAft>
              <a:buClr>
                <a:srgbClr val="888888"/>
              </a:buClr>
              <a:buSzPts val="2667"/>
              <a:buNone/>
              <a:defRPr sz="2667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427"/>
              </a:spcBef>
              <a:spcAft>
                <a:spcPts val="0"/>
              </a:spcAft>
              <a:buClr>
                <a:srgbClr val="888888"/>
              </a:buClr>
              <a:buSzPts val="2133"/>
              <a:buNone/>
              <a:defRPr sz="2133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373"/>
              </a:spcBef>
              <a:spcAft>
                <a:spcPts val="0"/>
              </a:spcAft>
              <a:buClr>
                <a:srgbClr val="888888"/>
              </a:buClr>
              <a:buSzPts val="1867"/>
              <a:buNone/>
              <a:defRPr sz="1867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2" name="Google Shape;32;p18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3" name="Google Shape;33;p18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8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19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7" name="Google Shape;37;p19"/>
          <p:cNvSpPr txBox="1"/>
          <p:nvPr>
            <p:ph idx="1" type="body"/>
          </p:nvPr>
        </p:nvSpPr>
        <p:spPr>
          <a:xfrm>
            <a:off x="609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65645" lvl="0" marL="45720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Char char="•"/>
              <a:defRPr sz="3733"/>
            </a:lvl1pPr>
            <a:lvl2pPr indent="-431800" lvl="1" marL="9144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–"/>
              <a:defRPr sz="3200"/>
            </a:lvl2pPr>
            <a:lvl3pPr indent="-397954" lvl="2" marL="13716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3pPr>
            <a:lvl4pPr indent="-381000" lvl="3" marL="1828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4pPr>
            <a:lvl5pPr indent="-381000" lvl="4" marL="2286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/>
            </a:lvl5pPr>
            <a:lvl6pPr indent="-381000" lvl="5" marL="2743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indent="-381000" lvl="6" marL="3200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indent="-381000" lvl="7" marL="3657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indent="-381000" lvl="8" marL="4114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/>
        </p:txBody>
      </p:sp>
      <p:sp>
        <p:nvSpPr>
          <p:cNvPr id="38" name="Google Shape;38;p19"/>
          <p:cNvSpPr txBox="1"/>
          <p:nvPr>
            <p:ph idx="2" type="body"/>
          </p:nvPr>
        </p:nvSpPr>
        <p:spPr>
          <a:xfrm>
            <a:off x="6197600" y="1600201"/>
            <a:ext cx="5384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65645" lvl="0" marL="45720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Char char="•"/>
              <a:defRPr sz="3733"/>
            </a:lvl1pPr>
            <a:lvl2pPr indent="-431800" lvl="1" marL="9144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–"/>
              <a:defRPr sz="3200"/>
            </a:lvl2pPr>
            <a:lvl3pPr indent="-397954" lvl="2" marL="13716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3pPr>
            <a:lvl4pPr indent="-381000" lvl="3" marL="1828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4pPr>
            <a:lvl5pPr indent="-381000" lvl="4" marL="22860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»"/>
              <a:defRPr sz="2400"/>
            </a:lvl5pPr>
            <a:lvl6pPr indent="-381000" lvl="5" marL="2743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6pPr>
            <a:lvl7pPr indent="-381000" lvl="6" marL="3200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7pPr>
            <a:lvl8pPr indent="-381000" lvl="7" marL="3657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8pPr>
            <a:lvl9pPr indent="-381000" lvl="8" marL="41148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9pPr>
          </a:lstStyle>
          <a:p/>
        </p:txBody>
      </p:sp>
      <p:sp>
        <p:nvSpPr>
          <p:cNvPr id="39" name="Google Shape;39;p19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0" name="Google Shape;40;p19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1" name="Google Shape;41;p19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0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67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0"/>
          <p:cNvSpPr txBox="1"/>
          <p:nvPr>
            <p:ph idx="1" type="body"/>
          </p:nvPr>
        </p:nvSpPr>
        <p:spPr>
          <a:xfrm>
            <a:off x="609600" y="1535113"/>
            <a:ext cx="5386917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1pPr>
            <a:lvl2pPr indent="-228600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None/>
              <a:defRPr b="1" sz="2667"/>
            </a:lvl2pPr>
            <a:lvl3pPr indent="-2286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3pPr>
            <a:lvl4pPr indent="-228600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4pPr>
            <a:lvl5pPr indent="-228600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5pPr>
            <a:lvl6pPr indent="-228600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6pPr>
            <a:lvl7pPr indent="-228600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7pPr>
            <a:lvl8pPr indent="-228600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8pPr>
            <a:lvl9pPr indent="-228600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9pPr>
          </a:lstStyle>
          <a:p/>
        </p:txBody>
      </p:sp>
      <p:sp>
        <p:nvSpPr>
          <p:cNvPr id="45" name="Google Shape;45;p20"/>
          <p:cNvSpPr txBox="1"/>
          <p:nvPr>
            <p:ph idx="2" type="body"/>
          </p:nvPr>
        </p:nvSpPr>
        <p:spPr>
          <a:xfrm>
            <a:off x="609600" y="2174875"/>
            <a:ext cx="5386917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397954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–"/>
              <a:defRPr sz="2667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64045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–"/>
              <a:defRPr sz="2133"/>
            </a:lvl4pPr>
            <a:lvl5pPr indent="-364045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»"/>
              <a:defRPr sz="2133"/>
            </a:lvl5pPr>
            <a:lvl6pPr indent="-364045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6pPr>
            <a:lvl7pPr indent="-364045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7pPr>
            <a:lvl8pPr indent="-364045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8pPr>
            <a:lvl9pPr indent="-364045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9pPr>
          </a:lstStyle>
          <a:p/>
        </p:txBody>
      </p:sp>
      <p:sp>
        <p:nvSpPr>
          <p:cNvPr id="46" name="Google Shape;46;p20"/>
          <p:cNvSpPr txBox="1"/>
          <p:nvPr>
            <p:ph idx="3" type="body"/>
          </p:nvPr>
        </p:nvSpPr>
        <p:spPr>
          <a:xfrm>
            <a:off x="6193372" y="1535113"/>
            <a:ext cx="5389033" cy="63976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None/>
              <a:defRPr b="1" sz="3200"/>
            </a:lvl1pPr>
            <a:lvl2pPr indent="-228600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None/>
              <a:defRPr b="1" sz="2667"/>
            </a:lvl2pPr>
            <a:lvl3pPr indent="-2286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3pPr>
            <a:lvl4pPr indent="-228600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4pPr>
            <a:lvl5pPr indent="-228600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5pPr>
            <a:lvl6pPr indent="-228600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6pPr>
            <a:lvl7pPr indent="-228600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7pPr>
            <a:lvl8pPr indent="-228600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8pPr>
            <a:lvl9pPr indent="-228600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None/>
              <a:defRPr b="1" sz="2133"/>
            </a:lvl9pPr>
          </a:lstStyle>
          <a:p/>
        </p:txBody>
      </p:sp>
      <p:sp>
        <p:nvSpPr>
          <p:cNvPr id="47" name="Google Shape;47;p20"/>
          <p:cNvSpPr txBox="1"/>
          <p:nvPr>
            <p:ph idx="4" type="body"/>
          </p:nvPr>
        </p:nvSpPr>
        <p:spPr>
          <a:xfrm>
            <a:off x="6193372" y="2174875"/>
            <a:ext cx="5389033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397954" lvl="1" marL="914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–"/>
              <a:defRPr sz="2667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64045" lvl="3" marL="1828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–"/>
              <a:defRPr sz="2133"/>
            </a:lvl4pPr>
            <a:lvl5pPr indent="-364045" lvl="4" marL="22860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»"/>
              <a:defRPr sz="2133"/>
            </a:lvl5pPr>
            <a:lvl6pPr indent="-364045" lvl="5" marL="27432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6pPr>
            <a:lvl7pPr indent="-364045" lvl="6" marL="32004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7pPr>
            <a:lvl8pPr indent="-364045" lvl="7" marL="36576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8pPr>
            <a:lvl9pPr indent="-364045" lvl="8" marL="4114800" algn="l">
              <a:spcBef>
                <a:spcPts val="427"/>
              </a:spcBef>
              <a:spcAft>
                <a:spcPts val="0"/>
              </a:spcAft>
              <a:buClr>
                <a:schemeClr val="dk1"/>
              </a:buClr>
              <a:buSzPts val="2133"/>
              <a:buChar char="•"/>
              <a:defRPr sz="2133"/>
            </a:lvl9pPr>
          </a:lstStyle>
          <a:p/>
        </p:txBody>
      </p:sp>
      <p:sp>
        <p:nvSpPr>
          <p:cNvPr id="48" name="Google Shape;48;p20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0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0" name="Google Shape;50;p20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ólo el título" type="titleOnly">
  <p:cSld name="TITLE_ONLY">
    <p:spTree>
      <p:nvGrpSpPr>
        <p:cNvPr id="51" name="Shape 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Google Shape;52;p21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21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4" name="Google Shape;54;p21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5" name="Google Shape;55;p21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22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8" name="Google Shape;58;p22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22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23"/>
          <p:cNvSpPr txBox="1"/>
          <p:nvPr>
            <p:ph type="title"/>
          </p:nvPr>
        </p:nvSpPr>
        <p:spPr>
          <a:xfrm>
            <a:off x="609603" y="273049"/>
            <a:ext cx="4011084" cy="1162051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Calibri"/>
              <a:buNone/>
              <a:defRPr b="1" sz="2667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2" name="Google Shape;62;p23"/>
          <p:cNvSpPr txBox="1"/>
          <p:nvPr>
            <p:ph idx="1" type="body"/>
          </p:nvPr>
        </p:nvSpPr>
        <p:spPr>
          <a:xfrm>
            <a:off x="4766733" y="273054"/>
            <a:ext cx="6815667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99554" lvl="0" marL="457200" algn="l"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4267"/>
              <a:buChar char="•"/>
              <a:defRPr sz="4267"/>
            </a:lvl1pPr>
            <a:lvl2pPr indent="-465645" lvl="1" marL="91440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Char char="–"/>
              <a:defRPr sz="3733"/>
            </a:lvl2pPr>
            <a:lvl3pPr indent="-431800" lvl="2" marL="13716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3pPr>
            <a:lvl4pPr indent="-397954" lvl="3" marL="18288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–"/>
              <a:defRPr sz="2667"/>
            </a:lvl4pPr>
            <a:lvl5pPr indent="-397954" lvl="4" marL="22860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»"/>
              <a:defRPr sz="2667"/>
            </a:lvl5pPr>
            <a:lvl6pPr indent="-397954" lvl="5" marL="27432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6pPr>
            <a:lvl7pPr indent="-397954" lvl="6" marL="32004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7pPr>
            <a:lvl8pPr indent="-397954" lvl="7" marL="36576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8pPr>
            <a:lvl9pPr indent="-397954" lvl="8" marL="411480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Char char="•"/>
              <a:defRPr sz="2667"/>
            </a:lvl9pPr>
          </a:lstStyle>
          <a:p/>
        </p:txBody>
      </p:sp>
      <p:sp>
        <p:nvSpPr>
          <p:cNvPr id="63" name="Google Shape;63;p23"/>
          <p:cNvSpPr txBox="1"/>
          <p:nvPr>
            <p:ph idx="2" type="body"/>
          </p:nvPr>
        </p:nvSpPr>
        <p:spPr>
          <a:xfrm>
            <a:off x="609603" y="1435104"/>
            <a:ext cx="4011084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7"/>
              <a:buNone/>
              <a:defRPr sz="1867"/>
            </a:lvl1pPr>
            <a:lvl2pPr indent="-2286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None/>
              <a:defRPr sz="1333"/>
            </a:lvl3pPr>
            <a:lvl4pPr indent="-2286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2286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indent="-2286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indent="-2286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indent="-2286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64" name="Google Shape;64;p23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5" name="Google Shape;65;p23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23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p24"/>
          <p:cNvSpPr txBox="1"/>
          <p:nvPr>
            <p:ph type="title"/>
          </p:nvPr>
        </p:nvSpPr>
        <p:spPr>
          <a:xfrm>
            <a:off x="2389717" y="4800601"/>
            <a:ext cx="7315200" cy="56673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67"/>
              <a:buFont typeface="Calibri"/>
              <a:buNone/>
              <a:defRPr b="1" sz="2667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9" name="Google Shape;69;p24"/>
          <p:cNvSpPr/>
          <p:nvPr>
            <p:ph idx="2" type="pic"/>
          </p:nvPr>
        </p:nvSpPr>
        <p:spPr>
          <a:xfrm>
            <a:off x="2389717" y="612775"/>
            <a:ext cx="73152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70" name="Google Shape;70;p24"/>
          <p:cNvSpPr txBox="1"/>
          <p:nvPr>
            <p:ph idx="1" type="body"/>
          </p:nvPr>
        </p:nvSpPr>
        <p:spPr>
          <a:xfrm>
            <a:off x="2389717" y="5367341"/>
            <a:ext cx="7315200" cy="8048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373"/>
              </a:spcBef>
              <a:spcAft>
                <a:spcPts val="0"/>
              </a:spcAft>
              <a:buClr>
                <a:schemeClr val="dk1"/>
              </a:buClr>
              <a:buSzPts val="1867"/>
              <a:buNone/>
              <a:defRPr sz="1867"/>
            </a:lvl1pPr>
            <a:lvl2pPr indent="-228600" lvl="1" marL="914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2pPr>
            <a:lvl3pPr indent="-228600" lvl="2" marL="1371600" algn="l">
              <a:spcBef>
                <a:spcPts val="267"/>
              </a:spcBef>
              <a:spcAft>
                <a:spcPts val="0"/>
              </a:spcAft>
              <a:buClr>
                <a:schemeClr val="dk1"/>
              </a:buClr>
              <a:buSzPts val="1333"/>
              <a:buNone/>
              <a:defRPr sz="1333"/>
            </a:lvl3pPr>
            <a:lvl4pPr indent="-228600" lvl="3" marL="1828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indent="-228600" lvl="4" marL="22860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indent="-228600" lvl="5" marL="27432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indent="-228600" lvl="6" marL="3200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indent="-228600" lvl="7" marL="36576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indent="-228600" lvl="8" marL="41148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71" name="Google Shape;71;p24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24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24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25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25"/>
          <p:cNvSpPr txBox="1"/>
          <p:nvPr>
            <p:ph idx="1" type="body"/>
          </p:nvPr>
        </p:nvSpPr>
        <p:spPr>
          <a:xfrm rot="5400000">
            <a:off x="3833019" y="-1623218"/>
            <a:ext cx="4525963" cy="10972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25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25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25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6"/>
          <p:cNvSpPr txBox="1"/>
          <p:nvPr>
            <p:ph type="title"/>
          </p:nvPr>
        </p:nvSpPr>
        <p:spPr>
          <a:xfrm rot="5400000">
            <a:off x="7285038" y="1828803"/>
            <a:ext cx="5851525" cy="2743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2" name="Google Shape;82;p26"/>
          <p:cNvSpPr txBox="1"/>
          <p:nvPr>
            <p:ph idx="1" type="body"/>
          </p:nvPr>
        </p:nvSpPr>
        <p:spPr>
          <a:xfrm rot="5400000">
            <a:off x="1697038" y="-812797"/>
            <a:ext cx="5851525" cy="802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83" name="Google Shape;83;p26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4" name="Google Shape;84;p26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85" name="Google Shape;85;p26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apositiva de título" type="title">
  <p:cSld name="TITLE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Title-R1d.png" id="94" name="Google Shape;94;p2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95" name="Google Shape;95;p28"/>
          <p:cNvSpPr txBox="1"/>
          <p:nvPr>
            <p:ph type="ctrTitle"/>
          </p:nvPr>
        </p:nvSpPr>
        <p:spPr>
          <a:xfrm>
            <a:off x="1751012" y="1300785"/>
            <a:ext cx="8689976" cy="2509213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800"/>
              <a:buFont typeface="Twentieth Century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6" name="Google Shape;96;p28"/>
          <p:cNvSpPr txBox="1"/>
          <p:nvPr>
            <p:ph idx="1" type="subTitle"/>
          </p:nvPr>
        </p:nvSpPr>
        <p:spPr>
          <a:xfrm>
            <a:off x="1751012" y="3886200"/>
            <a:ext cx="8689976" cy="13715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sz="2200">
                <a:solidFill>
                  <a:srgbClr val="7F7F7F"/>
                </a:solidFill>
              </a:defRPr>
            </a:lvl1pPr>
            <a:lvl2pPr lvl="1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4pPr>
            <a:lvl5pPr lvl="4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5pPr>
            <a:lvl6pPr lvl="5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6pPr>
            <a:lvl7pPr lvl="6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7pPr>
            <a:lvl8pPr lvl="7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8pPr>
            <a:lvl9pPr lvl="8" algn="ctr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/>
            </a:lvl9pPr>
          </a:lstStyle>
          <a:p/>
        </p:txBody>
      </p:sp>
      <p:sp>
        <p:nvSpPr>
          <p:cNvPr id="97" name="Google Shape;97;p28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8" name="Google Shape;98;p28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9" name="Google Shape;99;p28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objetos" type="obj">
  <p:cSld name="OBJECT"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01" name="Google Shape;101;p2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2" name="Google Shape;102;p29"/>
          <p:cNvSpPr txBox="1"/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3" name="Google Shape;103;p29"/>
          <p:cNvSpPr txBox="1"/>
          <p:nvPr>
            <p:ph idx="1" type="body"/>
          </p:nvPr>
        </p:nvSpPr>
        <p:spPr>
          <a:xfrm>
            <a:off x="913774" y="2367092"/>
            <a:ext cx="10363826" cy="342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04" name="Google Shape;104;p29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5" name="Google Shape;105;p29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29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cabezado de sección" type="secHead">
  <p:cSld name="SECTION_HEADER"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08" name="Google Shape;108;p3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30"/>
          <p:cNvSpPr txBox="1"/>
          <p:nvPr>
            <p:ph type="title"/>
          </p:nvPr>
        </p:nvSpPr>
        <p:spPr>
          <a:xfrm>
            <a:off x="913774" y="828563"/>
            <a:ext cx="10351752" cy="2736819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Twentieth Century"/>
              <a:buNone/>
              <a:defRPr sz="4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0" name="Google Shape;110;p30"/>
          <p:cNvSpPr txBox="1"/>
          <p:nvPr>
            <p:ph idx="1" type="body"/>
          </p:nvPr>
        </p:nvSpPr>
        <p:spPr>
          <a:xfrm>
            <a:off x="913774" y="3657457"/>
            <a:ext cx="10351752" cy="136818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7F7F7F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11" name="Google Shape;111;p30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2" name="Google Shape;112;p30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3" name="Google Shape;113;p30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os objetos" type="twoObj">
  <p:cSld name="TWO_OBJECTS"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15" name="Google Shape;115;p3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16" name="Google Shape;116;p31"/>
          <p:cNvSpPr txBox="1"/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17" name="Google Shape;117;p31"/>
          <p:cNvSpPr txBox="1"/>
          <p:nvPr>
            <p:ph idx="1" type="body"/>
          </p:nvPr>
        </p:nvSpPr>
        <p:spPr>
          <a:xfrm>
            <a:off x="913774" y="2367092"/>
            <a:ext cx="5106026" cy="342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8" name="Google Shape;118;p31"/>
          <p:cNvSpPr txBox="1"/>
          <p:nvPr>
            <p:ph idx="2" type="body"/>
          </p:nvPr>
        </p:nvSpPr>
        <p:spPr>
          <a:xfrm>
            <a:off x="6172200" y="2367092"/>
            <a:ext cx="5105400" cy="342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19" name="Google Shape;119;p31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0" name="Google Shape;120;p31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1" name="Google Shape;121;p31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ción" type="twoTxTwoObj">
  <p:cSld name="TWO_OBJECTS_WITH_TEXT"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23" name="Google Shape;123;p3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24" name="Google Shape;124;p32"/>
          <p:cNvSpPr txBox="1"/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25" name="Google Shape;125;p32"/>
          <p:cNvSpPr txBox="1"/>
          <p:nvPr>
            <p:ph idx="1" type="body"/>
          </p:nvPr>
        </p:nvSpPr>
        <p:spPr>
          <a:xfrm>
            <a:off x="1146328" y="2371018"/>
            <a:ext cx="4873474" cy="67999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600"/>
              <a:buNone/>
              <a:defRPr b="0" sz="26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26" name="Google Shape;126;p32"/>
          <p:cNvSpPr txBox="1"/>
          <p:nvPr>
            <p:ph idx="2" type="body"/>
          </p:nvPr>
        </p:nvSpPr>
        <p:spPr>
          <a:xfrm>
            <a:off x="913774" y="3051012"/>
            <a:ext cx="5106027" cy="274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27" name="Google Shape;127;p32"/>
          <p:cNvSpPr txBox="1"/>
          <p:nvPr>
            <p:ph idx="3" type="body"/>
          </p:nvPr>
        </p:nvSpPr>
        <p:spPr>
          <a:xfrm>
            <a:off x="6396423" y="2371018"/>
            <a:ext cx="4881804" cy="67999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l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600"/>
              <a:buNone/>
              <a:defRPr b="0" sz="26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28" name="Google Shape;128;p32"/>
          <p:cNvSpPr txBox="1"/>
          <p:nvPr>
            <p:ph idx="4" type="body"/>
          </p:nvPr>
        </p:nvSpPr>
        <p:spPr>
          <a:xfrm>
            <a:off x="6172200" y="3051012"/>
            <a:ext cx="5105401" cy="274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29" name="Google Shape;129;p32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0" name="Google Shape;130;p32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1" name="Google Shape;131;p32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lo el título" type="titleOnly">
  <p:cSld name="TITLE_ONLY"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33" name="Google Shape;133;p3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34" name="Google Shape;134;p33"/>
          <p:cNvSpPr txBox="1"/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5" name="Google Shape;135;p33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6" name="Google Shape;136;p33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7" name="Google Shape;137;p33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n blanco" type="blank">
  <p:cSld name="BLANK"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39" name="Google Shape;139;p3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0" name="Google Shape;140;p34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1" name="Google Shape;141;p34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2" name="Google Shape;142;p34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ido con título" type="objTx">
  <p:cSld name="OBJECT_WITH_CAPTION_TEXT"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44" name="Google Shape;144;p3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45" name="Google Shape;145;p35"/>
          <p:cNvSpPr txBox="1"/>
          <p:nvPr>
            <p:ph type="title"/>
          </p:nvPr>
        </p:nvSpPr>
        <p:spPr>
          <a:xfrm>
            <a:off x="913775" y="609600"/>
            <a:ext cx="3935688" cy="202325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wentieth Centur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6" name="Google Shape;146;p35"/>
          <p:cNvSpPr txBox="1"/>
          <p:nvPr>
            <p:ph idx="1" type="body"/>
          </p:nvPr>
        </p:nvSpPr>
        <p:spPr>
          <a:xfrm>
            <a:off x="5078062" y="609600"/>
            <a:ext cx="6200163" cy="518159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147" name="Google Shape;147;p35"/>
          <p:cNvSpPr txBox="1"/>
          <p:nvPr>
            <p:ph idx="2" type="body"/>
          </p:nvPr>
        </p:nvSpPr>
        <p:spPr>
          <a:xfrm>
            <a:off x="913774" y="2632852"/>
            <a:ext cx="3935689" cy="315834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48" name="Google Shape;148;p35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9" name="Google Shape;149;p35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0" name="Google Shape;150;p35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con título" type="picTx">
  <p:cSld name="PICTURE_WITH_CAPTION_TEXT"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52" name="Google Shape;152;p3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53" name="Google Shape;153;p36"/>
          <p:cNvSpPr txBox="1"/>
          <p:nvPr>
            <p:ph type="title"/>
          </p:nvPr>
        </p:nvSpPr>
        <p:spPr>
          <a:xfrm>
            <a:off x="913774" y="609600"/>
            <a:ext cx="5934969" cy="2023254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wentieth Centur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4" name="Google Shape;154;p36"/>
          <p:cNvSpPr/>
          <p:nvPr>
            <p:ph idx="2" type="pic"/>
          </p:nvPr>
        </p:nvSpPr>
        <p:spPr>
          <a:xfrm>
            <a:off x="7424803" y="609601"/>
            <a:ext cx="3255358" cy="5181600"/>
          </a:xfrm>
          <a:prstGeom prst="roundRect">
            <a:avLst>
              <a:gd fmla="val 4943" name="adj"/>
            </a:avLst>
          </a:prstGeom>
          <a:noFill/>
          <a:ln cap="sq" cmpd="sng" w="82550">
            <a:solidFill>
              <a:srgbClr val="EAEAEA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55" name="Google Shape;155;p36"/>
          <p:cNvSpPr txBox="1"/>
          <p:nvPr>
            <p:ph idx="1" type="body"/>
          </p:nvPr>
        </p:nvSpPr>
        <p:spPr>
          <a:xfrm>
            <a:off x="913794" y="2632852"/>
            <a:ext cx="5934949" cy="31583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56" name="Google Shape;156;p36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7" name="Google Shape;157;p36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36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n panorámica con descripción">
  <p:cSld name="Imagen panorámica con descripción">
    <p:spTree>
      <p:nvGrpSpPr>
        <p:cNvPr id="159" name="Shape 1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60" name="Google Shape;160;p3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1" name="Google Shape;161;p37"/>
          <p:cNvSpPr txBox="1"/>
          <p:nvPr>
            <p:ph type="title"/>
          </p:nvPr>
        </p:nvSpPr>
        <p:spPr>
          <a:xfrm>
            <a:off x="913794" y="4289374"/>
            <a:ext cx="10364432" cy="81161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wentieth Centur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2" name="Google Shape;162;p37"/>
          <p:cNvSpPr/>
          <p:nvPr>
            <p:ph idx="2" type="pic"/>
          </p:nvPr>
        </p:nvSpPr>
        <p:spPr>
          <a:xfrm>
            <a:off x="1184744" y="698261"/>
            <a:ext cx="9822532" cy="3214136"/>
          </a:xfrm>
          <a:prstGeom prst="roundRect">
            <a:avLst>
              <a:gd fmla="val 4944" name="adj"/>
            </a:avLst>
          </a:prstGeom>
          <a:noFill/>
          <a:ln cap="sq" cmpd="sng" w="82550">
            <a:solidFill>
              <a:srgbClr val="EAEAEA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163" name="Google Shape;163;p37"/>
          <p:cNvSpPr txBox="1"/>
          <p:nvPr>
            <p:ph idx="1" type="body"/>
          </p:nvPr>
        </p:nvSpPr>
        <p:spPr>
          <a:xfrm>
            <a:off x="913774" y="5108728"/>
            <a:ext cx="10364452" cy="68247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64" name="Google Shape;164;p37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5" name="Google Shape;165;p37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6" name="Google Shape;166;p37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descripción">
  <p:cSld name="Título y descripción"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68" name="Google Shape;168;p38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69" name="Google Shape;169;p38"/>
          <p:cNvSpPr txBox="1"/>
          <p:nvPr>
            <p:ph type="title"/>
          </p:nvPr>
        </p:nvSpPr>
        <p:spPr>
          <a:xfrm>
            <a:off x="913774" y="609599"/>
            <a:ext cx="10364452" cy="342724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wentieth Centur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0" name="Google Shape;170;p38"/>
          <p:cNvSpPr txBox="1"/>
          <p:nvPr>
            <p:ph idx="1" type="body"/>
          </p:nvPr>
        </p:nvSpPr>
        <p:spPr>
          <a:xfrm>
            <a:off x="913775" y="4204821"/>
            <a:ext cx="10364452" cy="158638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71" name="Google Shape;171;p38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2" name="Google Shape;172;p38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" name="Google Shape;173;p38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ita con descripción">
  <p:cSld name="Cita con descripción">
    <p:spTree>
      <p:nvGrpSpPr>
        <p:cNvPr id="174" name="Shape 1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75" name="Google Shape;175;p39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76" name="Google Shape;176;p39"/>
          <p:cNvSpPr txBox="1"/>
          <p:nvPr>
            <p:ph type="title"/>
          </p:nvPr>
        </p:nvSpPr>
        <p:spPr>
          <a:xfrm>
            <a:off x="1446212" y="609600"/>
            <a:ext cx="9302752" cy="299290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wentieth Centur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7" name="Google Shape;177;p39"/>
          <p:cNvSpPr txBox="1"/>
          <p:nvPr>
            <p:ph idx="1" type="body"/>
          </p:nvPr>
        </p:nvSpPr>
        <p:spPr>
          <a:xfrm>
            <a:off x="1720644" y="3610032"/>
            <a:ext cx="8752299" cy="5947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78" name="Google Shape;178;p39"/>
          <p:cNvSpPr txBox="1"/>
          <p:nvPr>
            <p:ph idx="2" type="body"/>
          </p:nvPr>
        </p:nvSpPr>
        <p:spPr>
          <a:xfrm>
            <a:off x="913774" y="4372796"/>
            <a:ext cx="10364452" cy="142105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79" name="Google Shape;179;p39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0" name="Google Shape;180;p39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1" name="Google Shape;181;p39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  <p:sp>
        <p:nvSpPr>
          <p:cNvPr id="182" name="Google Shape;182;p39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Twentieth Century"/>
              <a:buNone/>
            </a:pPr>
            <a:r>
              <a:rPr b="0" i="0" lang="es-VE" sz="8000" u="none" cap="none" strike="noStrike">
                <a:solidFill>
                  <a:srgbClr val="00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“</a:t>
            </a:r>
            <a:endParaRPr/>
          </a:p>
        </p:txBody>
      </p:sp>
      <p:sp>
        <p:nvSpPr>
          <p:cNvPr id="183" name="Google Shape;183;p39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0"/>
              <a:buFont typeface="Twentieth Century"/>
              <a:buNone/>
            </a:pPr>
            <a:r>
              <a:rPr b="0" i="0" lang="es-VE" sz="8000" u="none" cap="none" strike="noStrike">
                <a:solidFill>
                  <a:srgbClr val="000000"/>
                </a:solidFill>
                <a:latin typeface="Twentieth Century"/>
                <a:ea typeface="Twentieth Century"/>
                <a:cs typeface="Twentieth Century"/>
                <a:sym typeface="Twentieth Century"/>
              </a:rPr>
              <a:t>”</a:t>
            </a:r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rjeta de nombre">
  <p:cSld name="Tarjeta de nombre"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85" name="Google Shape;185;p40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6" name="Google Shape;186;p40"/>
          <p:cNvSpPr txBox="1"/>
          <p:nvPr>
            <p:ph type="title"/>
          </p:nvPr>
        </p:nvSpPr>
        <p:spPr>
          <a:xfrm>
            <a:off x="913775" y="2138721"/>
            <a:ext cx="10364452" cy="2511835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Twentieth Century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7" name="Google Shape;187;p40"/>
          <p:cNvSpPr txBox="1"/>
          <p:nvPr>
            <p:ph idx="1" type="body"/>
          </p:nvPr>
        </p:nvSpPr>
        <p:spPr>
          <a:xfrm>
            <a:off x="913775" y="4662335"/>
            <a:ext cx="10364452" cy="114064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600"/>
              <a:buNone/>
              <a:defRPr sz="16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400"/>
              <a:buNone/>
              <a:defRPr sz="14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9pPr>
          </a:lstStyle>
          <a:p/>
        </p:txBody>
      </p:sp>
      <p:sp>
        <p:nvSpPr>
          <p:cNvPr id="188" name="Google Shape;188;p40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9" name="Google Shape;189;p40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0" name="Google Shape;190;p40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umna 3">
  <p:cSld name="Columna 3"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192" name="Google Shape;192;p41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93" name="Google Shape;193;p41"/>
          <p:cNvSpPr txBox="1"/>
          <p:nvPr>
            <p:ph type="title"/>
          </p:nvPr>
        </p:nvSpPr>
        <p:spPr>
          <a:xfrm>
            <a:off x="913774" y="609600"/>
            <a:ext cx="10364452" cy="1605094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4" name="Google Shape;194;p41"/>
          <p:cNvSpPr txBox="1"/>
          <p:nvPr>
            <p:ph idx="1" type="body"/>
          </p:nvPr>
        </p:nvSpPr>
        <p:spPr>
          <a:xfrm>
            <a:off x="913774" y="2367093"/>
            <a:ext cx="3298976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b="0"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95" name="Google Shape;195;p41"/>
          <p:cNvSpPr txBox="1"/>
          <p:nvPr>
            <p:ph idx="2" type="body"/>
          </p:nvPr>
        </p:nvSpPr>
        <p:spPr>
          <a:xfrm>
            <a:off x="913774" y="2943355"/>
            <a:ext cx="3298976" cy="2847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96" name="Google Shape;196;p41"/>
          <p:cNvSpPr txBox="1"/>
          <p:nvPr>
            <p:ph idx="3" type="body"/>
          </p:nvPr>
        </p:nvSpPr>
        <p:spPr>
          <a:xfrm>
            <a:off x="4452389" y="2367093"/>
            <a:ext cx="3291521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b="0"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97" name="Google Shape;197;p41"/>
          <p:cNvSpPr txBox="1"/>
          <p:nvPr>
            <p:ph idx="4" type="body"/>
          </p:nvPr>
        </p:nvSpPr>
        <p:spPr>
          <a:xfrm>
            <a:off x="4441348" y="2943355"/>
            <a:ext cx="3303351" cy="2847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198" name="Google Shape;198;p41"/>
          <p:cNvSpPr txBox="1"/>
          <p:nvPr>
            <p:ph idx="5" type="body"/>
          </p:nvPr>
        </p:nvSpPr>
        <p:spPr>
          <a:xfrm>
            <a:off x="7973298" y="2367093"/>
            <a:ext cx="3304928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400"/>
              <a:buNone/>
              <a:defRPr b="0" sz="24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199" name="Google Shape;199;p41"/>
          <p:cNvSpPr txBox="1"/>
          <p:nvPr>
            <p:ph idx="6" type="body"/>
          </p:nvPr>
        </p:nvSpPr>
        <p:spPr>
          <a:xfrm>
            <a:off x="7973298" y="2943355"/>
            <a:ext cx="3304928" cy="284784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200" name="Google Shape;200;p41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1" name="Google Shape;201;p41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2" name="Google Shape;202;p41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lumna de imagen 3">
  <p:cSld name="Columna de imagen 3"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204" name="Google Shape;204;p42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05" name="Google Shape;205;p42"/>
          <p:cNvSpPr txBox="1"/>
          <p:nvPr>
            <p:ph type="title"/>
          </p:nvPr>
        </p:nvSpPr>
        <p:spPr>
          <a:xfrm>
            <a:off x="913774" y="610772"/>
            <a:ext cx="10364452" cy="1603922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6" name="Google Shape;206;p42"/>
          <p:cNvSpPr txBox="1"/>
          <p:nvPr>
            <p:ph idx="1" type="body"/>
          </p:nvPr>
        </p:nvSpPr>
        <p:spPr>
          <a:xfrm>
            <a:off x="913774" y="4204820"/>
            <a:ext cx="3296409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b="0" sz="22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207" name="Google Shape;207;p42"/>
          <p:cNvSpPr/>
          <p:nvPr>
            <p:ph idx="2" type="pic"/>
          </p:nvPr>
        </p:nvSpPr>
        <p:spPr>
          <a:xfrm>
            <a:off x="913774" y="2367093"/>
            <a:ext cx="3296409" cy="1524000"/>
          </a:xfrm>
          <a:prstGeom prst="roundRect">
            <a:avLst>
              <a:gd fmla="val 9363" name="adj"/>
            </a:avLst>
          </a:prstGeom>
          <a:noFill/>
          <a:ln cap="sq" cmpd="sng" w="82550">
            <a:solidFill>
              <a:srgbClr val="EAEAEA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08" name="Google Shape;208;p42"/>
          <p:cNvSpPr txBox="1"/>
          <p:nvPr>
            <p:ph idx="3" type="body"/>
          </p:nvPr>
        </p:nvSpPr>
        <p:spPr>
          <a:xfrm>
            <a:off x="913774" y="4781082"/>
            <a:ext cx="3296409" cy="101011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209" name="Google Shape;209;p42"/>
          <p:cNvSpPr txBox="1"/>
          <p:nvPr>
            <p:ph idx="4" type="body"/>
          </p:nvPr>
        </p:nvSpPr>
        <p:spPr>
          <a:xfrm>
            <a:off x="4442759" y="4204820"/>
            <a:ext cx="3301828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b="0" sz="22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210" name="Google Shape;210;p42"/>
          <p:cNvSpPr/>
          <p:nvPr>
            <p:ph idx="5" type="pic"/>
          </p:nvPr>
        </p:nvSpPr>
        <p:spPr>
          <a:xfrm>
            <a:off x="4441348" y="2367093"/>
            <a:ext cx="3303352" cy="1524000"/>
          </a:xfrm>
          <a:prstGeom prst="roundRect">
            <a:avLst>
              <a:gd fmla="val 8841" name="adj"/>
            </a:avLst>
          </a:prstGeom>
          <a:noFill/>
          <a:ln cap="sq" cmpd="sng" w="82550">
            <a:solidFill>
              <a:srgbClr val="EAEAEA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11" name="Google Shape;211;p42"/>
          <p:cNvSpPr txBox="1"/>
          <p:nvPr>
            <p:ph idx="6" type="body"/>
          </p:nvPr>
        </p:nvSpPr>
        <p:spPr>
          <a:xfrm>
            <a:off x="4441348" y="4781080"/>
            <a:ext cx="3303352" cy="101011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212" name="Google Shape;212;p42"/>
          <p:cNvSpPr txBox="1"/>
          <p:nvPr>
            <p:ph idx="7" type="body"/>
          </p:nvPr>
        </p:nvSpPr>
        <p:spPr>
          <a:xfrm>
            <a:off x="7973298" y="4204820"/>
            <a:ext cx="3300681" cy="5762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Autofit/>
          </a:bodyPr>
          <a:lstStyle>
            <a:lvl1pPr indent="-228600" lvl="0" marL="457200" algn="ctr">
              <a:lnSpc>
                <a:spcPct val="85000"/>
              </a:lnSpc>
              <a:spcBef>
                <a:spcPts val="1000"/>
              </a:spcBef>
              <a:spcAft>
                <a:spcPts val="0"/>
              </a:spcAft>
              <a:buSzPts val="2200"/>
              <a:buNone/>
              <a:defRPr b="0" sz="2200">
                <a:solidFill>
                  <a:schemeClr val="dk1"/>
                </a:solidFill>
              </a:defRPr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2000"/>
              <a:buNone/>
              <a:defRPr b="1" sz="20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None/>
              <a:defRPr b="1" sz="18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600"/>
              <a:buNone/>
              <a:defRPr b="1" sz="1600"/>
            </a:lvl9pPr>
          </a:lstStyle>
          <a:p/>
        </p:txBody>
      </p:sp>
      <p:sp>
        <p:nvSpPr>
          <p:cNvPr id="213" name="Google Shape;213;p42"/>
          <p:cNvSpPr/>
          <p:nvPr>
            <p:ph idx="8" type="pic"/>
          </p:nvPr>
        </p:nvSpPr>
        <p:spPr>
          <a:xfrm>
            <a:off x="7973298" y="2367093"/>
            <a:ext cx="3304928" cy="1524000"/>
          </a:xfrm>
          <a:prstGeom prst="roundRect">
            <a:avLst>
              <a:gd fmla="val 8841" name="adj"/>
            </a:avLst>
          </a:prstGeom>
          <a:noFill/>
          <a:ln cap="sq" cmpd="sng" w="82550">
            <a:solidFill>
              <a:srgbClr val="EAEAEA"/>
            </a:solidFill>
            <a:prstDash val="solid"/>
            <a:miter lim="800000"/>
            <a:headEnd len="sm" w="sm" type="none"/>
            <a:tailEnd len="sm" w="sm" type="none"/>
          </a:ln>
        </p:spPr>
      </p:sp>
      <p:sp>
        <p:nvSpPr>
          <p:cNvPr id="214" name="Google Shape;214;p42"/>
          <p:cNvSpPr txBox="1"/>
          <p:nvPr>
            <p:ph idx="9" type="body"/>
          </p:nvPr>
        </p:nvSpPr>
        <p:spPr>
          <a:xfrm>
            <a:off x="7973173" y="4781078"/>
            <a:ext cx="3305053" cy="101012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ctr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400"/>
              <a:buNone/>
              <a:defRPr sz="1400"/>
            </a:lvl1pPr>
            <a:lvl2pPr indent="-2286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200"/>
              <a:buNone/>
              <a:defRPr sz="1200"/>
            </a:lvl2pPr>
            <a:lvl3pPr indent="-2286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000"/>
              <a:buNone/>
              <a:defRPr sz="1000"/>
            </a:lvl3pPr>
            <a:lvl4pPr indent="-2286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4pPr>
            <a:lvl5pPr indent="-2286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5pPr>
            <a:lvl6pPr indent="-2286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6pPr>
            <a:lvl7pPr indent="-2286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7pPr>
            <a:lvl8pPr indent="-2286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8pPr>
            <a:lvl9pPr indent="-2286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900"/>
              <a:buNone/>
              <a:defRPr sz="900"/>
            </a:lvl9pPr>
          </a:lstStyle>
          <a:p/>
        </p:txBody>
      </p:sp>
      <p:sp>
        <p:nvSpPr>
          <p:cNvPr id="215" name="Google Shape;215;p42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6" name="Google Shape;216;p42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7" name="Google Shape;217;p42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y texto vertical" type="vertTx">
  <p:cSld name="VERTICAL_TEXT"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219" name="Google Shape;219;p43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0" name="Google Shape;220;p43"/>
          <p:cNvSpPr txBox="1"/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1" name="Google Shape;221;p43"/>
          <p:cNvSpPr txBox="1"/>
          <p:nvPr>
            <p:ph idx="1" type="body"/>
          </p:nvPr>
        </p:nvSpPr>
        <p:spPr>
          <a:xfrm rot="5400000">
            <a:off x="4383948" y="-1103080"/>
            <a:ext cx="3424107" cy="1036445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222" name="Google Shape;222;p43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3" name="Google Shape;223;p43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4" name="Google Shape;224;p43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vertical y texto" type="vertTitleAndTx">
  <p:cSld name="VERTICAL_TITLE_AND_VERTICAL_TEXT"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roplets-HD-Content-R1d.png" id="226" name="Google Shape;226;p44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44"/>
          <p:cNvSpPr txBox="1"/>
          <p:nvPr>
            <p:ph type="title"/>
          </p:nvPr>
        </p:nvSpPr>
        <p:spPr>
          <a:xfrm rot="5400000">
            <a:off x="7410763" y="1923738"/>
            <a:ext cx="5181599" cy="255332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wentieth Centur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8" name="Google Shape;228;p44"/>
          <p:cNvSpPr txBox="1"/>
          <p:nvPr>
            <p:ph idx="1" type="body"/>
          </p:nvPr>
        </p:nvSpPr>
        <p:spPr>
          <a:xfrm rot="5400000">
            <a:off x="2152338" y="-628962"/>
            <a:ext cx="5181599" cy="7658724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SzPts val="1800"/>
              <a:buChar char="•"/>
              <a:defRPr/>
            </a:lvl1pPr>
            <a:lvl2pPr indent="-342900" lvl="1" marL="914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2pPr>
            <a:lvl3pPr indent="-342900" lvl="2" marL="1371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3pPr>
            <a:lvl4pPr indent="-342900" lvl="3" marL="1828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4pPr>
            <a:lvl5pPr indent="-342900" lvl="4" marL="22860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5pPr>
            <a:lvl6pPr indent="-342900" lvl="5" marL="27432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6pPr>
            <a:lvl7pPr indent="-342900" lvl="6" marL="32004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7pPr>
            <a:lvl8pPr indent="-342900" lvl="7" marL="36576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8pPr>
            <a:lvl9pPr indent="-342900" lvl="8" marL="411480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SzPts val="1800"/>
              <a:buChar char="•"/>
              <a:defRPr/>
            </a:lvl9pPr>
          </a:lstStyle>
          <a:p/>
        </p:txBody>
      </p:sp>
      <p:sp>
        <p:nvSpPr>
          <p:cNvPr id="229" name="Google Shape;229;p44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0" name="Google Shape;230;p44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1" name="Google Shape;231;p44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1pPr>
            <a:lvl2pPr indent="0" lvl="1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2pPr>
            <a:lvl3pPr indent="0" lvl="2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3pPr>
            <a:lvl4pPr indent="0" lvl="3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4pPr>
            <a:lvl5pPr indent="0" lvl="4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5pPr>
            <a:lvl6pPr indent="0" lvl="5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6pPr>
            <a:lvl7pPr indent="0" lvl="6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7pPr>
            <a:lvl8pPr indent="0" lvl="7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8pPr>
            <a:lvl9pPr indent="0" lvl="8" marL="0" algn="r">
              <a:spcBef>
                <a:spcPts val="0"/>
              </a:spcBef>
              <a:buNone/>
              <a:defRPr>
                <a:solidFill>
                  <a:srgbClr val="000000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9.xml"/><Relationship Id="rId13" Type="http://schemas.openxmlformats.org/officeDocument/2006/relationships/slideLayout" Target="../slideLayouts/slideLayout12.xml"/><Relationship Id="rId12" Type="http://schemas.openxmlformats.org/officeDocument/2006/relationships/slideLayout" Target="../slideLayouts/slideLayout11.xml"/><Relationship Id="rId1" Type="http://schemas.openxmlformats.org/officeDocument/2006/relationships/image" Target="../media/image4.jpg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9" Type="http://schemas.openxmlformats.org/officeDocument/2006/relationships/slideLayout" Target="../slideLayouts/slideLayout8.xml"/><Relationship Id="rId14" Type="http://schemas.openxmlformats.org/officeDocument/2006/relationships/theme" Target="../theme/theme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" Type="http://schemas.openxmlformats.org/officeDocument/2006/relationships/image" Target="../media/image2.png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5" Type="http://schemas.openxmlformats.org/officeDocument/2006/relationships/slideLayout" Target="../slideLayouts/slideLayout16.xml"/><Relationship Id="rId19" Type="http://schemas.openxmlformats.org/officeDocument/2006/relationships/theme" Target="../theme/theme1.xml"/><Relationship Id="rId6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29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blipFill>
          <a:blip r:embed="rId1">
            <a:alphaModFix/>
          </a:blip>
          <a:stretch>
            <a:fillRect/>
          </a:stretch>
        </a:blip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4"/>
          <p:cNvSpPr txBox="1"/>
          <p:nvPr>
            <p:ph type="title"/>
          </p:nvPr>
        </p:nvSpPr>
        <p:spPr>
          <a:xfrm>
            <a:off x="609600" y="274639"/>
            <a:ext cx="109728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867"/>
              <a:buFont typeface="Calibri"/>
              <a:buNone/>
              <a:defRPr b="0" i="0" sz="58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4"/>
          <p:cNvSpPr txBox="1"/>
          <p:nvPr>
            <p:ph idx="1" type="body"/>
          </p:nvPr>
        </p:nvSpPr>
        <p:spPr>
          <a:xfrm>
            <a:off x="609600" y="1600201"/>
            <a:ext cx="109728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99554" lvl="0" marL="457200" marR="0" rtl="0" algn="l"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4267"/>
              <a:buFont typeface="Arial"/>
              <a:buChar char="•"/>
              <a:defRPr b="0" i="0" sz="42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65645" lvl="1" marL="914400" marR="0" rtl="0" algn="l">
              <a:spcBef>
                <a:spcPts val="747"/>
              </a:spcBef>
              <a:spcAft>
                <a:spcPts val="0"/>
              </a:spcAft>
              <a:buClr>
                <a:schemeClr val="dk1"/>
              </a:buClr>
              <a:buSzPts val="3733"/>
              <a:buFont typeface="Arial"/>
              <a:buChar char="–"/>
              <a:defRPr b="0" i="0" sz="3733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431800" lvl="2" marL="13716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97954" lvl="3" marL="18288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–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97954" lvl="4" marL="22860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»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97954" lvl="5" marL="27432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97954" lvl="6" marL="32004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97954" lvl="7" marL="36576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97954" lvl="8" marL="4114800" marR="0" rtl="0" algn="l">
              <a:spcBef>
                <a:spcPts val="533"/>
              </a:spcBef>
              <a:spcAft>
                <a:spcPts val="0"/>
              </a:spcAft>
              <a:buClr>
                <a:schemeClr val="dk1"/>
              </a:buClr>
              <a:buSzPts val="2667"/>
              <a:buFont typeface="Arial"/>
              <a:buChar char="•"/>
              <a:defRPr b="0" i="0" sz="2667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4"/>
          <p:cNvSpPr txBox="1"/>
          <p:nvPr>
            <p:ph idx="10" type="dt"/>
          </p:nvPr>
        </p:nvSpPr>
        <p:spPr>
          <a:xfrm>
            <a:off x="609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4"/>
          <p:cNvSpPr txBox="1"/>
          <p:nvPr>
            <p:ph idx="11" type="ftr"/>
          </p:nvPr>
        </p:nvSpPr>
        <p:spPr>
          <a:xfrm>
            <a:off x="4165600" y="6356352"/>
            <a:ext cx="3860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4"/>
          <p:cNvSpPr txBox="1"/>
          <p:nvPr>
            <p:ph idx="12" type="sldNum"/>
          </p:nvPr>
        </p:nvSpPr>
        <p:spPr>
          <a:xfrm>
            <a:off x="8737600" y="6356352"/>
            <a:ext cx="284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6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chemeClr val="lt1"/>
            </a:gs>
            <a:gs pos="100000">
              <a:srgbClr val="B7B7B7"/>
            </a:gs>
          </a:gsLst>
          <a:lin ang="5400000" scaled="0"/>
        </a:gradFill>
      </p:bgPr>
    </p:bg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\\DROBO-FS\QuickDrops\JB\PPTX NG\Droplets\LightingOverlay.png" id="87" name="Google Shape;87;p27"/>
          <p:cNvPicPr preferRelativeResize="0"/>
          <p:nvPr/>
        </p:nvPicPr>
        <p:blipFill rotWithShape="1">
          <a:blip r:embed="rId1">
            <a:alphaModFix/>
          </a:blip>
          <a:srcRect b="0" l="0" r="0" t="0"/>
          <a:stretch/>
        </p:blipFill>
        <p:spPr>
          <a:xfrm>
            <a:off x="0" y="-1"/>
            <a:ext cx="12192003" cy="6858001"/>
          </a:xfrm>
          <a:prstGeom prst="rect">
            <a:avLst/>
          </a:prstGeom>
          <a:noFill/>
          <a:ln>
            <a:noFill/>
          </a:ln>
        </p:spPr>
      </p:pic>
      <p:sp>
        <p:nvSpPr>
          <p:cNvPr id="88" name="Google Shape;88;p27"/>
          <p:cNvSpPr txBox="1"/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Twentieth Century"/>
              <a:buNone/>
              <a:defRPr b="0" i="0" sz="36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89" name="Google Shape;89;p27"/>
          <p:cNvSpPr txBox="1"/>
          <p:nvPr>
            <p:ph idx="1" type="body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55600" lvl="0" marL="457200" marR="0" rtl="0" algn="l">
              <a:lnSpc>
                <a:spcPct val="12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-342900" lvl="1" marL="914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-330200" lvl="2" marL="1371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Arial"/>
              <a:buChar char="•"/>
              <a:defRPr b="0" i="0" sz="16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-317500" lvl="3" marL="1828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-317500" lvl="4" marL="22860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-317500" lvl="5" marL="27432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-317500" lvl="6" marL="32004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-317500" lvl="7" marL="36576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-317500" lvl="8" marL="4114800" marR="0" rtl="0" algn="l">
              <a:lnSpc>
                <a:spcPct val="12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Char char="•"/>
              <a:defRPr b="0" i="0" sz="14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90" name="Google Shape;90;p27"/>
          <p:cNvSpPr txBox="1"/>
          <p:nvPr>
            <p:ph idx="10" type="dt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91" name="Google Shape;91;p27"/>
          <p:cNvSpPr txBox="1"/>
          <p:nvPr>
            <p:ph idx="11" type="ftr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0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/>
        </p:txBody>
      </p:sp>
      <p:sp>
        <p:nvSpPr>
          <p:cNvPr id="92" name="Google Shape;92;p27"/>
          <p:cNvSpPr txBox="1"/>
          <p:nvPr>
            <p:ph idx="12" type="sldNum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000000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000000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000000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000000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000000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000000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000000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000000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000" u="none" cap="none" strike="noStrike">
                <a:solidFill>
                  <a:srgbClr val="000000"/>
                </a:solidFill>
                <a:latin typeface="Twentieth Century"/>
                <a:ea typeface="Twentieth Century"/>
                <a:cs typeface="Twentieth Century"/>
                <a:sym typeface="Twentieth Century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-VE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  <p:sldLayoutId id="2147483678" r:id="rId18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"/>
          <p:cNvSpPr txBox="1"/>
          <p:nvPr>
            <p:ph idx="1" type="subTitle"/>
          </p:nvPr>
        </p:nvSpPr>
        <p:spPr>
          <a:xfrm>
            <a:off x="967948" y="446323"/>
            <a:ext cx="10010589" cy="55894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6400"/>
              <a:buNone/>
            </a:pPr>
            <a:r>
              <a:rPr b="1" lang="es-VE" sz="6400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DIOS DEL UNIVERSO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888888"/>
              </a:buClr>
              <a:buSzPts val="4267"/>
              <a:buNone/>
            </a:pPr>
            <a:r>
              <a:t/>
            </a:r>
            <a:endParaRPr b="1">
              <a:solidFill>
                <a:srgbClr val="FF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None/>
            </a:pPr>
            <a:r>
              <a:rPr lang="es-VE" sz="6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Desde el fin de la tierra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None/>
            </a:pPr>
            <a:r>
              <a:rPr lang="es-VE" sz="6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Lo profundo del mar, desde los altos cielos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None/>
            </a:pPr>
            <a:r>
              <a:rPr lang="es-VE" sz="6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Te alabamos Señor.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2"/>
          <p:cNvSpPr txBox="1"/>
          <p:nvPr>
            <p:ph idx="1" type="body"/>
          </p:nvPr>
        </p:nvSpPr>
        <p:spPr>
          <a:xfrm>
            <a:off x="1031436" y="707093"/>
            <a:ext cx="10363827" cy="54998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None/>
            </a:pPr>
            <a:r>
              <a:rPr lang="es-VE" sz="7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Desde mi corazón,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None/>
            </a:pPr>
            <a:r>
              <a:rPr lang="es-VE" sz="7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con toda mi razón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None/>
            </a:pPr>
            <a:r>
              <a:rPr lang="es-VE" sz="7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hoy elevo a tu trono alabanza a tu nombre.</a:t>
            </a:r>
            <a:endParaRPr sz="36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p3"/>
          <p:cNvSpPr txBox="1"/>
          <p:nvPr>
            <p:ph idx="1" type="body"/>
          </p:nvPr>
        </p:nvSpPr>
        <p:spPr>
          <a:xfrm>
            <a:off x="650474" y="196614"/>
            <a:ext cx="10891053" cy="66428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800"/>
              <a:buNone/>
            </a:pPr>
            <a:r>
              <a:rPr lang="es-VE" sz="4800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CORO: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None/>
            </a:pPr>
            <a:r>
              <a:rPr b="1" lang="es-VE" sz="7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Eres Dios del universo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None/>
            </a:pPr>
            <a:r>
              <a:rPr b="1" lang="es-VE" sz="7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Digno de toda gloria,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None/>
            </a:pPr>
            <a:r>
              <a:rPr b="1" lang="es-VE" sz="7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Dios, mi Dios</a:t>
            </a:r>
            <a:r>
              <a:rPr b="1" lang="es-VE" sz="5467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,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0" name="Shape 2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1" name="Google Shape;251;p4"/>
          <p:cNvSpPr txBox="1"/>
          <p:nvPr>
            <p:ph idx="1" type="body"/>
          </p:nvPr>
        </p:nvSpPr>
        <p:spPr>
          <a:xfrm>
            <a:off x="1009024" y="545727"/>
            <a:ext cx="10363827" cy="58494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33"/>
              <a:buNone/>
            </a:pPr>
            <a:r>
              <a:rPr b="1" lang="es-VE" sz="6533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Exaltado en las naciones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33"/>
              <a:buNone/>
            </a:pPr>
            <a:r>
              <a:rPr b="1" lang="es-VE" sz="6533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Supremo Señor de señores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33"/>
              <a:buNone/>
            </a:pPr>
            <a:r>
              <a:rPr b="1" lang="es-VE" sz="6533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Dios, mi Dios,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33"/>
              <a:buNone/>
            </a:pPr>
            <a:r>
              <a:rPr b="1" lang="es-VE" sz="6533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te alabamos</a:t>
            </a:r>
            <a:endParaRPr b="1" sz="52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-186212" lvl="0" marL="457167" rtl="0" algn="l"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4267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5"/>
          <p:cNvSpPr txBox="1"/>
          <p:nvPr>
            <p:ph idx="1" type="body"/>
          </p:nvPr>
        </p:nvSpPr>
        <p:spPr>
          <a:xfrm>
            <a:off x="650474" y="196614"/>
            <a:ext cx="10891053" cy="66428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800"/>
              <a:buNone/>
            </a:pPr>
            <a:r>
              <a:rPr lang="es-VE" sz="4800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CORO: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None/>
            </a:pPr>
            <a:r>
              <a:rPr b="1" lang="es-VE" sz="7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Eres Dios del universo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None/>
            </a:pPr>
            <a:r>
              <a:rPr b="1" lang="es-VE" sz="7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Digno de toda gloria,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None/>
            </a:pPr>
            <a:r>
              <a:rPr b="1" lang="es-VE" sz="7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Dios, mi Dios</a:t>
            </a:r>
            <a:r>
              <a:rPr b="1" lang="es-VE" sz="5467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,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6"/>
          <p:cNvSpPr txBox="1"/>
          <p:nvPr>
            <p:ph idx="1" type="body"/>
          </p:nvPr>
        </p:nvSpPr>
        <p:spPr>
          <a:xfrm>
            <a:off x="1009024" y="545727"/>
            <a:ext cx="10363827" cy="58494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33"/>
              <a:buNone/>
            </a:pPr>
            <a:r>
              <a:rPr b="1" lang="es-VE" sz="6533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Exaltado en las naciones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33"/>
              <a:buNone/>
            </a:pPr>
            <a:r>
              <a:rPr b="1" lang="es-VE" sz="6533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Supremo Señor de señores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33"/>
              <a:buNone/>
            </a:pPr>
            <a:r>
              <a:rPr b="1" lang="es-VE" sz="6533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Dios, mi Dios,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33"/>
              <a:buNone/>
            </a:pPr>
            <a:r>
              <a:rPr b="1" lang="es-VE" sz="6533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te alabamos</a:t>
            </a:r>
            <a:endParaRPr b="1" sz="52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-186212" lvl="0" marL="457167" rtl="0" algn="l"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4267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p7"/>
          <p:cNvSpPr txBox="1"/>
          <p:nvPr>
            <p:ph type="ctrTitle"/>
          </p:nvPr>
        </p:nvSpPr>
        <p:spPr>
          <a:xfrm>
            <a:off x="1791682" y="194538"/>
            <a:ext cx="8690100" cy="95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5467"/>
              <a:buFont typeface="Arial Black"/>
              <a:buNone/>
            </a:pPr>
            <a:r>
              <a:rPr b="1" lang="es-VE" sz="5467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Dios del universo</a:t>
            </a:r>
            <a:endParaRPr/>
          </a:p>
        </p:txBody>
      </p:sp>
      <p:sp>
        <p:nvSpPr>
          <p:cNvPr id="267" name="Google Shape;267;p7"/>
          <p:cNvSpPr txBox="1"/>
          <p:nvPr>
            <p:ph idx="1" type="subTitle"/>
          </p:nvPr>
        </p:nvSpPr>
        <p:spPr>
          <a:xfrm>
            <a:off x="1447333" y="1457886"/>
            <a:ext cx="9378671" cy="558949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None/>
            </a:pPr>
            <a:r>
              <a:rPr lang="es-VE" sz="6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Desde el fin de la tierra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None/>
            </a:pPr>
            <a:r>
              <a:rPr lang="es-VE" sz="6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Lo profundo del mar, desde los altos cielos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None/>
            </a:pPr>
            <a:r>
              <a:rPr lang="es-VE" sz="6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Te alabamos Señor.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1" name="Shape 2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2" name="Google Shape;272;p8"/>
          <p:cNvSpPr txBox="1"/>
          <p:nvPr>
            <p:ph idx="1" type="body"/>
          </p:nvPr>
        </p:nvSpPr>
        <p:spPr>
          <a:xfrm>
            <a:off x="1031436" y="707093"/>
            <a:ext cx="10363827" cy="54998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None/>
            </a:pPr>
            <a:r>
              <a:rPr lang="es-VE" sz="7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Desde mi corazón,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None/>
            </a:pPr>
            <a:r>
              <a:rPr lang="es-VE" sz="7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con toda mi razón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None/>
            </a:pPr>
            <a:r>
              <a:rPr lang="es-VE" sz="7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hoy elevo a tu trono alabanza a tu nombre.</a:t>
            </a:r>
            <a:endParaRPr sz="360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" name="Google Shape;277;p9"/>
          <p:cNvSpPr txBox="1"/>
          <p:nvPr>
            <p:ph idx="1" type="body"/>
          </p:nvPr>
        </p:nvSpPr>
        <p:spPr>
          <a:xfrm>
            <a:off x="650474" y="196614"/>
            <a:ext cx="10891053" cy="66428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800"/>
              <a:buNone/>
            </a:pPr>
            <a:r>
              <a:rPr lang="es-VE" sz="4800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CORO: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None/>
            </a:pPr>
            <a:r>
              <a:rPr b="1" lang="es-VE" sz="7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Eres Dios del universo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None/>
            </a:pPr>
            <a:r>
              <a:rPr b="1" lang="es-VE" sz="7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Digno de toda gloria,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None/>
            </a:pPr>
            <a:r>
              <a:rPr b="1" lang="es-VE" sz="7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Dios, mi Dios</a:t>
            </a:r>
            <a:r>
              <a:rPr b="1" lang="es-VE" sz="5467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,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10"/>
          <p:cNvSpPr txBox="1"/>
          <p:nvPr>
            <p:ph idx="1" type="body"/>
          </p:nvPr>
        </p:nvSpPr>
        <p:spPr>
          <a:xfrm>
            <a:off x="1009024" y="545727"/>
            <a:ext cx="10363827" cy="58494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33"/>
              <a:buNone/>
            </a:pPr>
            <a:r>
              <a:rPr b="1" lang="es-VE" sz="6533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Exaltado en las naciones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33"/>
              <a:buNone/>
            </a:pPr>
            <a:r>
              <a:rPr b="1" lang="es-VE" sz="6533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Supremo Señor de señores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33"/>
              <a:buNone/>
            </a:pPr>
            <a:r>
              <a:rPr b="1" lang="es-VE" sz="6533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Dios, mi Dios,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33"/>
              <a:buNone/>
            </a:pPr>
            <a:r>
              <a:rPr b="1" lang="es-VE" sz="6533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te alabamos</a:t>
            </a:r>
            <a:endParaRPr b="1" sz="52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-186212" lvl="0" marL="457167" rtl="0" algn="l"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4267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6" name="Shape 2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" name="Google Shape;287;p11"/>
          <p:cNvSpPr txBox="1"/>
          <p:nvPr>
            <p:ph idx="1" type="body"/>
          </p:nvPr>
        </p:nvSpPr>
        <p:spPr>
          <a:xfrm>
            <a:off x="650474" y="196614"/>
            <a:ext cx="10891053" cy="664284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4800"/>
              <a:buNone/>
            </a:pPr>
            <a:r>
              <a:rPr lang="es-VE" sz="4800">
                <a:solidFill>
                  <a:srgbClr val="FF0000"/>
                </a:solidFill>
                <a:latin typeface="Arial Black"/>
                <a:ea typeface="Arial Black"/>
                <a:cs typeface="Arial Black"/>
                <a:sym typeface="Arial Black"/>
              </a:rPr>
              <a:t>CORO: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None/>
            </a:pPr>
            <a:r>
              <a:rPr b="1" lang="es-VE" sz="7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Eres Dios del universo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None/>
            </a:pPr>
            <a:r>
              <a:rPr b="1" lang="es-VE" sz="7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Digno de toda gloria,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200"/>
              <a:buNone/>
            </a:pPr>
            <a:r>
              <a:rPr b="1" lang="es-VE" sz="72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Dios, mi Dios</a:t>
            </a:r>
            <a:r>
              <a:rPr b="1" lang="es-VE" sz="5467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,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1" name="Shape 2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2" name="Google Shape;292;p12"/>
          <p:cNvSpPr txBox="1"/>
          <p:nvPr>
            <p:ph idx="1" type="body"/>
          </p:nvPr>
        </p:nvSpPr>
        <p:spPr>
          <a:xfrm>
            <a:off x="1009024" y="545727"/>
            <a:ext cx="10363827" cy="584947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33"/>
              <a:buNone/>
            </a:pPr>
            <a:r>
              <a:rPr b="1" lang="es-VE" sz="6533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Exaltado en las naciones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33"/>
              <a:buNone/>
            </a:pPr>
            <a:r>
              <a:rPr b="1" lang="es-VE" sz="6533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Supremo Señor de señores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33"/>
              <a:buNone/>
            </a:pPr>
            <a:r>
              <a:rPr b="1" lang="es-VE" sz="6533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Dios, mi Dios,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533"/>
              <a:buNone/>
            </a:pPr>
            <a:r>
              <a:rPr b="1" lang="es-VE" sz="6533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te alabamos</a:t>
            </a:r>
            <a:endParaRPr b="1" sz="5200">
              <a:solidFill>
                <a:srgbClr val="000000"/>
              </a:solidFill>
              <a:latin typeface="Arial Black"/>
              <a:ea typeface="Arial Black"/>
              <a:cs typeface="Arial Black"/>
              <a:sym typeface="Arial Black"/>
            </a:endParaRPr>
          </a:p>
          <a:p>
            <a:pPr indent="-186212" lvl="0" marL="457167" rtl="0" algn="l">
              <a:spcBef>
                <a:spcPts val="853"/>
              </a:spcBef>
              <a:spcAft>
                <a:spcPts val="0"/>
              </a:spcAft>
              <a:buClr>
                <a:schemeClr val="dk1"/>
              </a:buClr>
              <a:buSzPts val="4267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p13"/>
          <p:cNvSpPr txBox="1"/>
          <p:nvPr>
            <p:ph idx="1" type="subTitle"/>
          </p:nvPr>
        </p:nvSpPr>
        <p:spPr>
          <a:xfrm>
            <a:off x="1387942" y="609601"/>
            <a:ext cx="9378600" cy="55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None/>
            </a:pPr>
            <a:r>
              <a:rPr lang="es-VE" sz="6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Desde el fin de la tierra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None/>
            </a:pPr>
            <a:r>
              <a:rPr lang="es-VE" sz="6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Lo profundo del mar, desde los altos cielos 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None/>
            </a:pPr>
            <a:r>
              <a:rPr lang="es-VE" sz="6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 Te alabamos Señor</a:t>
            </a:r>
            <a:endParaRPr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6000"/>
              <a:buNone/>
            </a:pPr>
            <a:r>
              <a:rPr lang="es-VE" sz="6000">
                <a:solidFill>
                  <a:srgbClr val="000000"/>
                </a:solidFill>
                <a:latin typeface="Arial Black"/>
                <a:ea typeface="Arial Black"/>
                <a:cs typeface="Arial Black"/>
                <a:sym typeface="Arial Black"/>
              </a:rPr>
              <a:t>mi Dios.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ota">
  <a:themeElements>
    <a:clrScheme name="Droplet">
      <a:dk1>
        <a:srgbClr val="000000"/>
      </a:dk1>
      <a:lt1>
        <a:srgbClr val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HIMNOS">
  <a:themeElements>
    <a:clrScheme name="Oficina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2017-08-26T22:41:17Z</dcterms:created>
  <dc:creator>Kadiesa</dc:creator>
</cp:coreProperties>
</file>
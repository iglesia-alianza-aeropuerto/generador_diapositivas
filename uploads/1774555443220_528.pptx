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cGhWasMzEreOzsu8+hONkiVqJ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7" name="Google Shape;107;p2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4"/>
          <p:cNvSpPr txBox="1"/>
          <p:nvPr>
            <p:ph idx="3" type="body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4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7"/>
          <p:cNvSpPr txBox="1"/>
          <p:nvPr>
            <p:ph idx="2" type="body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589723" y="302364"/>
            <a:ext cx="11012556" cy="66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509 OFRENDA AL SEÑOR</a:t>
            </a:r>
            <a:endParaRPr b="0" i="1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///Ofrenda al Señor porque Él es bueno///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-165652" y="920623"/>
            <a:ext cx="125232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///Demos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que es suyo///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06017" y="889708"/>
            <a:ext cx="12085983" cy="604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///Dios ama al dador alegre,///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589723" y="302364"/>
            <a:ext cx="11012556" cy="66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509 OFRENDA AL SEÑOR</a:t>
            </a:r>
            <a:endParaRPr b="0" i="1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///Ofrenda al Señor porque Él es bueno///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-165652" y="920623"/>
            <a:ext cx="12523304" cy="501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///Demos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que es suyo///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106017" y="889708"/>
            <a:ext cx="12085983" cy="604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///Dios ama al dador alegre,///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Ofrenda a su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santo nombre.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2017-05-30T20:17:26Z</dcterms:created>
  <dc:creator>Kadiesa</dc:creator>
</cp:coreProperties>
</file>
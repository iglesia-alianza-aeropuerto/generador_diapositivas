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Arial Black"/>
      <p:regular r:id="rId9"/>
    </p:embeddedFont>
    <p:embeddedFont>
      <p:font typeface="Century Gothic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KPYkg3wbm09fGB/WFoanoeX/S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bold.fntdata"/><Relationship Id="rId10" Type="http://schemas.openxmlformats.org/officeDocument/2006/relationships/font" Target="fonts/CenturyGothic-regular.fntdata"/><Relationship Id="rId13" Type="http://schemas.openxmlformats.org/officeDocument/2006/relationships/font" Target="fonts/CenturyGothic-boldItalic.fntdata"/><Relationship Id="rId12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Black-regular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5" name="Google Shape;75;p11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11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1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6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4" name="Google Shape;124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8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1" name="Google Shape;141;p19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9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6" name="Google Shape;156;p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5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5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5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5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5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5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5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5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5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5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5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5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5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5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0" name="Google Shape;20;p5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5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5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5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5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5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5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5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5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 Black"/>
              <a:buNone/>
            </a:pPr>
            <a:r>
              <a:rPr b="1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96 LAS PRIMICIAS DEL DÍA</a:t>
            </a:r>
            <a:r>
              <a:rPr b="0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914400" lvl="0" marL="9144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AutoNum type="arabicPeriod"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despierto con ganas de verlo;</a:t>
            </a: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Las primicias del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día le doy.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Comenzar con el Rey me anima; Confesarle, “Señor, tuyo soy”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 Black"/>
              <a:buNone/>
            </a:pPr>
            <a:r>
              <a:rPr b="1" i="0" lang="es-ES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/>
        </p:nvSpPr>
        <p:spPr>
          <a:xfrm>
            <a:off x="1524000" y="1"/>
            <a:ext cx="9677400" cy="680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 Black"/>
              <a:buNone/>
            </a:pPr>
            <a:r>
              <a:rPr b="1" i="0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 doy este día, Señor;</a:t>
            </a: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 doy esta vida, Señor.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tu mano yo quiero seguir,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Controlado por ti al vivir.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1416424" y="139198"/>
            <a:ext cx="9144000" cy="7232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Un momento contigo es oro;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Conversar con el Rey es mi honor.</a:t>
            </a: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impartes tu sabiduría;</a:t>
            </a: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inspira tu carta de amor.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/>
          <p:nvPr/>
        </p:nvSpPr>
        <p:spPr>
          <a:xfrm>
            <a:off x="1524000" y="1"/>
            <a:ext cx="9677400" cy="680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 Black"/>
              <a:buNone/>
            </a:pPr>
            <a:r>
              <a:rPr b="1" i="0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 doy este día, Señor;</a:t>
            </a: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 doy esta vida, Señor.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tu mano yo quiero seguir,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Controlado por ti al vivir.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spiral">
  <a:themeElements>
    <a:clrScheme name="Espiral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2017-03-02T19:40:47Z</dcterms:created>
  <dc:creator>Kadiesa</dc:creator>
</cp:coreProperties>
</file>
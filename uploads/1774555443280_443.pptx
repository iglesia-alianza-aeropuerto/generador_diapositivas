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Arial Black"/>
      <p:regular r:id="rId21"/>
    </p:embeddedFont>
    <p:embeddedFont>
      <p:font typeface="Century Gothic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igaK8pOxQWeog/hkit97bIOWDY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CenturyGothic-regular.fntdata"/><Relationship Id="rId21" Type="http://schemas.openxmlformats.org/officeDocument/2006/relationships/font" Target="fonts/ArialBlack-regular.fntdata"/><Relationship Id="rId24" Type="http://schemas.openxmlformats.org/officeDocument/2006/relationships/font" Target="fonts/CenturyGothic-italic.fntdata"/><Relationship Id="rId23" Type="http://schemas.openxmlformats.org/officeDocument/2006/relationships/font" Target="fonts/CenturyGothic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CenturyGothic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/>
          <p:nvPr/>
        </p:nvSpPr>
        <p:spPr>
          <a:xfrm>
            <a:off x="0" y="4323810"/>
            <a:ext cx="1744652" cy="778589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" name="Google Shape;60;p2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1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1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2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" type="body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2" type="body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8" name="Google Shape;68;p2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5" name="Google Shape;75;p23"/>
          <p:cNvSpPr txBox="1"/>
          <p:nvPr>
            <p:ph idx="2" type="body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3" type="body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7" name="Google Shape;77;p23"/>
          <p:cNvSpPr txBox="1"/>
          <p:nvPr>
            <p:ph idx="4" type="body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4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4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5"/>
          <p:cNvSpPr txBox="1"/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5"/>
          <p:cNvSpPr txBox="1"/>
          <p:nvPr>
            <p:ph idx="1" type="body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91" name="Google Shape;91;p25"/>
          <p:cNvSpPr txBox="1"/>
          <p:nvPr>
            <p:ph idx="2" type="body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2" name="Google Shape;92;p2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5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/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6"/>
          <p:cNvSpPr/>
          <p:nvPr>
            <p:ph idx="2" type="pic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6"/>
          <p:cNvSpPr txBox="1"/>
          <p:nvPr>
            <p:ph idx="1" type="body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0" name="Google Shape;100;p2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6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6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7"/>
          <p:cNvSpPr txBox="1"/>
          <p:nvPr>
            <p:ph idx="1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2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7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" type="body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14" name="Google Shape;114;p28"/>
          <p:cNvSpPr txBox="1"/>
          <p:nvPr>
            <p:ph idx="2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2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8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8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9" name="Google Shape;119;p28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0" name="Google Shape;120;p28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 txBox="1"/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4" name="Google Shape;124;p2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9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9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la tarjeta de nombre">
  <p:cSld name="Citar la tarjeta de nombre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0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1" name="Google Shape;131;p30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2" name="Google Shape;132;p3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0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0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36" name="Google Shape;136;p30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37" name="Google Shape;137;p30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ro o falso">
  <p:cSld name="Verdadero o falso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1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1" name="Google Shape;141;p31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2" name="Google Shape;142;p3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1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2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2"/>
          <p:cNvSpPr txBox="1"/>
          <p:nvPr>
            <p:ph idx="1" type="body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9" name="Google Shape;149;p3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2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3"/>
          <p:cNvSpPr txBox="1"/>
          <p:nvPr>
            <p:ph idx="1" type="body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6" name="Google Shape;156;p3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3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7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7" name="Google Shape;7;p17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" name="Google Shape;8;p17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" name="Google Shape;9;p17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" name="Google Shape;10;p17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17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7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17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17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17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7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17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17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" name="Google Shape;19;p17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20" name="Google Shape;20;p17"/>
            <p:cNvSpPr/>
            <p:nvPr/>
          </p:nvSpPr>
          <p:spPr>
            <a:xfrm>
              <a:off x="6627813" y="194833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17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17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17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17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17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17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17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17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17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17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17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17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7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" type="body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5" name="Google Shape;35;p1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6" name="Google Shape;36;p1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7" name="Google Shape;37;p1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"/>
          <p:cNvSpPr txBox="1"/>
          <p:nvPr/>
        </p:nvSpPr>
        <p:spPr>
          <a:xfrm>
            <a:off x="1524000" y="0"/>
            <a:ext cx="9144000" cy="6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 Black"/>
              <a:buNone/>
            </a:pPr>
            <a:r>
              <a:rPr b="1" i="1" lang="es-ES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94 POR LA MAÑANA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 Black"/>
              <a:buNone/>
            </a:pPr>
            <a:r>
              <a:rPr b="0" i="1" lang="es-ES" sz="3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Arial Black"/>
              <a:buNone/>
            </a:pPr>
            <a:r>
              <a:rPr b="1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Por la mañana yo dirijo mi alabanza A Dios que ha sido y es mi única esperanza. </a:t>
            </a:r>
            <a:endParaRPr b="0" i="0" sz="6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 txBox="1"/>
          <p:nvPr/>
        </p:nvSpPr>
        <p:spPr>
          <a:xfrm>
            <a:off x="1524000" y="1"/>
            <a:ext cx="9144000" cy="69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 Black"/>
              <a:buNone/>
            </a:pPr>
            <a:r>
              <a:rPr b="1" i="1" lang="es-ES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94 POR LA MAÑANA</a:t>
            </a:r>
            <a:endParaRPr i="1" sz="40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i="1" lang="es-ES" sz="3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3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Arial Black"/>
              <a:buNone/>
            </a:pPr>
            <a:r>
              <a:rPr b="1" lang="es-ES" sz="67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1. Por la mañana yo dirijo mi alabanza A Dios que ha sido y es mi única esperanza. </a:t>
            </a:r>
            <a:endParaRPr b="1" sz="76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 Black"/>
              <a:buNone/>
            </a:pPr>
            <a:r>
              <a:rPr b="1" i="0" lang="es-ES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"/>
          <p:cNvSpPr txBox="1"/>
          <p:nvPr/>
        </p:nvSpPr>
        <p:spPr>
          <a:xfrm>
            <a:off x="1524000" y="1"/>
            <a:ext cx="9144000" cy="747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 Black"/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nos escucha, pues nos ama tanto,</a:t>
            </a: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nos alivia de cualquier quebranto.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"/>
          <p:cNvSpPr txBox="1"/>
          <p:nvPr/>
        </p:nvSpPr>
        <p:spPr>
          <a:xfrm>
            <a:off x="1524000" y="214314"/>
            <a:ext cx="9144000" cy="714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 Black"/>
              <a:buNone/>
            </a:pPr>
            <a:r>
              <a:rPr b="1" i="0" lang="es-ES" sz="8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Nos da su mano poderosa y fuerte,</a:t>
            </a:r>
            <a:r>
              <a:rPr b="0" i="0" lang="es-ES" sz="8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ES" sz="8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Para librarnos de la misma muerte.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/>
          <p:nvPr/>
        </p:nvSpPr>
        <p:spPr>
          <a:xfrm>
            <a:off x="1524000" y="285751"/>
            <a:ext cx="9144000" cy="6278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Arial Black"/>
              <a:buNone/>
            </a:pPr>
            <a:r>
              <a:rPr b="1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Cuando la noche se aproxima, tenebrosa, En elevarle mi oración mi alma goza; </a:t>
            </a:r>
            <a:endParaRPr b="0" i="0" sz="6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 txBox="1"/>
          <p:nvPr/>
        </p:nvSpPr>
        <p:spPr>
          <a:xfrm>
            <a:off x="1524000" y="214313"/>
            <a:ext cx="9144000" cy="78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 Black"/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Siento su paz inagotable, dulce y grata Porque temores y ansiedad, Cristo los mata.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 Black"/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 txBox="1"/>
          <p:nvPr/>
        </p:nvSpPr>
        <p:spPr>
          <a:xfrm>
            <a:off x="1524000" y="285750"/>
            <a:ext cx="91440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 Black"/>
              <a:buNone/>
            </a:pPr>
            <a:r>
              <a:rPr b="1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También elevo mi cantar al cielo</a:t>
            </a: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Cuando a la tierra baja negro velo.</a:t>
            </a: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0" i="0" sz="8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 txBox="1"/>
          <p:nvPr/>
        </p:nvSpPr>
        <p:spPr>
          <a:xfrm>
            <a:off x="1524000" y="285750"/>
            <a:ext cx="9144000" cy="68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0"/>
              <a:buFont typeface="Arial Black"/>
              <a:buNone/>
            </a:pPr>
            <a:r>
              <a:rPr b="1" i="0" lang="es-ES" sz="7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sol se oculta, pero queda Cristo,</a:t>
            </a:r>
            <a:r>
              <a:rPr b="0" i="0" lang="es-ES" sz="7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ES" sz="7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quien mis ojos en el sueño han visto.</a:t>
            </a:r>
            <a:endParaRPr b="0" i="0" sz="7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 txBox="1"/>
          <p:nvPr/>
        </p:nvSpPr>
        <p:spPr>
          <a:xfrm>
            <a:off x="1524000" y="214314"/>
            <a:ext cx="9144000" cy="6556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 Black"/>
              <a:buNone/>
            </a:pPr>
            <a:r>
              <a:rPr b="1" i="0" lang="es-ES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Brilla su lumbre bienhechora mientras duermo; Pone su mano sobre mí si estoy enfermo.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 txBox="1"/>
          <p:nvPr/>
        </p:nvSpPr>
        <p:spPr>
          <a:xfrm>
            <a:off x="1524000" y="0"/>
            <a:ext cx="9144000" cy="7232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 Black"/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fortalece, me alienta con el sueño, Pues es mi Dios, mi Redentor y él es mi dueño.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/>
          <p:nvPr/>
        </p:nvSpPr>
        <p:spPr>
          <a:xfrm>
            <a:off x="1524000" y="214314"/>
            <a:ext cx="9144000" cy="6986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 Black"/>
              <a:buNone/>
            </a:pPr>
            <a:r>
              <a:rPr b="1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al despertar por la mañana siento</a:t>
            </a: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Dios invade mi alma y pensamiento; </a:t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"/>
          <p:cNvSpPr txBox="1"/>
          <p:nvPr/>
        </p:nvSpPr>
        <p:spPr>
          <a:xfrm>
            <a:off x="1524000" y="214314"/>
            <a:ext cx="9144000" cy="714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 Black"/>
              <a:buNone/>
            </a:pPr>
            <a:r>
              <a:rPr b="1" i="0" lang="es-ES" sz="8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Veo a Jesús, mi Redentor amado, Por mi pecado en una cruz clavado.</a:t>
            </a:r>
            <a:endParaRPr b="0" i="0" sz="8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 txBox="1"/>
          <p:nvPr/>
        </p:nvSpPr>
        <p:spPr>
          <a:xfrm>
            <a:off x="1524000" y="0"/>
            <a:ext cx="9144000" cy="701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 Black"/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4. Veo la sangre de sus manos que ha brotado; Veo la sangre borbotando en un costado; </a:t>
            </a:r>
            <a:endParaRPr b="0" i="0" sz="4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"/>
          <p:cNvSpPr txBox="1"/>
          <p:nvPr/>
        </p:nvSpPr>
        <p:spPr>
          <a:xfrm>
            <a:off x="1524000" y="0"/>
            <a:ext cx="9144000" cy="8002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 Black"/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Una corona con espinas en su frente, La multitud escarneciéndole insolente.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 Black"/>
              <a:buNone/>
            </a:pPr>
            <a:r>
              <a:rPr b="0" i="0" lang="es-ES" sz="3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"/>
          <p:cNvSpPr txBox="1"/>
          <p:nvPr/>
        </p:nvSpPr>
        <p:spPr>
          <a:xfrm>
            <a:off x="1179075" y="223201"/>
            <a:ext cx="9144000" cy="7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 Black"/>
              <a:buNone/>
            </a:pPr>
            <a:r>
              <a:rPr b="0" i="0" lang="es-ES" sz="7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Pero, ¡qué dicha cuando al cielo sube, Lleno de gloria en majestuosa nube! </a:t>
            </a:r>
            <a:endParaRPr b="0" i="0" sz="7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"/>
          <p:cNvSpPr txBox="1"/>
          <p:nvPr/>
        </p:nvSpPr>
        <p:spPr>
          <a:xfrm>
            <a:off x="2254425" y="142026"/>
            <a:ext cx="9144000" cy="7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 Black"/>
              <a:buNone/>
            </a:pPr>
            <a:r>
              <a:rPr b="0" i="0" lang="es-ES" sz="7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Pero, ¡qué dicha cuando al cielo sube, Lleno de gloria en majestuosa nub</a:t>
            </a:r>
            <a:r>
              <a:rPr b="1" i="0" lang="es-ES" sz="7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e!</a:t>
            </a:r>
            <a:endParaRPr b="0" i="0" sz="7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spiral">
  <a:themeElements>
    <a:clrScheme name="Espiral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2017-03-02T19:39:35Z</dcterms:created>
  <dc:creator>Kadiesa</dc:creator>
</cp:coreProperties>
</file>
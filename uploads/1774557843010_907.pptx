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15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290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65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29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77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69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69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3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63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62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45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21/02/2018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5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184856" y="1"/>
            <a:ext cx="9697792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280 BELLAS PALABRAS DE VIDA</a:t>
            </a:r>
          </a:p>
          <a:p>
            <a:pPr algn="ctr"/>
            <a:endParaRPr lang="es-CO" sz="2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marL="1143000" indent="-1143000" algn="ctr">
              <a:buAutoNum type="arabicPeriod"/>
            </a:pPr>
            <a:r>
              <a:rPr lang="es-CO" sz="62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Oh! cantádmelas otra vez, </a:t>
            </a:r>
            <a:endParaRPr lang="es-CO" sz="6200" dirty="0" smtClean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2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Bellas </a:t>
            </a:r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palabras de vida; </a:t>
            </a:r>
            <a:endParaRPr lang="es-CO" sz="6200" dirty="0" smtClean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2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Hallo </a:t>
            </a:r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ellas mi gozo y luz, </a:t>
            </a: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690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9758" y="456247"/>
            <a:ext cx="9144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Bellas palabras de vida. </a:t>
            </a:r>
            <a:endParaRPr lang="es-CO" sz="7200" dirty="0" smtClean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Sí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de luz y vida son sostén y guía;</a:t>
            </a: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1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Coro: </a:t>
            </a:r>
            <a:endParaRPr lang="es-CO" sz="4000" i="1" dirty="0" smtClean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¡Qué bellas son, qué bellas son! Bellas palabras de vida;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81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742324"/>
            <a:ext cx="9144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¡Qué bellas son, qué bellas son! Bellas palabras de vida.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29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3999" y="0"/>
            <a:ext cx="9371527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Jesucristo a todos da </a:t>
            </a:r>
            <a:endParaRPr lang="pt-BR" sz="6600" dirty="0" smtClean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6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Bellas 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palabras de vida; </a:t>
            </a:r>
            <a:endParaRPr lang="es-CO" sz="6600" dirty="0" smtClean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6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Oye 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dulce voz, mortal, </a:t>
            </a:r>
          </a:p>
          <a:p>
            <a:pPr algn="ctr"/>
            <a:endParaRPr lang="es-CO" sz="2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09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bellas palabras de vida. Bondadoso te salva, y al cielo te llama.</a:t>
            </a: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216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</a:t>
            </a:r>
            <a:r>
              <a:rPr lang="es-CO" sz="4000" i="1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: </a:t>
            </a:r>
            <a:endParaRPr lang="es-CO" sz="4000" i="1" smtClean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¡Qué bellas son, qué bellas son! Bellas palabras de vida;</a:t>
            </a:r>
          </a:p>
          <a:p>
            <a:endParaRPr lang="es-CO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0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472484" y="677930"/>
            <a:ext cx="9144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¡Qué bellas son, qué bellas son! Bellas palabras de vida.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25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Grato el cántico sonará, Bellas palabras de vida; </a:t>
            </a:r>
            <a:endParaRPr lang="es-CO" sz="7200" dirty="0" smtClean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Tus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pecados perdonará, </a:t>
            </a:r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70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562020"/>
            <a:ext cx="91440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bellas palabras de vida. </a:t>
            </a:r>
            <a:endParaRPr lang="es-CO" sz="7200" dirty="0" smtClean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dirty="0" smtClean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Sólo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redime, vida nueva te ofrece.</a:t>
            </a:r>
          </a:p>
          <a:p>
            <a:endParaRPr lang="es-CO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16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36879" y="360610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¡Qué bellas son, qué bellas son! Bellas palabras de vida;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627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395211" y="845355"/>
            <a:ext cx="9144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¡Qué bellas son, qué bellas son! Bellas palabras de vida.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61497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194</Words>
  <Application>Microsoft Office PowerPoint</Application>
  <PresentationFormat>Panorámica</PresentationFormat>
  <Paragraphs>28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Familia Tobón Ch</cp:lastModifiedBy>
  <cp:revision>5</cp:revision>
  <dcterms:created xsi:type="dcterms:W3CDTF">2017-05-10T22:13:19Z</dcterms:created>
  <dcterms:modified xsi:type="dcterms:W3CDTF">2018-02-21T22:08:57Z</dcterms:modified>
</cp:coreProperties>
</file>
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huJWmD+ins1eIYFP+yL6pjAotK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135188" y="2205038"/>
            <a:ext cx="75612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855913" y="2420938"/>
            <a:ext cx="56880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497106" y="201706"/>
            <a:ext cx="9144000" cy="7386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54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80 ADORADLE</a:t>
            </a:r>
            <a:endParaRPr b="0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al Padre toda gloria, </a:t>
            </a:r>
            <a:endParaRPr b="1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al Hijo todo honor, </a:t>
            </a:r>
            <a:endParaRPr b="1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al Espíritu Divino, alabanzas de loor.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990600" y="279401"/>
            <a:ext cx="10058400" cy="615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66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Adoradle, adoradle, Adorad al Salvador. Tributadle toda gloria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Pueblo suyo por su grande amor.</a:t>
            </a:r>
            <a:endParaRPr b="0" i="0" sz="6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1992314" y="2060576"/>
            <a:ext cx="792003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1151732" y="389965"/>
            <a:ext cx="9601199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2. </a:t>
            </a: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Entonadle un canto nuevo,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Huestes libres del Señor;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Tierra, cielo, mar y luna,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Gloria dan al Trino Dios.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/>
        </p:nvSpPr>
        <p:spPr>
          <a:xfrm>
            <a:off x="990600" y="279401"/>
            <a:ext cx="10058400" cy="615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66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Adoradle, adoradle, Adorad al Salvador. Tributadle toda gloria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Pueblo suyo por su grande amor.</a:t>
            </a:r>
            <a:endParaRPr b="0" i="0" sz="6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/>
        </p:nvSpPr>
        <p:spPr>
          <a:xfrm>
            <a:off x="838200" y="702235"/>
            <a:ext cx="10439400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3. ¡Adoradle, oh Iglesia!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Por Jesús tu redentor, rescatada por su gracia,</a:t>
            </a: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Libre por su grande amor.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/>
        </p:nvSpPr>
        <p:spPr>
          <a:xfrm>
            <a:off x="990600" y="279401"/>
            <a:ext cx="10058400" cy="615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66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Adoradle, adoradle, Adorad al Salvador. Tributadle toda gloria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Pueblo suyo por su grande amor.</a:t>
            </a:r>
            <a:endParaRPr b="0" i="0" sz="6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/>
        </p:nvSpPr>
        <p:spPr>
          <a:xfrm>
            <a:off x="1295399" y="0"/>
            <a:ext cx="9838766" cy="7201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Último coro: </a:t>
            </a:r>
            <a:endParaRPr b="1" i="0" sz="54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te adoro,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te adoro,</a:t>
            </a:r>
            <a:r>
              <a:rPr b="0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te adoro, buen Jesús.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te adoro reverente,</a:t>
            </a:r>
            <a:r>
              <a:rPr b="0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¡Oh, Cordero santo de mi Dios!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2017-03-02T19:24:33Z</dcterms:created>
  <dc:creator>Kadiesa</dc:creator>
</cp:coreProperties>
</file>
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9" r:id="rId5"/>
    <p:sldMasterId id="214748369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6858000" cx="12192000"/>
  <p:notesSz cx="6858000" cy="9144000"/>
  <p:embeddedFontLs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FX6OGilRTBS1yCB94o0vlBOYA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5" Type="http://customschemas.google.com/relationships/presentationmetadata" Target="metadata"/><Relationship Id="rId14" Type="http://schemas.openxmlformats.org/officeDocument/2006/relationships/font" Target="fonts/ArialBlack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showMasterSp="0">
  <p:cSld name="1_Título y objeto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1" name="Google Shape;8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5" name="Google Shape;9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1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2" name="Google Shape;10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9" name="Google Shape;10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3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6" name="Google Shape;11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4" name="Google Shape;12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25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25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4" name="Google Shape;13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0" name="Google Shape;14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8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3" name="Google Shape;15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9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6" name="Google Shape;156;p29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7" name="Google Shape;157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 showMasterSp="0">
  <p:cSld name="Imagen panorámica con descripció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1" name="Google Shape;16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0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0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 showMasterSp="0">
  <p:cSld name="Título y descripció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9" name="Google Shape;16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1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2" name="Google Shape;172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 showMasterSp="0">
  <p:cSld name="Cita con descripció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6" name="Google Shape;17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2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2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0" name="Google Shape;180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183" name="Google Shape;183;p3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lang="es-CO" sz="80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4" name="Google Shape;184;p32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lang="es-CO" sz="80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 showMasterSp="0">
  <p:cSld name="Tarjeta de nombre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 showMasterSp="0">
  <p:cSld name="Columna 3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6" name="Google Shape;196;p34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7" name="Google Shape;197;p34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34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9" name="Google Shape;199;p34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34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1" name="Google Shape;201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 showMasterSp="0">
  <p:cSld name="Columna de imagen 3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5" name="Google Shape;20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5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8" name="Google Shape;208;p35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9" name="Google Shape;209;p35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0" name="Google Shape;210;p35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35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2" name="Google Shape;212;p35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3" name="Google Shape;213;p35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4" name="Google Shape;214;p35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5" name="Google Shape;215;p35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6" name="Google Shape;216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7" name="Google Shape;22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7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7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2" name="Google Shape;242;p3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4" name="Google Shape;254;p4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260" name="Google Shape;260;p4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261" name="Google Shape;261;p4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267" name="Google Shape;267;p4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268" name="Google Shape;268;p4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269" name="Google Shape;269;p4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270" name="Google Shape;270;p4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showMasterSp="0" type="titleOnly">
  <p:cSld name="TITLE_ONLY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46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285" name="Google Shape;285;p46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6" name="Google Shape;286;p4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4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3" name="Google Shape;293;p4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48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4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4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4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49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4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4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showMasterSp="0">
  <p:cSld name="1_Título y objetos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09" name="Google Shape;30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5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50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2" name="Google Shape;312;p5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5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323" name="Google Shape;32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52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52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26" name="Google Shape;326;p5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5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5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 type="obj">
  <p:cSld name="OBJECT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30" name="Google Shape;33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3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5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5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5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37" name="Google Shape;337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4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54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0" name="Google Shape;340;p5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5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showMasterSp="0" type="twoObj">
  <p:cSld name="TWO_OBJECT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44" name="Google Shape;344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55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7" name="Google Shape;347;p55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48" name="Google Shape;348;p5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5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5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showMasterSp="0" type="twoTxTwoObj">
  <p:cSld name="TWO_OBJECTS_WITH_TEX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52" name="Google Shape;352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56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55" name="Google Shape;355;p56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6" name="Google Shape;356;p56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57" name="Google Shape;357;p56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8" name="Google Shape;358;p5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5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5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showMasterSp="0" type="titleOnly">
  <p:cSld name="TITLE_ONLY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62" name="Google Shape;36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5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5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5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68" name="Google Shape;36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5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5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73" name="Google Shape;373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9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59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6" name="Google Shape;376;p59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7" name="Google Shape;377;p5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5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5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81" name="Google Shape;381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60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60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4" name="Google Shape;384;p60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5" name="Google Shape;385;p6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6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6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 showMasterSp="0">
  <p:cSld name="Imagen panorámica con descripción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89" name="Google Shape;389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1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61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2" name="Google Shape;392;p61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3" name="Google Shape;393;p6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6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6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 showMasterSp="0">
  <p:cSld name="Título y descripción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97" name="Google Shape;397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62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62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0" name="Google Shape;400;p6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6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6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 showMasterSp="0">
  <p:cSld name="Cita con descripción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04" name="Google Shape;404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63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63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7" name="Google Shape;407;p63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8" name="Google Shape;408;p6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6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6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  <p:sp>
        <p:nvSpPr>
          <p:cNvPr id="411" name="Google Shape;411;p63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lang="es-CO" sz="80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412" name="Google Shape;412;p6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lang="es-CO" sz="8000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 showMasterSp="0">
  <p:cSld name="Tarjeta de nombre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14" name="Google Shape;414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64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64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7" name="Google Shape;417;p6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6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6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 showMasterSp="0">
  <p:cSld name="Columna 3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21" name="Google Shape;421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65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65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24" name="Google Shape;424;p65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25" name="Google Shape;425;p65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26" name="Google Shape;426;p65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27" name="Google Shape;427;p65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28" name="Google Shape;428;p65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29" name="Google Shape;429;p6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6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6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 showMasterSp="0">
  <p:cSld name="Columna de imagen 3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33" name="Google Shape;433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66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66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6" name="Google Shape;436;p66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7" name="Google Shape;437;p66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38" name="Google Shape;438;p66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9" name="Google Shape;439;p66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0" name="Google Shape;440;p66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41" name="Google Shape;441;p66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42" name="Google Shape;442;p66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3" name="Google Shape;443;p66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44" name="Google Shape;444;p6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6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6" name="Google Shape;446;p6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showMasterSp="0" type="vertTx">
  <p:cSld name="VERTICAL_TEXT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48" name="Google Shape;448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6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67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1" name="Google Shape;451;p6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6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3" name="Google Shape;453;p6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55" name="Google Shape;455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8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68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8" name="Google Shape;458;p6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6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6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9.xml"/><Relationship Id="rId6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theme" Target="../theme/theme5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8.xml"/><Relationship Id="rId6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8" name="Google Shape;8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0" name="Google Shape;90;p20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5" name="Google Shape;235;p3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6" name="Google Shape;236;p3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" name="Google Shape;237;p3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p3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 amt="90000"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316" name="Google Shape;316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8" name="Google Shape;318;p51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319" name="Google Shape;319;p5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320" name="Google Shape;320;p5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321" name="Google Shape;321;p5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"/>
          <p:cNvSpPr txBox="1"/>
          <p:nvPr/>
        </p:nvSpPr>
        <p:spPr>
          <a:xfrm>
            <a:off x="1183341" y="312762"/>
            <a:ext cx="9825318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612. FELIZ, FELIZ CUMPLEAÑOS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143000" lvl="0" marL="11430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 Black"/>
              <a:buAutoNum type="arabicPeriod"/>
            </a:pPr>
            <a:r>
              <a:rPr b="1" i="0" lang="es-CO" sz="57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Feliz, feliz cumpleaños deseamos para ti;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7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Que el Dios omnipotente te quiera bendecir.</a:t>
            </a:r>
            <a:endParaRPr b="0" i="0" sz="57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4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"/>
          <p:cNvSpPr txBox="1"/>
          <p:nvPr/>
        </p:nvSpPr>
        <p:spPr>
          <a:xfrm>
            <a:off x="1349188" y="168907"/>
            <a:ext cx="9144000" cy="6924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¡Feliz, feliz cumpleaños!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Que Dios en su bondad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 dé muy larga vida, salud, felicidad.</a:t>
            </a:r>
            <a:endParaRPr sz="6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"/>
          <p:cNvSpPr txBox="1"/>
          <p:nvPr/>
        </p:nvSpPr>
        <p:spPr>
          <a:xfrm>
            <a:off x="1524000" y="236454"/>
            <a:ext cx="9144000" cy="6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2. A Dios le damos gracias que con amor sin par,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Al fin de otro año hermoso te permitió llegar.</a:t>
            </a:r>
            <a:endParaRPr sz="6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"/>
          <p:cNvSpPr txBox="1"/>
          <p:nvPr/>
        </p:nvSpPr>
        <p:spPr>
          <a:xfrm>
            <a:off x="1349188" y="168907"/>
            <a:ext cx="9144000" cy="6924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¡Feliz, feliz cumpleaños!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Que Dios en su bondad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 dé muy larga vida, salud, felicidad.</a:t>
            </a:r>
            <a:endParaRPr sz="6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"/>
          <p:cNvSpPr txBox="1"/>
          <p:nvPr/>
        </p:nvSpPr>
        <p:spPr>
          <a:xfrm>
            <a:off x="1952596" y="357166"/>
            <a:ext cx="8429684" cy="6986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3. Oremos pues, unidos, que te bendiga aún más, Te colme en lo futuro de bien, prosperidad.</a:t>
            </a:r>
            <a:endParaRPr sz="6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"/>
          <p:cNvSpPr txBox="1"/>
          <p:nvPr/>
        </p:nvSpPr>
        <p:spPr>
          <a:xfrm>
            <a:off x="1349188" y="168907"/>
            <a:ext cx="9144000" cy="69249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¡Feliz, feliz cumpleaños!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Que Dios en su bondad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 dé muy larga vida, salud, felicidad.</a:t>
            </a:r>
            <a:endParaRPr sz="60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4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Tema1">
  <a:themeElements>
    <a:clrScheme name="Gota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2017-05-27T19:20:20Z</dcterms:created>
  <dc:creator>Kadiesa</dc:creator>
</cp:coreProperties>
</file>
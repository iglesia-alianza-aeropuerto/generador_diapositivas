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pBGHTwPwONRh9xld278bAp/XB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88" name="Google Shape;8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2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5" name="Google Shape;9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7" name="Google Shape;11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6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6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7" name="Google Shape;12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6" name="Google Shape;14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4" name="Google Shape;15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7" name="Google Shape;157;p3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2" name="Google Shape;16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3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3" name="Google Shape;173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76" name="Google Shape;176;p3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77" name="Google Shape;177;p3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9" name="Google Shape;17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2" name="Google Shape;182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89" name="Google Shape;189;p3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0" name="Google Shape;190;p3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1" name="Google Shape;191;p3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3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3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8" name="Google Shape;19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3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3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3" name="Google Shape;203;p3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4" name="Google Shape;204;p3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5" name="Google Shape;205;p3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3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3" name="Google Shape;21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1" name="Google Shape;81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/>
          <p:nvPr/>
        </p:nvSpPr>
        <p:spPr>
          <a:xfrm>
            <a:off x="1295467" y="223671"/>
            <a:ext cx="9144000" cy="665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400 QUIERO CANTAR UNA LINDA CANCIÓN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Quiero cantar una linda canción</a:t>
            </a:r>
            <a:r>
              <a:rPr b="0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un hombre que me transformó,</a:t>
            </a:r>
            <a:r>
              <a:rPr b="0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"/>
          <p:cNvSpPr txBox="1"/>
          <p:nvPr/>
        </p:nvSpPr>
        <p:spPr>
          <a:xfrm>
            <a:off x="1331979" y="981301"/>
            <a:ext cx="10332640" cy="657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Quiero cantar una linda canción</a:t>
            </a:r>
            <a:r>
              <a:rPr b="0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aquel que mi vida cambió.</a:t>
            </a:r>
            <a:endParaRPr b="0" i="0" sz="7466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466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"/>
          <p:cNvSpPr txBox="1"/>
          <p:nvPr/>
        </p:nvSpPr>
        <p:spPr>
          <a:xfrm>
            <a:off x="1007435" y="548681"/>
            <a:ext cx="10428651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Es mi amigo Jesús, es mi amigo Jesús,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es Dios, él es Rey, es amor y verdad.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 txBox="1"/>
          <p:nvPr/>
        </p:nvSpPr>
        <p:spPr>
          <a:xfrm>
            <a:off x="1235968" y="356843"/>
            <a:ext cx="10140619" cy="64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Sólo en él encontré esa paz que busqué,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Sólo en él encontré la felicidad.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 txBox="1"/>
          <p:nvPr/>
        </p:nvSpPr>
        <p:spPr>
          <a:xfrm>
            <a:off x="1199456" y="560763"/>
            <a:ext cx="9852587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Cuando Jesús a mi vida llegó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Esa paz y ese gozo me dio; </a:t>
            </a:r>
            <a:endParaRPr b="0" i="0" sz="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"/>
          <p:cNvSpPr txBox="1"/>
          <p:nvPr/>
        </p:nvSpPr>
        <p:spPr>
          <a:xfrm>
            <a:off x="1524000" y="357168"/>
            <a:ext cx="9144000" cy="8340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Quiero que sepas que tú también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Puedes gozar siempre de su amor.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 txBox="1"/>
          <p:nvPr/>
        </p:nvSpPr>
        <p:spPr>
          <a:xfrm>
            <a:off x="719403" y="215690"/>
            <a:ext cx="10776181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creyeres en él,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confiares también,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amor te dará,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 él vivirás.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/>
        </p:nvSpPr>
        <p:spPr>
          <a:xfrm>
            <a:off x="1295467" y="285729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yo, cantarás esta linda canción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amor llevarás a la humanidad.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2017-05-27T16:48:34Z</dcterms:created>
  <dc:creator>Kadiesa</dc:creator>
</cp:coreProperties>
</file>
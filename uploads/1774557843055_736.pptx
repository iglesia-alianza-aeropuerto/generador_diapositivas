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s-V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1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81426-4C8F-4A83-94A3-27C290E27C72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72A38-EE59-4F13-A1EF-E5D84DD0C0D6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7616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81426-4C8F-4A83-94A3-27C290E27C72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72A38-EE59-4F13-A1EF-E5D84DD0C0D6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9317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81426-4C8F-4A83-94A3-27C290E27C72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72A38-EE59-4F13-A1EF-E5D84DD0C0D6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13923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81426-4C8F-4A83-94A3-27C290E27C72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72A38-EE59-4F13-A1EF-E5D84DD0C0D6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72920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81426-4C8F-4A83-94A3-27C290E27C72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72A38-EE59-4F13-A1EF-E5D84DD0C0D6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6208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81426-4C8F-4A83-94A3-27C290E27C72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72A38-EE59-4F13-A1EF-E5D84DD0C0D6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8422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81426-4C8F-4A83-94A3-27C290E27C72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72A38-EE59-4F13-A1EF-E5D84DD0C0D6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7201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81426-4C8F-4A83-94A3-27C290E27C72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72A38-EE59-4F13-A1EF-E5D84DD0C0D6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55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81426-4C8F-4A83-94A3-27C290E27C72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72A38-EE59-4F13-A1EF-E5D84DD0C0D6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6430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81426-4C8F-4A83-94A3-27C290E27C72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72A38-EE59-4F13-A1EF-E5D84DD0C0D6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53292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81426-4C8F-4A83-94A3-27C290E27C72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72A38-EE59-4F13-A1EF-E5D84DD0C0D6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1894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181426-4C8F-4A83-94A3-27C290E27C72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072A38-EE59-4F13-A1EF-E5D84DD0C0D6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8825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1"/>
            <a:ext cx="9144000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4000" b="1" i="1" dirty="0">
                <a:ln w="19050">
                  <a:noFill/>
                </a:ln>
                <a:solidFill>
                  <a:srgbClr val="FF0000"/>
                </a:solidFill>
                <a:latin typeface="Arial Black" pitchFamily="34" charset="0"/>
              </a:rPr>
              <a:t>325. EN EL MONTE CALVARIO</a:t>
            </a:r>
            <a:endParaRPr lang="es-CO" sz="4000" i="1" dirty="0">
              <a:ln w="19050">
                <a:noFill/>
              </a:ln>
              <a:solidFill>
                <a:srgbClr val="FF0000"/>
              </a:solidFill>
              <a:latin typeface="Arial Black" pitchFamily="34" charset="0"/>
            </a:endParaRPr>
          </a:p>
          <a:p>
            <a:pPr algn="ctr"/>
            <a:r>
              <a:rPr lang="es-CO" sz="20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 </a:t>
            </a:r>
            <a:endParaRPr lang="es-CO" sz="20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CO" sz="72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 </a:t>
            </a:r>
            <a:r>
              <a:rPr lang="es-CO" sz="72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1</a:t>
            </a:r>
            <a:r>
              <a:rPr lang="es-CO" sz="72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. En el monte Calvario se vio una </a:t>
            </a:r>
            <a:r>
              <a:rPr lang="es-CO" sz="72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cruz,</a:t>
            </a:r>
            <a:r>
              <a:rPr lang="es-CO" sz="7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CO" sz="72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Emblema </a:t>
            </a:r>
            <a:r>
              <a:rPr lang="es-CO" sz="72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de afrenta y </a:t>
            </a:r>
            <a:r>
              <a:rPr lang="es-CO" sz="72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dolor.</a:t>
            </a:r>
            <a:r>
              <a:rPr lang="es-CO" sz="7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endParaRPr lang="es-CO" sz="48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08879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428605"/>
            <a:ext cx="9144000" cy="6524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78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Y </a:t>
            </a:r>
            <a:r>
              <a:rPr lang="es-CO" sz="78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yo aprecio esa cruz, do murió mi </a:t>
            </a:r>
            <a:r>
              <a:rPr lang="es-CO" sz="78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Jesús</a:t>
            </a:r>
            <a:r>
              <a:rPr lang="es-CO" sz="78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CO" sz="78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Por </a:t>
            </a:r>
            <a:r>
              <a:rPr lang="es-CO" sz="78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salvar al más vil pecador.</a:t>
            </a:r>
            <a:endParaRPr lang="es-CO" sz="78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CO" sz="28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 </a:t>
            </a:r>
            <a:endParaRPr lang="es-CO" sz="28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25984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1"/>
            <a:ext cx="9144000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4000" b="1" i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 </a:t>
            </a:r>
            <a:r>
              <a:rPr lang="es-CO" sz="4000" b="1" i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Coro</a:t>
            </a:r>
            <a:r>
              <a:rPr lang="es-CO" sz="4000" b="1" i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: </a:t>
            </a:r>
            <a:endParaRPr lang="es-CO" sz="4000" b="1" i="1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CO" sz="80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¡</a:t>
            </a:r>
            <a:r>
              <a:rPr lang="es-CO" sz="80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Cuánto estimo la cruz de </a:t>
            </a:r>
            <a:r>
              <a:rPr lang="es-CO" sz="80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Jesús!</a:t>
            </a:r>
            <a:r>
              <a:rPr lang="es-CO" sz="80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CO" sz="80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En </a:t>
            </a:r>
            <a:r>
              <a:rPr lang="es-CO" sz="80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sus triunfos mi gloria </a:t>
            </a:r>
            <a:r>
              <a:rPr lang="es-CO" sz="80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será.</a:t>
            </a:r>
            <a:r>
              <a:rPr lang="es-CO" sz="80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</a:p>
          <a:p>
            <a:endParaRPr lang="es-CO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07626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1"/>
            <a:ext cx="9144000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88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Y </a:t>
            </a:r>
            <a:r>
              <a:rPr lang="es-CO" sz="88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algún día en vez de una </a:t>
            </a:r>
            <a:r>
              <a:rPr lang="es-CO" sz="88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cruz,</a:t>
            </a:r>
            <a:r>
              <a:rPr lang="es-CO" sz="88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CO" sz="88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mi </a:t>
            </a:r>
            <a:r>
              <a:rPr lang="es-CO" sz="88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corona Jesús me dará.</a:t>
            </a:r>
            <a:endParaRPr lang="es-CO" sz="88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CO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1159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214290"/>
            <a:ext cx="9144000" cy="7171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72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2. En la cruz do su sangre Jesús derramó,</a:t>
            </a:r>
            <a:endParaRPr lang="es-CO" sz="72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CO" sz="72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Hermosura contemplo en </a:t>
            </a:r>
            <a:r>
              <a:rPr lang="es-CO" sz="72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visión,</a:t>
            </a:r>
            <a:r>
              <a:rPr lang="es-CO" sz="7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</a:p>
          <a:p>
            <a:pPr algn="ctr"/>
            <a:r>
              <a:rPr lang="es-CO" sz="28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 </a:t>
            </a:r>
            <a:endParaRPr lang="es-CO" sz="28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703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214291"/>
            <a:ext cx="9144000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76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Pues </a:t>
            </a:r>
            <a:r>
              <a:rPr lang="es-CO" sz="76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en ella el Cordero inmolado </a:t>
            </a:r>
            <a:r>
              <a:rPr lang="es-CO" sz="76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murió</a:t>
            </a:r>
            <a:r>
              <a:rPr lang="es-CO" sz="76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CO" sz="76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Para </a:t>
            </a:r>
            <a:r>
              <a:rPr lang="es-CO" sz="76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darme pureza y perdón.</a:t>
            </a:r>
            <a:endParaRPr lang="es-CO" sz="76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CO" sz="28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 </a:t>
            </a:r>
            <a:endParaRPr lang="es-CO" sz="28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96375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1"/>
            <a:ext cx="9144000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4000" b="1" i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 </a:t>
            </a:r>
            <a:r>
              <a:rPr lang="es-CO" sz="4000" b="1" i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Coro</a:t>
            </a:r>
            <a:r>
              <a:rPr lang="es-CO" sz="4000" b="1" i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: </a:t>
            </a:r>
            <a:endParaRPr lang="es-CO" sz="4000" b="1" i="1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CO" sz="80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¡</a:t>
            </a:r>
            <a:r>
              <a:rPr lang="es-CO" sz="80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Cuánto estimo la cruz de </a:t>
            </a:r>
            <a:r>
              <a:rPr lang="es-CO" sz="80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Jesús!</a:t>
            </a:r>
            <a:r>
              <a:rPr lang="es-CO" sz="80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CO" sz="80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En </a:t>
            </a:r>
            <a:r>
              <a:rPr lang="es-CO" sz="80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sus triunfos mi gloria </a:t>
            </a:r>
            <a:r>
              <a:rPr lang="es-CO" sz="80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será.</a:t>
            </a:r>
            <a:r>
              <a:rPr lang="es-CO" sz="80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</a:p>
          <a:p>
            <a:endParaRPr lang="es-CO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81873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1"/>
            <a:ext cx="9144000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88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Y </a:t>
            </a:r>
            <a:r>
              <a:rPr lang="es-CO" sz="88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algún día en vez de una </a:t>
            </a:r>
            <a:r>
              <a:rPr lang="es-CO" sz="88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cruz,</a:t>
            </a:r>
            <a:r>
              <a:rPr lang="es-CO" sz="88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CO" sz="88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mi </a:t>
            </a:r>
            <a:r>
              <a:rPr lang="es-CO" sz="88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corona Jesús me dará.</a:t>
            </a:r>
            <a:endParaRPr lang="es-CO" sz="88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CO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18602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214290"/>
            <a:ext cx="9144000" cy="6801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44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 </a:t>
            </a:r>
            <a:r>
              <a:rPr lang="es-CO" sz="80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3</a:t>
            </a:r>
            <a:r>
              <a:rPr lang="es-CO" sz="80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. Seguiré a Jesús, tomaré hoy mi cruz,</a:t>
            </a:r>
            <a:endParaRPr lang="es-CO" sz="80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CO" sz="80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Los desprecios con él </a:t>
            </a:r>
            <a:r>
              <a:rPr lang="es-CO" sz="80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sufriré;</a:t>
            </a:r>
            <a:r>
              <a:rPr lang="es-CO" sz="80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</a:p>
          <a:p>
            <a:r>
              <a:rPr lang="es-CO" b="1" dirty="0">
                <a:ln w="19050">
                  <a:noFill/>
                </a:ln>
                <a:solidFill>
                  <a:prstClr val="black"/>
                </a:solidFill>
              </a:rPr>
              <a:t> </a:t>
            </a:r>
            <a:endParaRPr lang="es-CO" dirty="0">
              <a:ln w="19050">
                <a:noFill/>
              </a:ln>
              <a:solidFill>
                <a:prstClr val="black"/>
              </a:solidFill>
            </a:endParaRP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78513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214290"/>
            <a:ext cx="9144000" cy="66479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78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Y </a:t>
            </a:r>
            <a:r>
              <a:rPr lang="es-CO" sz="78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algún día feliz, con los santos en </a:t>
            </a:r>
            <a:r>
              <a:rPr lang="es-CO" sz="78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luz,</a:t>
            </a:r>
            <a:r>
              <a:rPr lang="es-CO" sz="78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CO" sz="78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Para </a:t>
            </a:r>
            <a:r>
              <a:rPr lang="es-CO" sz="78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siempre su gloria tendré.</a:t>
            </a:r>
            <a:endParaRPr lang="es-CO" sz="78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r>
              <a:rPr lang="es-CO" b="1" dirty="0">
                <a:ln w="19050">
                  <a:noFill/>
                </a:ln>
                <a:solidFill>
                  <a:prstClr val="black"/>
                </a:solidFill>
              </a:rPr>
              <a:t> </a:t>
            </a:r>
            <a:endParaRPr lang="es-CO" dirty="0">
              <a:ln w="19050">
                <a:noFill/>
              </a:ln>
              <a:solidFill>
                <a:prstClr val="black"/>
              </a:solidFill>
            </a:endParaRP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50970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1"/>
            <a:ext cx="9144000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4000" b="1" i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 </a:t>
            </a:r>
            <a:r>
              <a:rPr lang="es-CO" sz="4000" b="1" i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Coro</a:t>
            </a:r>
            <a:r>
              <a:rPr lang="es-CO" sz="4000" b="1" i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: </a:t>
            </a:r>
            <a:endParaRPr lang="es-CO" sz="4000" b="1" i="1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CO" sz="80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¡</a:t>
            </a:r>
            <a:r>
              <a:rPr lang="es-CO" sz="80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Cuánto estimo la cruz de </a:t>
            </a:r>
            <a:r>
              <a:rPr lang="es-CO" sz="80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Jesús!</a:t>
            </a:r>
            <a:r>
              <a:rPr lang="es-CO" sz="80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CO" sz="80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En </a:t>
            </a:r>
            <a:r>
              <a:rPr lang="es-CO" sz="80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sus triunfos mi gloria </a:t>
            </a:r>
            <a:r>
              <a:rPr lang="es-CO" sz="80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será.</a:t>
            </a:r>
            <a:r>
              <a:rPr lang="es-CO" sz="80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</a:p>
          <a:p>
            <a:endParaRPr lang="es-CO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06588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1"/>
            <a:ext cx="9144000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88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Y </a:t>
            </a:r>
            <a:r>
              <a:rPr lang="es-CO" sz="88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algún día en vez de una </a:t>
            </a:r>
            <a:r>
              <a:rPr lang="es-CO" sz="88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cruz,</a:t>
            </a:r>
            <a:r>
              <a:rPr lang="es-CO" sz="88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CO" sz="88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mi </a:t>
            </a:r>
            <a:r>
              <a:rPr lang="es-CO" sz="88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corona Jesús me dará.</a:t>
            </a:r>
            <a:endParaRPr lang="es-CO" sz="88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CO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33962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theme/theme1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</Words>
  <Application>Microsoft Office PowerPoint</Application>
  <PresentationFormat>Panorámica</PresentationFormat>
  <Paragraphs>24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Arial Black</vt:lpstr>
      <vt:lpstr>Calibri</vt:lpstr>
      <vt:lpstr>1_Tema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Kadiesa</dc:creator>
  <cp:lastModifiedBy>Kadiesa</cp:lastModifiedBy>
  <cp:revision>1</cp:revision>
  <dcterms:created xsi:type="dcterms:W3CDTF">2017-05-27T15:31:14Z</dcterms:created>
  <dcterms:modified xsi:type="dcterms:W3CDTF">2017-05-27T15:31:16Z</dcterms:modified>
</cp:coreProperties>
</file>
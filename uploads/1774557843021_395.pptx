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77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904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818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26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53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21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242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89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047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51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855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96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8694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srgbClr val="FF0000"/>
                </a:solidFill>
                <a:latin typeface="Arial Black" pitchFamily="34" charset="0"/>
              </a:rPr>
              <a:t>287 POR FE EN JESÚS, EL SALVADOR</a:t>
            </a:r>
          </a:p>
          <a:p>
            <a:pPr algn="ctr"/>
            <a:endParaRPr lang="es-CO" sz="28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5800" dirty="0"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CO" sz="5800" dirty="0">
                <a:solidFill>
                  <a:prstClr val="black"/>
                </a:solidFill>
                <a:latin typeface="Arial Black" pitchFamily="34" charset="0"/>
              </a:rPr>
              <a:t>. Por fe en Jesús, el Salvador, se hace salvo el </a:t>
            </a:r>
            <a:r>
              <a:rPr lang="es-CO" sz="5800" dirty="0">
                <a:solidFill>
                  <a:prstClr val="black"/>
                </a:solidFill>
                <a:latin typeface="Arial Black" pitchFamily="34" charset="0"/>
              </a:rPr>
              <a:t>pecador; Sin </a:t>
            </a:r>
            <a:r>
              <a:rPr lang="es-CO" sz="5800" dirty="0">
                <a:solidFill>
                  <a:prstClr val="black"/>
                </a:solidFill>
                <a:latin typeface="Arial Black" pitchFamily="34" charset="0"/>
              </a:rPr>
              <a:t>merecer tan rico don, recibe plena salvación.</a:t>
            </a:r>
          </a:p>
          <a:p>
            <a:pPr algn="ctr"/>
            <a:endParaRPr lang="es-CO" sz="55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98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solidFill>
                  <a:prstClr val="black"/>
                </a:solidFill>
                <a:latin typeface="Arial Black" pitchFamily="34" charset="0"/>
              </a:rPr>
              <a:t>Coro:</a:t>
            </a:r>
          </a:p>
          <a:p>
            <a:pPr algn="ctr"/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Oh, excelsa gracia del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amor, que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Dios perdona al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pecador! Si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presto está a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confesar sus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culpas y en Jesús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confiar; </a:t>
            </a:r>
            <a:endParaRPr lang="es-CO" sz="6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09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hay otro autor de </a:t>
            </a:r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salvación, pues </a:t>
            </a:r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Cristo obró la redención.</a:t>
            </a:r>
          </a:p>
          <a:p>
            <a:pPr algn="ctr"/>
            <a:endParaRPr lang="es-CO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880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2</a:t>
            </a:r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. La vida antigua ya pasó, y todo nuevo se </a:t>
            </a:r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tornó; Aquí </a:t>
            </a:r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cual peregrino es, hogar con Dios tendrá después.</a:t>
            </a: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424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solidFill>
                  <a:prstClr val="black"/>
                </a:solidFill>
                <a:latin typeface="Arial Black" pitchFamily="34" charset="0"/>
              </a:rPr>
              <a:t>Coro:</a:t>
            </a:r>
          </a:p>
          <a:p>
            <a:pPr algn="ctr"/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Oh, excelsa gracia del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amor, que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Dios perdona al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pecador! Si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presto está a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confesar sus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culpas y en Jesús </a:t>
            </a:r>
            <a:r>
              <a:rPr lang="es-CO" sz="6300" dirty="0">
                <a:solidFill>
                  <a:prstClr val="black"/>
                </a:solidFill>
                <a:latin typeface="Arial Black" pitchFamily="34" charset="0"/>
              </a:rPr>
              <a:t>confiar; </a:t>
            </a:r>
            <a:endParaRPr lang="es-CO" sz="6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96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hay otro autor de </a:t>
            </a:r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salvación, pues </a:t>
            </a:r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Cristo obró la redención.</a:t>
            </a:r>
          </a:p>
          <a:p>
            <a:pPr algn="ctr"/>
            <a:endParaRPr lang="es-CO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37169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Panorámica</PresentationFormat>
  <Paragraphs>15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2017-05-10T22:19:06Z</dcterms:created>
  <dcterms:modified xsi:type="dcterms:W3CDTF">2017-05-10T22:19:10Z</dcterms:modified>
</cp:coreProperties>
</file>
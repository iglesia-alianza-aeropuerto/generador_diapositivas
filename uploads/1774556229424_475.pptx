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vvvbm76JCF99R+ubcioxxs+W1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24072" y="179250"/>
            <a:ext cx="11025809" cy="6678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ES" sz="36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3. SANTO, SANTO, GRANDE ETERNO DIOS</a:t>
            </a:r>
            <a:r>
              <a:rPr b="0" i="0" lang="es-ES" sz="3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-914354" lvl="0" marL="914354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 Black"/>
              <a:buAutoNum type="arabicPeriod"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¡Santo, santo, grande, eterno Dios!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alegría hoy te alabamos,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363363" y="397403"/>
            <a:ext cx="11465276" cy="6063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Rey de reyes, grande Capitán,</a:t>
            </a:r>
            <a:r>
              <a:rPr b="0" i="0" lang="es-ES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s-E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Todopoderoso Guerrero.</a:t>
            </a:r>
            <a:endParaRPr b="0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456764" y="794802"/>
            <a:ext cx="9144000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Honor y gloria, luz y dominio, Tributaremos todos a ti.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523463" y="408086"/>
            <a:ext cx="11145079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¡Santo, santo,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tú, Señor!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¡Dios de las batallas, glorioso!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934963" y="1166843"/>
            <a:ext cx="10322079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Alabadle cielos, tierra y mar,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Toda su Iglesia, sus mensajeros; </a:t>
            </a:r>
            <a:endParaRPr b="0" i="0" sz="7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64341" y="591671"/>
            <a:ext cx="9144000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Alabanzas, cantos de loor,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unidos elevaremos.</a:t>
            </a:r>
            <a:endParaRPr b="0" i="0" sz="8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503584" y="569844"/>
            <a:ext cx="11184835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Juez majestuoso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reverendo,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Fuego y vida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eres, Señor.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523463" y="408086"/>
            <a:ext cx="11145079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¡Santo, santo,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tú, Señor!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¡Dios de las batallas, glorioso!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/>
        </p:nvSpPr>
        <p:spPr>
          <a:xfrm>
            <a:off x="1456765" y="739590"/>
            <a:ext cx="9144000" cy="569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Rey de siglos, solo eterno Dios, Veraz y justo, incomprensible;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/>
        </p:nvSpPr>
        <p:spPr>
          <a:xfrm>
            <a:off x="968191" y="1023147"/>
            <a:ext cx="10255500" cy="5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Inmortal, 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Autor de todo bien,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 el Anciano de Días.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"/>
          <p:cNvSpPr txBox="1"/>
          <p:nvPr/>
        </p:nvSpPr>
        <p:spPr>
          <a:xfrm>
            <a:off x="1160055" y="308894"/>
            <a:ext cx="9871895" cy="8032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para siempre entonaremos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El canto eterno de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redención.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3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/>
        </p:nvSpPr>
        <p:spPr>
          <a:xfrm>
            <a:off x="523463" y="408086"/>
            <a:ext cx="11145079" cy="5293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¡Santo, santo,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tú, Señor!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¡Dios de las batallas, glorioso!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2023-12-31T12:35:46Z</dcterms:created>
  <dc:creator>Diego Tobón</dc:creator>
</cp:coreProperties>
</file>
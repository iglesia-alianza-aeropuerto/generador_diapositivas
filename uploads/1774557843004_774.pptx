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05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37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50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82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8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28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00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48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58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272 CUÁN FIRME CIMIENTO</a:t>
            </a:r>
          </a:p>
          <a:p>
            <a:pPr algn="ctr"/>
            <a:endParaRPr lang="es-CO" sz="24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4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¡Cuán firme cimiento se ha dado a la 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fe, De 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 en su eterna palabra de amor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! </a:t>
            </a:r>
            <a:endParaRPr lang="es-CO" sz="66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1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Qué más él pudiera en su libro </a:t>
            </a:r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añadir, Si </a:t>
            </a:r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todo a sus hijos lo ha dicho el Señor?</a:t>
            </a: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44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“No temas por nada, contigo yo soy; Tu Dios yo soy solo, tu ayuda seré; 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1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fuerza y firmeza en mi diestra estarán, Y en ella sostén y poder te daré.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07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5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“La llama no puede dañarte jamás, Si en medio del fuego te ordeno pasar;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0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oro de tu alma más puro será, Pues sólo la escoria se habrá de quemar.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“No habrán de anegarte las ondas del mar, Si en aguas profundas te ordeno salir; 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siempre contigo en angustia estaré, Y todas tus penas podré reducir.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71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5. “Al alma que anhele la paz que hay en mí, Jamás en sus luchas la habré de dejar;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8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4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todo el infierno la quiere perder, ¡Yo nunca, no nunca, la puedo olvidar!”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97980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Panorámica</PresentationFormat>
  <Paragraphs>17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2017-05-10T22:01:26Z</dcterms:created>
  <dcterms:modified xsi:type="dcterms:W3CDTF">2017-05-10T22:01:32Z</dcterms:modified>
</cp:coreProperties>
</file>
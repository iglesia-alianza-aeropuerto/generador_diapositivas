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6918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311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4314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1981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9015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4665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22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017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7887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6497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830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8278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1524000" y="0"/>
            <a:ext cx="9144000" cy="7278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b="1" i="1" dirty="0">
                <a:ln w="19050">
                  <a:noFill/>
                </a:ln>
                <a:solidFill>
                  <a:srgbClr val="FF0000"/>
                </a:solidFill>
                <a:latin typeface="Arial Black" pitchFamily="34" charset="0"/>
              </a:rPr>
              <a:t>309 TOMA DE LA FUENTE DE AGUA VIVA</a:t>
            </a:r>
            <a:endParaRPr lang="es-CO" sz="4000" i="1" dirty="0">
              <a:ln w="19050">
                <a:noFill/>
              </a:ln>
              <a:solidFill>
                <a:srgbClr val="FF0000"/>
              </a:solidFill>
              <a:latin typeface="Arial Black" pitchFamily="34" charset="0"/>
            </a:endParaRPr>
          </a:p>
          <a:p>
            <a:pPr algn="ctr"/>
            <a:endParaRPr lang="es-ES" sz="2400" b="1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ES" sz="67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•</a:t>
            </a:r>
            <a:r>
              <a:rPr lang="es-ES" sz="67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1. Vagué sediento en el pecado </a:t>
            </a:r>
            <a:r>
              <a:rPr lang="es-ES" sz="67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abrumador,</a:t>
            </a:r>
            <a:r>
              <a:rPr lang="es-CO" sz="67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7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Y </a:t>
            </a:r>
            <a:r>
              <a:rPr lang="es-ES" sz="67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nada a mi alma dio </a:t>
            </a:r>
            <a:r>
              <a:rPr lang="es-ES" sz="67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satisfacción;</a:t>
            </a:r>
            <a:r>
              <a:rPr lang="es-CO" sz="67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endParaRPr lang="es-CO" sz="67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ES" sz="2800" b="1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8555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1524000" y="285729"/>
            <a:ext cx="9144000" cy="6294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75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Mas </a:t>
            </a:r>
            <a:r>
              <a:rPr lang="es-ES" sz="75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cuando fui a la cruz </a:t>
            </a:r>
            <a:r>
              <a:rPr lang="es-ES" sz="75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de</a:t>
            </a:r>
            <a:r>
              <a:rPr lang="es-CO" sz="75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5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Cristo </a:t>
            </a:r>
            <a:r>
              <a:rPr lang="es-ES" sz="75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el </a:t>
            </a:r>
            <a:r>
              <a:rPr lang="es-ES" sz="75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Salvador,</a:t>
            </a:r>
            <a:r>
              <a:rPr lang="es-CO" sz="75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5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Agua </a:t>
            </a:r>
            <a:r>
              <a:rPr lang="es-ES" sz="75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abundante halló mi corazón.</a:t>
            </a:r>
            <a:endParaRPr lang="es-CO" sz="75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ES" sz="2800" b="1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0064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1524000" y="1"/>
            <a:ext cx="9144000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b="1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Coro</a:t>
            </a:r>
            <a:r>
              <a:rPr lang="es-ES" sz="4000" b="1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: </a:t>
            </a:r>
            <a:endParaRPr lang="es-ES" sz="4000" b="1" i="1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ES" sz="8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Toma </a:t>
            </a:r>
            <a:r>
              <a:rPr lang="es-ES" sz="8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de la fuente de agua </a:t>
            </a:r>
            <a:r>
              <a:rPr lang="es-ES" sz="8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viva,</a:t>
            </a:r>
            <a:r>
              <a:rPr lang="es-CO" sz="8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8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fuente eternal</a:t>
            </a:r>
            <a:r>
              <a:rPr lang="es-ES" sz="8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, agua </a:t>
            </a:r>
            <a:r>
              <a:rPr lang="es-ES" sz="8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del raudal;</a:t>
            </a:r>
            <a:r>
              <a:rPr lang="es-CO" sz="8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endParaRPr lang="es-ES" sz="32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7336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1524000" y="214291"/>
            <a:ext cx="9144000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2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Toma </a:t>
            </a:r>
            <a:r>
              <a:rPr lang="es-ES" sz="82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de la fuente de agua </a:t>
            </a:r>
            <a:r>
              <a:rPr lang="es-ES" sz="82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viva,</a:t>
            </a:r>
            <a:r>
              <a:rPr lang="es-CO" sz="8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82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fuente </a:t>
            </a:r>
            <a:r>
              <a:rPr lang="es-ES" sz="82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de agua viva celestial.</a:t>
            </a:r>
            <a:endParaRPr lang="es-CO" sz="82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ES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1598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1" y="214290"/>
            <a:ext cx="9143999" cy="6647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7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•2. ¡Oh cuán dulce raudal de Dios brotando está!</a:t>
            </a:r>
            <a:r>
              <a:rPr lang="es-CO" sz="7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Felicidad y gozo me brindó.</a:t>
            </a:r>
            <a:r>
              <a:rPr lang="es-CO" sz="7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endParaRPr lang="es-ES" sz="7800" b="1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5966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1" y="214291"/>
            <a:ext cx="9143999" cy="7078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7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En gloria, gracia y bendición mi vida irá;</a:t>
            </a:r>
            <a:r>
              <a:rPr lang="es-CO" sz="7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por eso ¡Aleluya! canto yo.</a:t>
            </a:r>
            <a:endParaRPr lang="es-CO" sz="78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ES" sz="2800" b="1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8754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1524000" y="1"/>
            <a:ext cx="9144000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b="1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Coro</a:t>
            </a:r>
            <a:r>
              <a:rPr lang="es-ES" sz="4000" b="1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: </a:t>
            </a:r>
            <a:endParaRPr lang="es-ES" sz="4000" b="1" i="1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ES" sz="8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Toma </a:t>
            </a:r>
            <a:r>
              <a:rPr lang="es-ES" sz="8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de la fuente de agua </a:t>
            </a:r>
            <a:r>
              <a:rPr lang="es-ES" sz="8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viva,</a:t>
            </a:r>
            <a:r>
              <a:rPr lang="es-CO" sz="8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8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fuente eternal</a:t>
            </a:r>
            <a:r>
              <a:rPr lang="es-ES" sz="8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, agua </a:t>
            </a:r>
            <a:r>
              <a:rPr lang="es-ES" sz="8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del raudal;</a:t>
            </a:r>
            <a:r>
              <a:rPr lang="es-CO" sz="8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endParaRPr lang="es-ES" sz="32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7250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1524000" y="214291"/>
            <a:ext cx="9144000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2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Toma </a:t>
            </a:r>
            <a:r>
              <a:rPr lang="es-ES" sz="82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de la fuente de agua </a:t>
            </a:r>
            <a:r>
              <a:rPr lang="es-ES" sz="82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viva,</a:t>
            </a:r>
            <a:r>
              <a:rPr lang="es-CO" sz="8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82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fuente </a:t>
            </a:r>
            <a:r>
              <a:rPr lang="es-ES" sz="82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de agua viva celestial.</a:t>
            </a:r>
            <a:endParaRPr lang="es-CO" sz="82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ES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7617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1" y="0"/>
            <a:ext cx="9143999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77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3. Oh pecador ¿por qué a Jesús no vienes hoy</a:t>
            </a:r>
            <a:r>
              <a:rPr lang="es-CO" sz="77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7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y así su agua de vida aceptar?</a:t>
            </a:r>
            <a:r>
              <a:rPr lang="es-CO" sz="77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endParaRPr lang="es-CO" sz="7700" dirty="0">
              <a:solidFill>
                <a:prstClr val="black"/>
              </a:solidFill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27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1" y="214290"/>
            <a:ext cx="9143999" cy="6801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El dice, “Fuente de agua eterna y libre soy;</a:t>
            </a:r>
            <a:r>
              <a:rPr lang="es-CO" sz="8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8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la sed de tu alma puedo aplacar”.</a:t>
            </a:r>
            <a:endParaRPr lang="es-CO" sz="80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7224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1524000" y="1"/>
            <a:ext cx="9144000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b="1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Coro</a:t>
            </a:r>
            <a:r>
              <a:rPr lang="es-ES" sz="4000" b="1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: </a:t>
            </a:r>
            <a:endParaRPr lang="es-ES" sz="4000" b="1" i="1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ES" sz="8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Toma </a:t>
            </a:r>
            <a:r>
              <a:rPr lang="es-ES" sz="8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de la fuente de agua </a:t>
            </a:r>
            <a:r>
              <a:rPr lang="es-ES" sz="8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viva,</a:t>
            </a:r>
            <a:r>
              <a:rPr lang="es-CO" sz="8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8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fuente eternal</a:t>
            </a:r>
            <a:r>
              <a:rPr lang="es-ES" sz="8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, agua </a:t>
            </a:r>
            <a:r>
              <a:rPr lang="es-ES" sz="8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del raudal;</a:t>
            </a:r>
            <a:r>
              <a:rPr lang="es-CO" sz="8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endParaRPr lang="es-ES" sz="32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3909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1524000" y="214291"/>
            <a:ext cx="9144000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2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Toma </a:t>
            </a:r>
            <a:r>
              <a:rPr lang="es-ES" sz="82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de la fuente de agua </a:t>
            </a:r>
            <a:r>
              <a:rPr lang="es-ES" sz="82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viva,</a:t>
            </a:r>
            <a:r>
              <a:rPr lang="es-CO" sz="8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82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fuente </a:t>
            </a:r>
            <a:r>
              <a:rPr lang="es-ES" sz="82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de agua viva celestial.</a:t>
            </a:r>
            <a:endParaRPr lang="es-CO" sz="82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ES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1127764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213</Words>
  <Application>Microsoft Office PowerPoint</Application>
  <PresentationFormat>Panorámica</PresentationFormat>
  <Paragraphs>18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Calibri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Kadiesa</dc:creator>
  <cp:lastModifiedBy>Kadiesa</cp:lastModifiedBy>
  <cp:revision>1</cp:revision>
  <dcterms:created xsi:type="dcterms:W3CDTF">2017-05-27T14:28:46Z</dcterms:created>
  <dcterms:modified xsi:type="dcterms:W3CDTF">2017-05-27T14:28:48Z</dcterms:modified>
</cp:coreProperties>
</file>
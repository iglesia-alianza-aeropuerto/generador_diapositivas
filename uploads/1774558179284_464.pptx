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E33B3DD-F6DC-431D-BAD2-2FFAD06AB670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09/10/2021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7CA6DD-0CE5-496A-A65D-F3BB16A750EB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818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E2D1E8-1125-4430-B33F-2BC6BA3E5AB1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09/10/2021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B6E3E1-FC40-4461-9D9D-3E89FA264F76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1253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97BB4C6-AABF-4F87-A21C-04E0120B8933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09/10/2021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A2376C-41F9-49C2-AA95-6DA27D8E79C1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3945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B87BCBA-F6BB-4CCB-BC6A-32AB34A62866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09/10/2021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295D0A-A71F-44A2-83EF-FE69F3A0C178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7923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975C77-62AD-44A0-8A3F-6BA7348150F3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09/10/2021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EA2954-5341-4242-8D43-9E3F0C76F089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1635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0FB3B8-25B5-4C03-8A0B-256448A9905F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09/10/2021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AA2205-9EE3-4A90-8345-22515F6BABAF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7692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42F602-0DA0-4939-BAE8-DE9B0C4C2884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09/10/2021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222409-1FCC-43E8-84D7-4CB85E1B78BF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6097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78C7A10-A732-4385-81D9-9F5270C33F8F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09/10/2021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0EC1A9-5498-4F70-8FF7-D4789382A5AB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9583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082F6F3-E50A-40C0-B707-52AFB1022AB1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09/10/2021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9EA60E-4802-446B-BA07-69A268348606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7701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A94E16A-E453-420A-B7D1-DCA81CAA9BF1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09/10/2021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E229F0-6637-4E11-A0B5-410469B4FDBA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6770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E1E65B-569B-4F4C-B119-5409691B3543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09/10/2021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0BBB67-EAFA-4F02-80EF-07AABBAB92BD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075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8629ECB-5C24-404B-8EBC-67C5EDD5F1FD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09/10/2021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86016FA-25C0-401D-B111-4D38DC3AC2EB}" type="slidenum">
              <a:rPr lang="es-ES" smtClean="0"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s-ES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871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11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67" indent="-457167" algn="l" defTabSz="121911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26" indent="-380972" algn="l" defTabSz="121911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87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40" indent="-304776" algn="l" defTabSz="121911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994" indent="-304776" algn="l" defTabSz="121911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548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704850" y="-76201"/>
            <a:ext cx="10456209" cy="886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CO" sz="4400" i="1" dirty="0">
                <a:ln w="25400">
                  <a:noFill/>
                </a:ln>
                <a:solidFill>
                  <a:srgbClr val="FF0000"/>
                </a:solidFill>
                <a:latin typeface="Arial Black" pitchFamily="34" charset="0"/>
                <a:cs typeface="Arial" panose="020B0604020202020204" pitchFamily="34" charset="0"/>
              </a:rPr>
              <a:t>ERES TODOPODEROSO</a:t>
            </a:r>
          </a:p>
          <a:p>
            <a:pPr algn="ctr">
              <a:defRPr/>
            </a:pPr>
            <a:endParaRPr lang="es-CO" sz="2400" i="1" dirty="0">
              <a:ln w="25400">
                <a:noFill/>
              </a:ln>
              <a:solidFill>
                <a:srgbClr val="FF0000"/>
              </a:solidFill>
              <a:latin typeface="Arial Black" pitchFamily="34" charset="0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s-CO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La única razón </a:t>
            </a:r>
          </a:p>
          <a:p>
            <a:pPr algn="ctr">
              <a:defRPr/>
            </a:pPr>
            <a:r>
              <a:rPr lang="es-CO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de mi adoración, </a:t>
            </a:r>
          </a:p>
          <a:p>
            <a:pPr algn="ctr">
              <a:defRPr/>
            </a:pPr>
            <a:r>
              <a:rPr lang="es-CO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eres tú mi Jesús, </a:t>
            </a:r>
          </a:p>
          <a:p>
            <a:pPr algn="ctr">
              <a:defRPr/>
            </a:pPr>
            <a:r>
              <a:rPr lang="es-CO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El único motivo para vivir, </a:t>
            </a:r>
          </a:p>
          <a:p>
            <a:pPr algn="ctr">
              <a:defRPr/>
            </a:pPr>
            <a:r>
              <a:rPr lang="es-CO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eres tú mi Señor</a:t>
            </a:r>
          </a:p>
          <a:p>
            <a:pPr algn="ctr">
              <a:defRPr/>
            </a:pPr>
            <a:r>
              <a:rPr lang="es-CO" sz="2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 </a:t>
            </a:r>
          </a:p>
          <a:p>
            <a:pPr algn="ctr">
              <a:defRPr/>
            </a:pPr>
            <a:endParaRPr lang="es-CO" sz="2800" dirty="0">
              <a:solidFill>
                <a:prstClr val="white"/>
              </a:solidFill>
              <a:latin typeface="Arial Black" pitchFamily="34" charset="0"/>
              <a:cs typeface="Arial" panose="020B0604020202020204" pitchFamily="34" charset="0"/>
            </a:endParaRPr>
          </a:p>
          <a:p>
            <a:pPr algn="ctr">
              <a:defRPr/>
            </a:pPr>
            <a:endParaRPr lang="es-CO" sz="2800" dirty="0">
              <a:solidFill>
                <a:prstClr val="white"/>
              </a:solidFill>
              <a:latin typeface="Arial Black" pitchFamily="34" charset="0"/>
              <a:cs typeface="Arial" panose="020B0604020202020204" pitchFamily="34" charset="0"/>
            </a:endParaRPr>
          </a:p>
          <a:p>
            <a:pPr algn="just">
              <a:defRPr/>
            </a:pPr>
            <a:r>
              <a:rPr lang="es-CO" sz="2800" dirty="0">
                <a:solidFill>
                  <a:prstClr val="white"/>
                </a:solidFill>
                <a:latin typeface="Arial Black" pitchFamily="34" charset="0"/>
                <a:cs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30290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726142" y="215153"/>
            <a:ext cx="11040035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CO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Mi única verdad está en ti</a:t>
            </a:r>
          </a:p>
          <a:p>
            <a:pPr algn="ctr">
              <a:defRPr/>
            </a:pPr>
            <a:r>
              <a:rPr lang="es-CO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 eres mi luz y mi salvación, </a:t>
            </a:r>
          </a:p>
          <a:p>
            <a:pPr algn="ctr">
              <a:defRPr/>
            </a:pPr>
            <a:r>
              <a:rPr lang="es-CO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Mi único amor eres tú Señor </a:t>
            </a:r>
          </a:p>
          <a:p>
            <a:pPr algn="ctr">
              <a:defRPr/>
            </a:pPr>
            <a:r>
              <a:rPr lang="es-CO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Y por siempre </a:t>
            </a:r>
          </a:p>
          <a:p>
            <a:pPr algn="ctr">
              <a:defRPr/>
            </a:pPr>
            <a:r>
              <a:rPr lang="es-CO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te alabaré.</a:t>
            </a:r>
          </a:p>
          <a:p>
            <a:pPr algn="ctr">
              <a:defRPr/>
            </a:pPr>
            <a:r>
              <a:rPr lang="es-CO" sz="2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 </a:t>
            </a:r>
          </a:p>
          <a:p>
            <a:pPr algn="ctr">
              <a:defRPr/>
            </a:pPr>
            <a:endParaRPr lang="es-CO" sz="2000" dirty="0">
              <a:solidFill>
                <a:prstClr val="white"/>
              </a:solidFill>
              <a:latin typeface="Arial Black" pitchFamily="34" charset="0"/>
              <a:cs typeface="Arial" panose="020B0604020202020204" pitchFamily="34" charset="0"/>
            </a:endParaRPr>
          </a:p>
          <a:p>
            <a:pPr algn="ctr">
              <a:defRPr/>
            </a:pPr>
            <a:endParaRPr lang="es-CO" sz="2000" dirty="0">
              <a:solidFill>
                <a:prstClr val="white"/>
              </a:solidFill>
              <a:latin typeface="Arial Black" pitchFamily="34" charset="0"/>
              <a:cs typeface="Arial" panose="020B0604020202020204" pitchFamily="34" charset="0"/>
            </a:endParaRPr>
          </a:p>
          <a:p>
            <a:pPr algn="just">
              <a:defRPr/>
            </a:pPr>
            <a:r>
              <a:rPr lang="es-CO" sz="2000" dirty="0">
                <a:solidFill>
                  <a:prstClr val="white"/>
                </a:solidFill>
                <a:latin typeface="Arial Black" pitchFamily="34" charset="0"/>
                <a:cs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562982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1 CuadroTexto"/>
          <p:cNvSpPr txBox="1">
            <a:spLocks noChangeArrowheads="1"/>
          </p:cNvSpPr>
          <p:nvPr/>
        </p:nvSpPr>
        <p:spPr bwMode="auto">
          <a:xfrm>
            <a:off x="533400" y="685801"/>
            <a:ext cx="11391900" cy="6278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s-CO" altLang="es-VE" sz="6400" dirty="0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Tú eres Todopoderoso,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s-CO" altLang="es-VE" sz="6400" dirty="0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eres grande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s-CO" altLang="es-VE" sz="6400" dirty="0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y  majestuoso.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s-CO" altLang="es-VE" sz="6400" dirty="0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Eres fuerte, invencible y no hay nadie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s-CO" altLang="es-VE" sz="6400" dirty="0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como tú.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s-CO" altLang="es-VE" sz="1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776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704850" y="-76201"/>
            <a:ext cx="10456209" cy="886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CO" sz="4400" i="1" dirty="0">
                <a:ln w="25400">
                  <a:noFill/>
                </a:ln>
                <a:solidFill>
                  <a:srgbClr val="FF0000"/>
                </a:solidFill>
                <a:latin typeface="Arial Black" pitchFamily="34" charset="0"/>
                <a:cs typeface="Arial" panose="020B0604020202020204" pitchFamily="34" charset="0"/>
              </a:rPr>
              <a:t>ERES TODOPODEROSO</a:t>
            </a:r>
          </a:p>
          <a:p>
            <a:pPr algn="ctr">
              <a:defRPr/>
            </a:pPr>
            <a:endParaRPr lang="es-CO" sz="2400" i="1" dirty="0">
              <a:ln w="25400">
                <a:noFill/>
              </a:ln>
              <a:solidFill>
                <a:srgbClr val="FF0000"/>
              </a:solidFill>
              <a:latin typeface="Arial Black" pitchFamily="34" charset="0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s-CO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La única razón </a:t>
            </a:r>
          </a:p>
          <a:p>
            <a:pPr algn="ctr">
              <a:defRPr/>
            </a:pPr>
            <a:r>
              <a:rPr lang="es-CO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de mi adoración, </a:t>
            </a:r>
          </a:p>
          <a:p>
            <a:pPr algn="ctr">
              <a:defRPr/>
            </a:pPr>
            <a:r>
              <a:rPr lang="es-CO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eres tú mi Jesús, </a:t>
            </a:r>
          </a:p>
          <a:p>
            <a:pPr algn="ctr">
              <a:defRPr/>
            </a:pPr>
            <a:r>
              <a:rPr lang="es-CO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El único motivo para vivir, </a:t>
            </a:r>
          </a:p>
          <a:p>
            <a:pPr algn="ctr">
              <a:defRPr/>
            </a:pPr>
            <a:r>
              <a:rPr lang="es-CO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eres tú mi Señor</a:t>
            </a:r>
          </a:p>
          <a:p>
            <a:pPr algn="ctr">
              <a:defRPr/>
            </a:pPr>
            <a:r>
              <a:rPr lang="es-CO" sz="2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 </a:t>
            </a:r>
          </a:p>
          <a:p>
            <a:pPr algn="ctr">
              <a:defRPr/>
            </a:pPr>
            <a:endParaRPr lang="es-CO" sz="2800" dirty="0">
              <a:solidFill>
                <a:prstClr val="white"/>
              </a:solidFill>
              <a:latin typeface="Arial Black" pitchFamily="34" charset="0"/>
              <a:cs typeface="Arial" panose="020B0604020202020204" pitchFamily="34" charset="0"/>
            </a:endParaRPr>
          </a:p>
          <a:p>
            <a:pPr algn="ctr">
              <a:defRPr/>
            </a:pPr>
            <a:endParaRPr lang="es-CO" sz="2800" dirty="0">
              <a:solidFill>
                <a:prstClr val="white"/>
              </a:solidFill>
              <a:latin typeface="Arial Black" pitchFamily="34" charset="0"/>
              <a:cs typeface="Arial" panose="020B0604020202020204" pitchFamily="34" charset="0"/>
            </a:endParaRPr>
          </a:p>
          <a:p>
            <a:pPr algn="just">
              <a:defRPr/>
            </a:pPr>
            <a:r>
              <a:rPr lang="es-CO" sz="2800" dirty="0">
                <a:solidFill>
                  <a:prstClr val="white"/>
                </a:solidFill>
                <a:latin typeface="Arial Black" pitchFamily="34" charset="0"/>
                <a:cs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337778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726142" y="215153"/>
            <a:ext cx="11040035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CO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Mi única verdad está en ti</a:t>
            </a:r>
          </a:p>
          <a:p>
            <a:pPr algn="ctr">
              <a:defRPr/>
            </a:pPr>
            <a:r>
              <a:rPr lang="es-CO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 eres mi luz y mi salvación, </a:t>
            </a:r>
          </a:p>
          <a:p>
            <a:pPr algn="ctr">
              <a:defRPr/>
            </a:pPr>
            <a:r>
              <a:rPr lang="es-CO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Mi único amor eres tú Señor </a:t>
            </a:r>
          </a:p>
          <a:p>
            <a:pPr algn="ctr">
              <a:defRPr/>
            </a:pPr>
            <a:r>
              <a:rPr lang="es-CO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Y por siempre </a:t>
            </a:r>
          </a:p>
          <a:p>
            <a:pPr algn="ctr">
              <a:defRPr/>
            </a:pPr>
            <a:r>
              <a:rPr lang="es-CO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te alabaré.</a:t>
            </a:r>
          </a:p>
          <a:p>
            <a:pPr algn="ctr">
              <a:defRPr/>
            </a:pPr>
            <a:r>
              <a:rPr lang="es-CO" sz="2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cs typeface="Arial" panose="020B0604020202020204" pitchFamily="34" charset="0"/>
              </a:rPr>
              <a:t> </a:t>
            </a:r>
          </a:p>
          <a:p>
            <a:pPr algn="ctr">
              <a:defRPr/>
            </a:pPr>
            <a:endParaRPr lang="es-CO" sz="2000" dirty="0">
              <a:solidFill>
                <a:prstClr val="white"/>
              </a:solidFill>
              <a:latin typeface="Arial Black" pitchFamily="34" charset="0"/>
              <a:cs typeface="Arial" panose="020B0604020202020204" pitchFamily="34" charset="0"/>
            </a:endParaRPr>
          </a:p>
          <a:p>
            <a:pPr algn="ctr">
              <a:defRPr/>
            </a:pPr>
            <a:endParaRPr lang="es-CO" sz="2000" dirty="0">
              <a:solidFill>
                <a:prstClr val="white"/>
              </a:solidFill>
              <a:latin typeface="Arial Black" pitchFamily="34" charset="0"/>
              <a:cs typeface="Arial" panose="020B0604020202020204" pitchFamily="34" charset="0"/>
            </a:endParaRPr>
          </a:p>
          <a:p>
            <a:pPr algn="just">
              <a:defRPr/>
            </a:pPr>
            <a:r>
              <a:rPr lang="es-CO" sz="2000" dirty="0">
                <a:solidFill>
                  <a:prstClr val="white"/>
                </a:solidFill>
                <a:latin typeface="Arial Black" pitchFamily="34" charset="0"/>
                <a:cs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786939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1 CuadroTexto"/>
          <p:cNvSpPr txBox="1">
            <a:spLocks noChangeArrowheads="1"/>
          </p:cNvSpPr>
          <p:nvPr/>
        </p:nvSpPr>
        <p:spPr bwMode="auto">
          <a:xfrm>
            <a:off x="533400" y="685801"/>
            <a:ext cx="11391900" cy="6278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s-CO" altLang="es-VE" sz="6400" dirty="0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//Tú eres Todopoderoso,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s-CO" altLang="es-VE" sz="6400" dirty="0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eres grande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s-CO" altLang="es-VE" sz="6400" dirty="0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y  majestuoso.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s-CO" altLang="es-VE" sz="6400" dirty="0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Eres fuerte, invencible y no hay nadie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s-CO" altLang="es-VE" sz="6400" dirty="0">
                <a:solidFill>
                  <a:prstClr val="black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como tú//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s-CO" altLang="es-VE" sz="1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1309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EA45F7A8-C446-401E-9C54-68D7886B5FE0}" vid="{35E99413-C220-4A07-8F47-F5ECD2F335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6</TotalTime>
  <Words>149</Words>
  <Application>Microsoft Office PowerPoint</Application>
  <PresentationFormat>Panorámica</PresentationFormat>
  <Paragraphs>50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Tema1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Diego Tobón</cp:lastModifiedBy>
  <cp:revision>11</cp:revision>
  <dcterms:created xsi:type="dcterms:W3CDTF">2017-05-20T22:04:14Z</dcterms:created>
  <dcterms:modified xsi:type="dcterms:W3CDTF">2021-10-10T02:19:46Z</dcterms:modified>
</cp:coreProperties>
</file>
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304" r:id="rId3"/>
    <p:sldId id="305" r:id="rId4"/>
    <p:sldId id="306" r:id="rId5"/>
    <p:sldId id="307" r:id="rId6"/>
    <p:sldId id="308" r:id="rId7"/>
    <p:sldId id="309" r:id="rId8"/>
    <p:sldId id="310" r:id="rId9"/>
    <p:sldId id="311" r:id="rId10"/>
    <p:sldId id="312" r:id="rId11"/>
    <p:sldId id="313" r:id="rId12"/>
    <p:sldId id="314" r:id="rId13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7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07/05/2023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7039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07/05/2023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4605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07/05/2023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4369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07/05/2023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1905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07/05/2023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3263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07/05/2023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0869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07/05/2023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0054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3" y="1435104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07/05/2023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2536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55" indent="0">
              <a:buNone/>
              <a:defRPr sz="3733"/>
            </a:lvl2pPr>
            <a:lvl3pPr marL="1219110" indent="0">
              <a:buNone/>
              <a:defRPr sz="3200"/>
            </a:lvl3pPr>
            <a:lvl4pPr marL="1828664" indent="0">
              <a:buNone/>
              <a:defRPr sz="2667"/>
            </a:lvl4pPr>
            <a:lvl5pPr marL="2438218" indent="0">
              <a:buNone/>
              <a:defRPr sz="2667"/>
            </a:lvl5pPr>
            <a:lvl6pPr marL="3047772" indent="0">
              <a:buNone/>
              <a:defRPr sz="2667"/>
            </a:lvl6pPr>
            <a:lvl7pPr marL="3657327" indent="0">
              <a:buNone/>
              <a:defRPr sz="2667"/>
            </a:lvl7pPr>
            <a:lvl8pPr marL="4266880" indent="0">
              <a:buNone/>
              <a:defRPr sz="2667"/>
            </a:lvl8pPr>
            <a:lvl9pPr marL="4876435" indent="0">
              <a:buNone/>
              <a:defRPr sz="2667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07/05/2023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9609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07/05/2023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5069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07/05/2023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1493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47CFC-816F-41D0-AAC0-9BF4FEBC753E}" type="datetimeFigureOut">
              <a:rPr lang="es-ES" smtClean="0"/>
              <a:t>07/05/2023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409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1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67" indent="-457167" algn="l" defTabSz="121911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26" indent="-380972" algn="l" defTabSz="121911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887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440" indent="-304776" algn="l" defTabSz="121911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994" indent="-304776" algn="l" defTabSz="121911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548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/>
          <p:cNvSpPr txBox="1">
            <a:spLocks/>
          </p:cNvSpPr>
          <p:nvPr/>
        </p:nvSpPr>
        <p:spPr>
          <a:xfrm>
            <a:off x="695502" y="0"/>
            <a:ext cx="11212476" cy="767827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defTabSz="457189">
              <a:defRPr/>
            </a:pPr>
            <a:r>
              <a:rPr lang="es-VE" sz="6000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GRACIA SUBLIME ES </a:t>
            </a:r>
          </a:p>
          <a:p>
            <a:pPr algn="ctr" defTabSz="457189">
              <a:defRPr/>
            </a:pPr>
            <a:endParaRPr lang="es-VE" sz="1400" dirty="0">
              <a:ln w="19050">
                <a:noFill/>
              </a:ln>
              <a:solidFill>
                <a:srgbClr val="FF0000"/>
              </a:solidFill>
              <a:latin typeface="Arial Black" pitchFamily="34" charset="0"/>
            </a:endParaRPr>
          </a:p>
          <a:p>
            <a:pPr algn="ctr" defTabSz="457189">
              <a:defRPr/>
            </a:pPr>
            <a:r>
              <a:rPr lang="es-ES" sz="6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Quién rompe el poder </a:t>
            </a:r>
          </a:p>
          <a:p>
            <a:pPr algn="ctr" defTabSz="457189">
              <a:defRPr/>
            </a:pPr>
            <a:r>
              <a:rPr lang="es-ES" sz="6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del pecado</a:t>
            </a:r>
          </a:p>
          <a:p>
            <a:pPr algn="ctr" defTabSz="457189">
              <a:defRPr/>
            </a:pPr>
            <a:r>
              <a:rPr lang="es-ES" sz="6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Su amor es fuerte </a:t>
            </a:r>
          </a:p>
          <a:p>
            <a:pPr algn="ctr" defTabSz="457189">
              <a:defRPr/>
            </a:pPr>
            <a:r>
              <a:rPr lang="es-ES" sz="6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 poderoso</a:t>
            </a:r>
          </a:p>
          <a:p>
            <a:pPr algn="ctr" defTabSz="457189">
              <a:defRPr/>
            </a:pPr>
            <a:r>
              <a:rPr lang="es-ES" sz="6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El rey de gloria, </a:t>
            </a:r>
          </a:p>
          <a:p>
            <a:pPr algn="ctr" defTabSz="457189">
              <a:defRPr/>
            </a:pPr>
            <a:r>
              <a:rPr lang="es-ES" sz="6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el rey de majestad</a:t>
            </a:r>
            <a:br>
              <a:rPr lang="es-VE" sz="6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</a:br>
            <a:br>
              <a:rPr lang="es-VE" sz="40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br>
              <a:rPr lang="es-VE" sz="20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endParaRPr lang="es-VE" sz="2000" dirty="0">
              <a:solidFill>
                <a:srgbClr val="5FCBEF"/>
              </a:solidFill>
              <a:latin typeface="Trebuchet MS" panose="020B0603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77140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4631" y="2766219"/>
            <a:ext cx="10982739" cy="1325563"/>
          </a:xfrm>
        </p:spPr>
        <p:txBody>
          <a:bodyPr>
            <a:noAutofit/>
          </a:bodyPr>
          <a:lstStyle/>
          <a:p>
            <a:pPr algn="ctr"/>
            <a:r>
              <a:rPr lang="es-ES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  <a:t>Conmueve el mundo</a:t>
            </a:r>
            <a:br>
              <a:rPr lang="es-ES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</a:br>
            <a:r>
              <a:rPr lang="es-ES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  <a:t>con su estruendo</a:t>
            </a:r>
            <a:br>
              <a:rPr lang="es-ES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</a:br>
            <a:r>
              <a:rPr lang="es-ES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  <a:t>Y nos asombra </a:t>
            </a:r>
            <a:br>
              <a:rPr lang="es-ES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</a:br>
            <a:r>
              <a:rPr lang="es-ES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  <a:t>con maravillas</a:t>
            </a:r>
            <a:br>
              <a:rPr lang="es-ES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</a:br>
            <a:r>
              <a:rPr lang="es-ES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  <a:t>El rey de gloria, </a:t>
            </a:r>
            <a:br>
              <a:rPr lang="es-ES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</a:br>
            <a:r>
              <a:rPr lang="es-ES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  <a:t>el rey de majestad</a:t>
            </a:r>
            <a:endParaRPr lang="es-VE" sz="62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0462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357418" y="-166976"/>
            <a:ext cx="11477163" cy="8679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1219110"/>
            <a:r>
              <a:rPr lang="es-VE" sz="6200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CORO: </a:t>
            </a:r>
          </a:p>
          <a:p>
            <a:pPr algn="ctr" defTabSz="1219110"/>
            <a:r>
              <a:rPr lang="es-ES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Gracia sublime es</a:t>
            </a:r>
          </a:p>
          <a:p>
            <a:pPr algn="ctr" defTabSz="1219110"/>
            <a:r>
              <a:rPr lang="es-ES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Perfecto es tu amor</a:t>
            </a:r>
          </a:p>
          <a:p>
            <a:pPr algn="ctr" defTabSz="1219110"/>
            <a:r>
              <a:rPr lang="es-ES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Tomaste mi lugar</a:t>
            </a:r>
          </a:p>
          <a:p>
            <a:pPr algn="ctr" defTabSz="1219110"/>
            <a:r>
              <a:rPr lang="es-ES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Cargaste tú mi cruz</a:t>
            </a:r>
            <a:br>
              <a:rPr lang="es-VE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</a:br>
            <a:br>
              <a:rPr lang="es-VE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</a:br>
            <a:endParaRPr lang="es-VE" sz="62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789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1550" y="451386"/>
            <a:ext cx="11708900" cy="595522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defRPr/>
            </a:pPr>
            <a: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  <a:t>Tu vida diste ahí</a:t>
            </a:r>
            <a:b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</a:br>
            <a: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  <a:t>Y ahora libre soy</a:t>
            </a:r>
            <a:b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</a:br>
            <a: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  <a:t>Jesús, te adoro</a:t>
            </a:r>
            <a:b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</a:br>
            <a: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  <a:t>Por lo que hiciste</a:t>
            </a:r>
            <a:b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</a:br>
            <a: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  <a:t> en mí.</a:t>
            </a:r>
            <a:endParaRPr lang="es-VE" sz="72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9739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-278130" y="399573"/>
            <a:ext cx="12748260" cy="8218647"/>
          </a:xfrm>
        </p:spPr>
        <p:txBody>
          <a:bodyPr>
            <a:normAutofit/>
          </a:bodyPr>
          <a:lstStyle/>
          <a:p>
            <a:pPr marL="0" indent="0" algn="ctr">
              <a:spcBef>
                <a:spcPts val="0"/>
              </a:spcBef>
              <a:buNone/>
              <a:defRPr/>
            </a:pPr>
            <a:r>
              <a:rPr lang="es-VE" sz="4400" b="1" kern="0" dirty="0">
                <a:solidFill>
                  <a:prstClr val="black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 </a:t>
            </a:r>
            <a:r>
              <a:rPr lang="es-ES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Pusiste en orden </a:t>
            </a:r>
          </a:p>
          <a:p>
            <a:pPr marL="0" indent="0" algn="ctr">
              <a:spcBef>
                <a:spcPts val="0"/>
              </a:spcBef>
              <a:buNone/>
              <a:defRPr/>
            </a:pPr>
            <a:r>
              <a:rPr lang="es-ES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todo el caos</a:t>
            </a:r>
          </a:p>
          <a:p>
            <a:pPr marL="0" indent="0" algn="ctr">
              <a:spcBef>
                <a:spcPts val="0"/>
              </a:spcBef>
              <a:buNone/>
              <a:defRPr/>
            </a:pPr>
            <a:r>
              <a:rPr lang="es-ES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Nos adoptaste </a:t>
            </a:r>
          </a:p>
          <a:p>
            <a:pPr marL="0" indent="0" algn="ctr">
              <a:spcBef>
                <a:spcPts val="0"/>
              </a:spcBef>
              <a:buNone/>
              <a:defRPr/>
            </a:pPr>
            <a:r>
              <a:rPr lang="es-ES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como Tus hijos</a:t>
            </a:r>
          </a:p>
          <a:p>
            <a:pPr marL="0" indent="0" algn="ctr">
              <a:spcBef>
                <a:spcPts val="0"/>
              </a:spcBef>
              <a:buNone/>
              <a:defRPr/>
            </a:pPr>
            <a:r>
              <a:rPr lang="es-ES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El rey de gloria,</a:t>
            </a:r>
          </a:p>
          <a:p>
            <a:pPr marL="0" indent="0" algn="ctr">
              <a:spcBef>
                <a:spcPts val="0"/>
              </a:spcBef>
              <a:buNone/>
              <a:defRPr/>
            </a:pPr>
            <a:r>
              <a:rPr lang="es-ES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el rey de majestad</a:t>
            </a:r>
            <a:endParaRPr lang="es-VE" sz="66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179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357418" y="0"/>
            <a:ext cx="11477163" cy="8679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1219110"/>
            <a:r>
              <a:rPr lang="es-ES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El que gobierna </a:t>
            </a:r>
          </a:p>
          <a:p>
            <a:pPr algn="ctr" defTabSz="1219110"/>
            <a:r>
              <a:rPr lang="es-ES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con su justicia</a:t>
            </a:r>
          </a:p>
          <a:p>
            <a:pPr algn="ctr" defTabSz="1219110"/>
            <a:r>
              <a:rPr lang="es-ES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 resplandece </a:t>
            </a:r>
          </a:p>
          <a:p>
            <a:pPr algn="ctr" defTabSz="1219110"/>
            <a:r>
              <a:rPr lang="es-ES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con su belleza</a:t>
            </a:r>
          </a:p>
          <a:p>
            <a:pPr algn="ctr" defTabSz="1219110"/>
            <a:r>
              <a:rPr lang="es-ES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El rey de gloria, </a:t>
            </a:r>
          </a:p>
          <a:p>
            <a:pPr algn="ctr" defTabSz="1219110"/>
            <a:r>
              <a:rPr lang="es-ES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el rey de majestad.</a:t>
            </a:r>
            <a:br>
              <a:rPr lang="es-VE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</a:br>
            <a:br>
              <a:rPr lang="es-VE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</a:br>
            <a:endParaRPr lang="es-VE" sz="62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8061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357418" y="-166976"/>
            <a:ext cx="11477163" cy="8679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1219110"/>
            <a:r>
              <a:rPr lang="es-VE" sz="6200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CORO: </a:t>
            </a:r>
          </a:p>
          <a:p>
            <a:pPr algn="ctr" defTabSz="1219110"/>
            <a:r>
              <a:rPr lang="es-ES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Gracia sublime es</a:t>
            </a:r>
          </a:p>
          <a:p>
            <a:pPr algn="ctr" defTabSz="1219110"/>
            <a:r>
              <a:rPr lang="es-ES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Perfecto es tu amor</a:t>
            </a:r>
          </a:p>
          <a:p>
            <a:pPr algn="ctr" defTabSz="1219110"/>
            <a:r>
              <a:rPr lang="es-ES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Tomaste mi lugar</a:t>
            </a:r>
          </a:p>
          <a:p>
            <a:pPr algn="ctr" defTabSz="1219110"/>
            <a:r>
              <a:rPr lang="es-ES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Cargaste tú mi cruz</a:t>
            </a:r>
            <a:br>
              <a:rPr lang="es-VE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</a:br>
            <a:br>
              <a:rPr lang="es-VE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</a:br>
            <a:endParaRPr lang="es-VE" sz="62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014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1550" y="451386"/>
            <a:ext cx="11708900" cy="595522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defRPr/>
            </a:pPr>
            <a: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  <a:t>Tu vida diste ahí</a:t>
            </a:r>
            <a:b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</a:br>
            <a: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  <a:t>Y ahora libre soy</a:t>
            </a:r>
            <a:b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</a:br>
            <a: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  <a:t>Jesús, te adoro</a:t>
            </a:r>
            <a:b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</a:br>
            <a: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  <a:t>Por lo que hiciste</a:t>
            </a:r>
            <a:b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</a:br>
            <a: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  <a:t> en mí.</a:t>
            </a:r>
            <a:endParaRPr lang="es-VE" sz="72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6751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1550" y="451386"/>
            <a:ext cx="11708900" cy="595522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defRPr/>
            </a:pPr>
            <a: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  <a:t>///Digno es el </a:t>
            </a:r>
            <a:b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</a:br>
            <a: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  <a:t>cordero de Dios,</a:t>
            </a:r>
            <a:b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</a:br>
            <a: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  <a:t>Digno es aquel </a:t>
            </a:r>
            <a:b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</a:br>
            <a: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  <a:t>que la muerte </a:t>
            </a:r>
            <a:b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</a:br>
            <a: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  <a:t>venció///</a:t>
            </a:r>
            <a:endParaRPr lang="es-VE" sz="72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0253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1550" y="451386"/>
            <a:ext cx="11708900" cy="595522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defRPr/>
            </a:pPr>
            <a: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  <a:t>Digno es el </a:t>
            </a:r>
            <a:b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</a:br>
            <a: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  <a:t>cordero de Dios,</a:t>
            </a:r>
            <a:b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</a:br>
            <a: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  <a:t>Digno, digno, digno.</a:t>
            </a:r>
            <a:endParaRPr lang="es-VE" sz="72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6383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357418" y="-166976"/>
            <a:ext cx="11477163" cy="8679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1219110"/>
            <a:r>
              <a:rPr lang="es-VE" sz="6200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CORO: </a:t>
            </a:r>
          </a:p>
          <a:p>
            <a:pPr algn="ctr" defTabSz="1219110"/>
            <a:r>
              <a:rPr lang="es-ES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Gracia sublime es</a:t>
            </a:r>
          </a:p>
          <a:p>
            <a:pPr algn="ctr" defTabSz="1219110"/>
            <a:r>
              <a:rPr lang="es-ES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Perfecto es tu amor</a:t>
            </a:r>
          </a:p>
          <a:p>
            <a:pPr algn="ctr" defTabSz="1219110"/>
            <a:r>
              <a:rPr lang="es-ES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Tomaste mi lugar</a:t>
            </a:r>
          </a:p>
          <a:p>
            <a:pPr algn="ctr" defTabSz="1219110"/>
            <a:r>
              <a:rPr lang="es-ES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Cargaste tú mi cruz</a:t>
            </a:r>
            <a:br>
              <a:rPr lang="es-VE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</a:br>
            <a:br>
              <a:rPr lang="es-VE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</a:br>
            <a:endParaRPr lang="es-VE" sz="62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416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1550" y="451386"/>
            <a:ext cx="11708900" cy="595522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defRPr/>
            </a:pPr>
            <a: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  <a:t>Tu vida diste ahí</a:t>
            </a:r>
            <a:b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</a:br>
            <a: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  <a:t>Y ahora libre soy</a:t>
            </a:r>
            <a:b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</a:br>
            <a: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  <a:t>Jesús, te adoro</a:t>
            </a:r>
            <a:b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</a:br>
            <a: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  <a:t>Por lo que hiciste</a:t>
            </a:r>
            <a:b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</a:br>
            <a: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  <a:t> en mí.</a:t>
            </a:r>
            <a:endParaRPr lang="es-VE" sz="72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4804862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258</Words>
  <Application>Microsoft Office PowerPoint</Application>
  <PresentationFormat>Panorámica</PresentationFormat>
  <Paragraphs>41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Arial</vt:lpstr>
      <vt:lpstr>Arial</vt:lpstr>
      <vt:lpstr>Arial Black</vt:lpstr>
      <vt:lpstr>Calibri</vt:lpstr>
      <vt:lpstr>Trebuchet MS</vt:lpstr>
      <vt:lpstr>1_Tema de Office</vt:lpstr>
      <vt:lpstr>Presentación de PowerPoint</vt:lpstr>
      <vt:lpstr>Conmueve el mundo con su estruendo Y nos asombra  con maravillas El rey de gloria,  el rey de majestad</vt:lpstr>
      <vt:lpstr>Presentación de PowerPoint</vt:lpstr>
      <vt:lpstr>Tu vida diste ahí Y ahora libre soy Jesús, te adoro Por lo que hiciste  en mí.</vt:lpstr>
      <vt:lpstr>Presentación de PowerPoint</vt:lpstr>
      <vt:lpstr>Presentación de PowerPoint</vt:lpstr>
      <vt:lpstr>Presentación de PowerPoint</vt:lpstr>
      <vt:lpstr>Tu vida diste ahí Y ahora libre soy Jesús, te adoro Por lo que hiciste  en mí.</vt:lpstr>
      <vt:lpstr>///Digno es el  cordero de Dios, Digno es aquel  que la muerte  venció///</vt:lpstr>
      <vt:lpstr>Digno es el  cordero de Dios, Digno, digno, digno.</vt:lpstr>
      <vt:lpstr>Presentación de PowerPoint</vt:lpstr>
      <vt:lpstr>Tu vida diste ahí Y ahora libre soy Jesús, te adoro Por lo que hiciste  en mí.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Diego Tobón</cp:lastModifiedBy>
  <cp:revision>5</cp:revision>
  <dcterms:created xsi:type="dcterms:W3CDTF">2017-05-27T19:34:49Z</dcterms:created>
  <dcterms:modified xsi:type="dcterms:W3CDTF">2023-05-07T21:17:44Z</dcterms:modified>
</cp:coreProperties>
</file>
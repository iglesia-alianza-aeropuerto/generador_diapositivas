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  <p:sldMasterId id="2147483679" r:id="rId6"/>
    <p:sldMasterId id="214748369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6858000" cx="12192000"/>
  <p:notesSz cx="6858000" cy="9144000"/>
  <p:embeddedFontLst>
    <p:embeddedFont>
      <p:font typeface="Arial Black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hgjYM7xMFuDUjU2a2hn93duREI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11" Type="http://schemas.openxmlformats.org/officeDocument/2006/relationships/slide" Target="slides/slide3.xml"/><Relationship Id="rId22" Type="http://customschemas.google.com/relationships/presentationmetadata" Target="metadata"/><Relationship Id="rId10" Type="http://schemas.openxmlformats.org/officeDocument/2006/relationships/slide" Target="slides/slide2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1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showMasterSp="0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 showMasterSp="0">
  <p:cSld name="1_Título y objeto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81" name="Google Shape;8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" type="body"/>
          </p:nvPr>
        </p:nvSpPr>
        <p:spPr>
          <a:xfrm>
            <a:off x="913773" y="2367093"/>
            <a:ext cx="10363827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95" name="Google Shape;9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7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7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8" name="Google Shape;98;p2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2" name="Google Shape;102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8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9" name="Google Shape;10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9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9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2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6" name="Google Shape;11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0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0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3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4" name="Google Shape;12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1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31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1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31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3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4" name="Google Shape;134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2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0" name="Google Shape;140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5" name="Google Shape;145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4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4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34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9" name="Google Shape;149;p3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53" name="Google Shape;15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5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5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6" name="Google Shape;156;p35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7" name="Google Shape;157;p3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1" name="Google Shape;16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6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6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4" name="Google Shape;164;p36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5" name="Google Shape;165;p3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9" name="Google Shape;16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7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7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2" name="Google Shape;172;p3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76" name="Google Shape;176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8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8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9" name="Google Shape;179;p38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0" name="Google Shape;180;p3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83" name="Google Shape;183;p38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CO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4" name="Google Shape;184;p38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CO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86" name="Google Shape;186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9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9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9" name="Google Shape;189;p3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93" name="Google Shape;193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40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0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6" name="Google Shape;196;p40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7" name="Google Shape;197;p40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40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9" name="Google Shape;199;p40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40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1" name="Google Shape;201;p4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05" name="Google Shape;205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41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1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8" name="Google Shape;208;p41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9" name="Google Shape;209;p41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0" name="Google Shape;210;p41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41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2" name="Google Shape;212;p41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3" name="Google Shape;213;p41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4" name="Google Shape;214;p41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5" name="Google Shape;215;p41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6" name="Google Shape;216;p4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4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0" name="Google Shape;220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2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42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4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7" name="Google Shape;22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43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43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4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241" name="Google Shape;241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5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45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44" name="Google Shape;244;p4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4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4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48" name="Google Shape;248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6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51" name="Google Shape;251;p4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4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55" name="Google Shape;255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7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47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8" name="Google Shape;258;p4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4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62" name="Google Shape;262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48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65" name="Google Shape;265;p48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66" name="Google Shape;266;p4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4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70" name="Google Shape;270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9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9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73" name="Google Shape;273;p49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74" name="Google Shape;274;p49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75" name="Google Shape;275;p49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76" name="Google Shape;276;p4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4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4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showMasterSp="0" type="titleOnly">
  <p:cSld name="TITLE_ONLY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80" name="Google Shape;280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50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5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5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86" name="Google Shape;286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5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5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5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91" name="Google Shape;291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52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52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94" name="Google Shape;294;p52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5" name="Google Shape;295;p5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5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5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99" name="Google Shape;299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53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53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2" name="Google Shape;302;p53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3" name="Google Shape;303;p5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5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5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 showMasterSp="0">
  <p:cSld name="Imagen panorámica con descripción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07" name="Google Shape;307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4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4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0" name="Google Shape;310;p54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1" name="Google Shape;311;p5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5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5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 showMasterSp="0">
  <p:cSld name="Título y descripción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15" name="Google Shape;315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55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55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5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5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5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 showMasterSp="0">
  <p:cSld name="Cita con descripción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22" name="Google Shape;322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56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56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5" name="Google Shape;325;p56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5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5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5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329" name="Google Shape;329;p56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CO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330" name="Google Shape;330;p56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CO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 showMasterSp="0">
  <p:cSld name="Tarjeta de nombre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32" name="Google Shape;332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57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57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5" name="Google Shape;335;p5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5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5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 showMasterSp="0">
  <p:cSld name="Columna 3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39" name="Google Shape;339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58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8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42" name="Google Shape;342;p58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3" name="Google Shape;343;p58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44" name="Google Shape;344;p58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58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46" name="Google Shape;346;p58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7" name="Google Shape;347;p5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5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5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 showMasterSp="0">
  <p:cSld name="Columna de imagen 3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51" name="Google Shape;351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59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59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54" name="Google Shape;354;p59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5" name="Google Shape;355;p59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56" name="Google Shape;356;p59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57" name="Google Shape;357;p59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8" name="Google Shape;358;p59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59" name="Google Shape;359;p59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60" name="Google Shape;360;p59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1" name="Google Shape;361;p59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62" name="Google Shape;362;p5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5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5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66" name="Google Shape;366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60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60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69" name="Google Shape;369;p6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6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6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73" name="Google Shape;373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61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61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6" name="Google Shape;376;p6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6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6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387" name="Google Shape;387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63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63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90" name="Google Shape;390;p6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6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6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94" name="Google Shape;394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6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64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97" name="Google Shape;397;p6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8" name="Google Shape;398;p6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6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01" name="Google Shape;401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65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65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4" name="Google Shape;404;p6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6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6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08" name="Google Shape;408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6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66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11" name="Google Shape;411;p66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12" name="Google Shape;412;p6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6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6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16" name="Google Shape;416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6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67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19" name="Google Shape;419;p67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0" name="Google Shape;420;p67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21" name="Google Shape;421;p67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2" name="Google Shape;422;p6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6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6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showMasterSp="0" type="titleOnly">
  <p:cSld name="TITLE_ONLY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26" name="Google Shape;426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6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6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6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6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32" name="Google Shape;432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6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6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6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37" name="Google Shape;437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70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70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0" name="Google Shape;440;p70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1" name="Google Shape;441;p7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7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7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45" name="Google Shape;445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71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71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8" name="Google Shape;448;p71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9" name="Google Shape;449;p7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7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1" name="Google Shape;451;p7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 showMasterSp="0">
  <p:cSld name="Imagen panorámica con descripción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53" name="Google Shape;453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72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5" name="Google Shape;455;p72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56" name="Google Shape;456;p72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7" name="Google Shape;457;p7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7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7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 showMasterSp="0">
  <p:cSld name="Título y descripción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61" name="Google Shape;461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73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73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4" name="Google Shape;464;p7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7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7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 showMasterSp="0">
  <p:cSld name="Cita con descripción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68" name="Google Shape;468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74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74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71" name="Google Shape;471;p74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72" name="Google Shape;472;p7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7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7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475" name="Google Shape;475;p74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CO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476" name="Google Shape;476;p74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CO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 showMasterSp="0">
  <p:cSld name="Tarjeta de nombre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78" name="Google Shape;478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75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75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81" name="Google Shape;481;p7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p7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7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 showMasterSp="0">
  <p:cSld name="Columna 3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85" name="Google Shape;485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76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p76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8" name="Google Shape;488;p76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89" name="Google Shape;489;p76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90" name="Google Shape;490;p76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91" name="Google Shape;491;p76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92" name="Google Shape;492;p76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93" name="Google Shape;493;p7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7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5" name="Google Shape;495;p7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 showMasterSp="0">
  <p:cSld name="Columna de imagen 3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97" name="Google Shape;497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77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77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0" name="Google Shape;500;p77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01" name="Google Shape;501;p77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02" name="Google Shape;502;p77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3" name="Google Shape;503;p77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04" name="Google Shape;504;p77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05" name="Google Shape;505;p77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6" name="Google Shape;506;p77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07" name="Google Shape;507;p77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08" name="Google Shape;508;p7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9" name="Google Shape;509;p7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0" name="Google Shape;510;p7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512" name="Google Shape;512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7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4" name="Google Shape;514;p78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5" name="Google Shape;515;p7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7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7" name="Google Shape;517;p7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519" name="Google Shape;519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79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1" name="Google Shape;521;p79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2" name="Google Shape;522;p7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3" name="Google Shape;523;p7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4" name="Google Shape;524;p7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theme" Target="../theme/theme4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39.xml"/><Relationship Id="rId1" Type="http://schemas.openxmlformats.org/officeDocument/2006/relationships/image" Target="../media/image3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6.xml"/><Relationship Id="rId6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6.xml"/><Relationship Id="rId1" Type="http://schemas.openxmlformats.org/officeDocument/2006/relationships/image" Target="../media/image3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63.xml"/><Relationship Id="rId6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62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90000"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88" name="Google Shape;88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0" name="Google Shape;90;p26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1" name="Google Shape;91;p2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2" name="Google Shape;92;p2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3" name="Google Shape;93;p2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90000"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234" name="Google Shape;234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6" name="Google Shape;236;p44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37" name="Google Shape;237;p4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38" name="Google Shape;238;p4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39" name="Google Shape;239;p4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90000"/>
          </a:blip>
          <a:stretch>
            <a:fillRect/>
          </a:stretch>
        </a:blip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380" name="Google Shape;380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62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2" name="Google Shape;382;p62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383" name="Google Shape;383;p6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384" name="Google Shape;384;p6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385" name="Google Shape;385;p6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"/>
          <p:cNvSpPr txBox="1"/>
          <p:nvPr/>
        </p:nvSpPr>
        <p:spPr>
          <a:xfrm>
            <a:off x="321636" y="356203"/>
            <a:ext cx="11003193" cy="614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4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635. ¡BIENVENIDO!</a:t>
            </a:r>
            <a:endParaRPr b="0" i="1" sz="44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3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142971" lvl="0" marL="1142971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67"/>
              <a:buFont typeface="Arial Black"/>
              <a:buAutoNum type="arabicPeriod"/>
            </a:pPr>
            <a:r>
              <a:rPr b="1" i="0" lang="es-CO" sz="62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gran gozo y placer</a:t>
            </a:r>
            <a:r>
              <a:rPr b="0" i="0" lang="es-CO" sz="62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2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volvemos hoy a ver;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2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Nuestras manos otra vez estrechamos.  </a:t>
            </a:r>
            <a:endParaRPr b="0" i="0" sz="6267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"/>
          <p:cNvSpPr txBox="1"/>
          <p:nvPr/>
        </p:nvSpPr>
        <p:spPr>
          <a:xfrm>
            <a:off x="857251" y="761979"/>
            <a:ext cx="10617200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 contenta el corazón ensanchándose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de amor;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Todos a una voz a Dios gracias damos.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"/>
          <p:cNvSpPr txBox="1"/>
          <p:nvPr/>
        </p:nvSpPr>
        <p:spPr>
          <a:xfrm>
            <a:off x="329791" y="484925"/>
            <a:ext cx="11328400" cy="5550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5467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¡Bienvenido!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¡Bienvenido!</a:t>
            </a: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Los hermanos hoy aquí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gozamos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decir: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"/>
          <p:cNvSpPr/>
          <p:nvPr/>
        </p:nvSpPr>
        <p:spPr>
          <a:xfrm>
            <a:off x="623392" y="1224737"/>
            <a:ext cx="11017680" cy="456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¡Bienvenido! ¡Bienvenido!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volvernos a reunir,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¡Bienvenido!</a:t>
            </a:r>
            <a:endParaRPr b="0" i="0" sz="6667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"/>
          <p:cNvSpPr txBox="1"/>
          <p:nvPr/>
        </p:nvSpPr>
        <p:spPr>
          <a:xfrm>
            <a:off x="590551" y="806452"/>
            <a:ext cx="10998200" cy="6042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</a:t>
            </a: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Hasta aquí Dios te ayudó,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ni un momento te dejó,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a nosotros te volvió, ¡Bienvenido!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"/>
          <p:cNvSpPr/>
          <p:nvPr/>
        </p:nvSpPr>
        <p:spPr>
          <a:xfrm>
            <a:off x="1346201" y="1096646"/>
            <a:ext cx="9664700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Señor te acompañó,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 presencia te amparó,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Del peligro te guardó, ¡Bienvenido!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"/>
          <p:cNvSpPr txBox="1"/>
          <p:nvPr/>
        </p:nvSpPr>
        <p:spPr>
          <a:xfrm>
            <a:off x="329791" y="484925"/>
            <a:ext cx="11328400" cy="5550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5467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¡Bienvenido!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¡Bienvenido!</a:t>
            </a: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Los hermanos hoy aquí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gozamos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decir: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"/>
          <p:cNvSpPr/>
          <p:nvPr/>
        </p:nvSpPr>
        <p:spPr>
          <a:xfrm>
            <a:off x="623392" y="1224737"/>
            <a:ext cx="11017680" cy="456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¡Bienvenido! ¡Bienvenido!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volvernos a reunir,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¡Bienvenido!</a:t>
            </a:r>
            <a:endParaRPr b="0" i="0" sz="6667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9"/>
          <p:cNvSpPr txBox="1"/>
          <p:nvPr/>
        </p:nvSpPr>
        <p:spPr>
          <a:xfrm>
            <a:off x="1143001" y="1168401"/>
            <a:ext cx="10198100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</a:t>
            </a: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 nos guarde en este amor,</a:t>
            </a: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para que de corazón, consagrados al Señor,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le alabemos.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0"/>
          <p:cNvSpPr/>
          <p:nvPr/>
        </p:nvSpPr>
        <p:spPr>
          <a:xfrm>
            <a:off x="1047751" y="1426845"/>
            <a:ext cx="1027430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la eterna reunión do no habrá separación,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Ni tristeza ni aflicción: ¡Bienvenido!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1"/>
          <p:cNvSpPr txBox="1"/>
          <p:nvPr/>
        </p:nvSpPr>
        <p:spPr>
          <a:xfrm>
            <a:off x="329791" y="484925"/>
            <a:ext cx="11328400" cy="5550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5467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¡Bienvenido!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¡Bienvenido!</a:t>
            </a: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Los hermanos hoy aquí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gozamos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decir: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2"/>
          <p:cNvSpPr/>
          <p:nvPr/>
        </p:nvSpPr>
        <p:spPr>
          <a:xfrm>
            <a:off x="623392" y="1224737"/>
            <a:ext cx="11017680" cy="456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¡Bienvenido! ¡Bienvenido!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volvernos a reunir,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¡Bienvenido!</a:t>
            </a:r>
            <a:endParaRPr b="0" i="0" sz="6667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1">
  <a:themeElements>
    <a:clrScheme name="Gota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Tema1">
  <a:themeElements>
    <a:clrScheme name="Gota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ota">
  <a:themeElements>
    <a:clrScheme name="Gota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2017-06-02T19:53:03Z</dcterms:created>
  <dc:creator>Kadiesa</dc:creator>
</cp:coreProperties>
</file>
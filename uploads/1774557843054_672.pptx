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805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80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088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657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1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22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046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271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92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60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605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589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8216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323 LEJOS DE MI PADRE DIOS</a:t>
            </a:r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r>
              <a:rPr lang="es-CO" sz="2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8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Lejos de mi Padre Dios, por Jesús fui 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hallado; Por 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 gracia y por su amor fui por él salvado.</a:t>
            </a:r>
            <a:endParaRPr lang="es-CO" sz="65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3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3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727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44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9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</a:t>
            </a:r>
            <a:r>
              <a:rPr lang="es-CO" sz="69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Jesús, mi Señor, sea mi gloria </a:t>
            </a:r>
            <a:r>
              <a:rPr lang="es-CO" sz="69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eterna; El </a:t>
            </a:r>
            <a:r>
              <a:rPr lang="es-CO" sz="69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me amó y me salvó por su gracia tierna.</a:t>
            </a:r>
            <a:endParaRPr lang="es-CO" sz="69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143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En Jesús, mi Salvador, pongo mi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confianza; Toda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 necesidad suple en abundancia.</a:t>
            </a:r>
            <a:endParaRPr lang="es-CO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2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es-CO" sz="2800" dirty="0">
                <a:ln w="19050">
                  <a:noFill/>
                </a:ln>
                <a:solidFill>
                  <a:prstClr val="black"/>
                </a:solidFill>
              </a:rPr>
              <a:t> </a:t>
            </a:r>
          </a:p>
          <a:p>
            <a:pPr algn="ctr"/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867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44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9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</a:t>
            </a:r>
            <a:r>
              <a:rPr lang="es-CO" sz="69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Jesús, mi Señor, sea mi gloria </a:t>
            </a:r>
            <a:r>
              <a:rPr lang="es-CO" sz="69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eterna; El </a:t>
            </a:r>
            <a:r>
              <a:rPr lang="es-CO" sz="69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me amó y me salvó por su gracia tierna.</a:t>
            </a:r>
            <a:endParaRPr lang="es-CO" sz="69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523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7602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Cerca de mi buen Pastor vivo cada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día; Toda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gracia en su Señor halla el alma mía.</a:t>
            </a:r>
            <a:endParaRPr lang="es-CO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es-CO" sz="2800" dirty="0">
                <a:ln w="19050">
                  <a:noFill/>
                </a:ln>
                <a:solidFill>
                  <a:prstClr val="black"/>
                </a:solidFill>
              </a:rPr>
              <a:t> </a:t>
            </a:r>
          </a:p>
          <a:p>
            <a:pPr algn="ctr"/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76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44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4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9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</a:t>
            </a:r>
            <a:r>
              <a:rPr lang="es-CO" sz="69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Jesús, mi Señor, sea mi gloria </a:t>
            </a:r>
            <a:r>
              <a:rPr lang="es-CO" sz="69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eterna; El </a:t>
            </a:r>
            <a:r>
              <a:rPr lang="es-CO" sz="69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me amó y me salvó por su gracia tierna.</a:t>
            </a:r>
            <a:endParaRPr lang="es-CO" sz="69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50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324 JAMÁS, JAMÁS</a:t>
            </a:r>
            <a:endParaRPr lang="es-CO" sz="4000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24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4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Jamás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jamás</a:t>
            </a: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mis 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pecados 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contará;</a:t>
            </a: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Perdonados 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siempre,</a:t>
            </a: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ante mi 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mente</a:t>
            </a: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Nunca 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más los ha de 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mencionar</a:t>
            </a:r>
            <a:r>
              <a:rPr lang="es-CO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</a:t>
            </a:r>
            <a:endParaRPr lang="es-CO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3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3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noFill/>
              </a:ln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046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Jamás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oiré de los días de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maldad;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Cristo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me ha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redimido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CO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 dado al olvido mi pecar.</a:t>
            </a:r>
            <a:endParaRPr lang="es-CO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noFill/>
              </a:ln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347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Panorámica</PresentationFormat>
  <Paragraphs>21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2017-05-27T15:30:52Z</dcterms:created>
  <dcterms:modified xsi:type="dcterms:W3CDTF">2017-05-27T15:30:54Z</dcterms:modified>
</cp:coreProperties>
</file>
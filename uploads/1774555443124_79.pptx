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Nsp9tuZqQhzdTN5jsb6hkNQDR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DAD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/>
        </p:nvSpPr>
        <p:spPr>
          <a:xfrm>
            <a:off x="1524000" y="1"/>
            <a:ext cx="9144000" cy="7048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152 JESÚS ES LA ROCA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Jesús es la roca de mi salvación; El es quien me libra de condenación. </a:t>
            </a:r>
            <a:endParaRPr b="1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/>
        </p:nvSpPr>
        <p:spPr>
          <a:xfrm>
            <a:off x="1524000" y="0"/>
            <a:ext cx="9144000" cy="7848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Jesús es mi fuerte, mi gran protector; //Yo sé que soy hijo de todo su amor.//</a:t>
            </a:r>
            <a:endParaRPr sz="7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/>
        </p:nvSpPr>
        <p:spPr>
          <a:xfrm>
            <a:off x="1524000" y="1"/>
            <a:ext cx="9144000" cy="7323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Jesús me defiende de negra traición; El lava las manchas de mi corazón. </a:t>
            </a:r>
            <a:endParaRPr sz="7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/>
        </p:nvSpPr>
        <p:spPr>
          <a:xfrm>
            <a:off x="1524000" y="1"/>
            <a:ext cx="9144000" cy="8154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Jesús me rescata del mundo falaz; //Me lleva a su seno, su seno de paz.//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/>
        </p:nvSpPr>
        <p:spPr>
          <a:xfrm>
            <a:off x="1524000" y="1"/>
            <a:ext cx="9144000" cy="710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Por eso en mis horas de negro dolor, Yo busco el consuelo de mi Redentor. </a:t>
            </a:r>
            <a:endParaRPr sz="7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/>
        </p:nvSpPr>
        <p:spPr>
          <a:xfrm>
            <a:off x="1524000" y="357167"/>
            <a:ext cx="9144000" cy="6894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Venid, si por Cristo ser salvos queréis, //Al lado de Cristo lugar hallaréis.//</a:t>
            </a:r>
            <a:endParaRPr sz="77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/>
        </p:nvSpPr>
        <p:spPr>
          <a:xfrm>
            <a:off x="1524000" y="0"/>
            <a:ext cx="9144000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4. Su paz os ofrece, su paz él os da; Aquel que le busca, ser salvo podrá. 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 txBox="1"/>
          <p:nvPr/>
        </p:nvSpPr>
        <p:spPr>
          <a:xfrm>
            <a:off x="1524000" y="285729"/>
            <a:ext cx="9144000" cy="6217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fui mucho tiempo esclavo del mal, //Mas hoy Jesucristo me dio libertad.//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/>
        </p:nvSpPr>
        <p:spPr>
          <a:xfrm>
            <a:off x="1524000" y="214290"/>
            <a:ext cx="9144000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5. Jesús es la fuente de la redención; El sana las llagas de mi corazón. 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/>
          <p:nvPr/>
        </p:nvSpPr>
        <p:spPr>
          <a:xfrm>
            <a:off x="1524000" y="214291"/>
            <a:ext cx="9144000" cy="710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sana al leproso, al ciego da luz; //Por eso confío tan sólo en Jesús.//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2017-03-03T20:56:49Z</dcterms:created>
  <dc:creator>Kadiesa</dc:creator>
</cp:coreProperties>
</file>
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y="6858000" cx="12192000"/>
  <p:notesSz cx="6858000" cy="9144000"/>
  <p:embeddedFontLst>
    <p:embeddedFont>
      <p:font typeface="Arial Black"/>
      <p:regular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4" roundtripDataSignature="AMtx7mjlih04jWjjFhsnfhb1bW97pCXI8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slide" Target="slides/slide18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24" Type="http://customschemas.google.com/relationships/presentationmetadata" Target="metadata"/><Relationship Id="rId12" Type="http://schemas.openxmlformats.org/officeDocument/2006/relationships/slide" Target="slides/slide8.xml"/><Relationship Id="rId23" Type="http://schemas.openxmlformats.org/officeDocument/2006/relationships/font" Target="fonts/ArialBlack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0"/>
          <p:cNvSpPr txBox="1"/>
          <p:nvPr>
            <p:ph type="ctrTitle"/>
          </p:nvPr>
        </p:nvSpPr>
        <p:spPr>
          <a:xfrm>
            <a:off x="914400" y="2130429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0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853"/>
              </a:spcBef>
              <a:spcAft>
                <a:spcPts val="0"/>
              </a:spcAft>
              <a:buClr>
                <a:srgbClr val="888888"/>
              </a:buClr>
              <a:buSzPts val="4267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747"/>
              </a:spcBef>
              <a:spcAft>
                <a:spcPts val="0"/>
              </a:spcAft>
              <a:buClr>
                <a:srgbClr val="888888"/>
              </a:buClr>
              <a:buSzPts val="3733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20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0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0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1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1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21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1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1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2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33"/>
              <a:buFont typeface="Calibri"/>
              <a:buNone/>
              <a:defRPr b="1" sz="5333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2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 sz="2667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427"/>
              </a:spcBef>
              <a:spcAft>
                <a:spcPts val="0"/>
              </a:spcAft>
              <a:buClr>
                <a:srgbClr val="888888"/>
              </a:buClr>
              <a:buSzPts val="2133"/>
              <a:buNone/>
              <a:defRPr sz="2133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22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2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2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3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3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65645" lvl="0" marL="4572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•"/>
              <a:defRPr sz="3733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397954" lvl="2" marL="1371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32" name="Google Shape;32;p23"/>
          <p:cNvSpPr txBox="1"/>
          <p:nvPr>
            <p:ph idx="2" type="body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65645" lvl="0" marL="4572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•"/>
              <a:defRPr sz="3733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397954" lvl="2" marL="1371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33" name="Google Shape;33;p23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3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3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4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67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4"/>
          <p:cNvSpPr txBox="1"/>
          <p:nvPr>
            <p:ph idx="1" type="body"/>
          </p:nvPr>
        </p:nvSpPr>
        <p:spPr>
          <a:xfrm>
            <a:off x="609600" y="1535113"/>
            <a:ext cx="5386917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None/>
              <a:defRPr b="1" sz="2667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4pPr>
            <a:lvl5pPr indent="-228600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5pPr>
            <a:lvl6pPr indent="-228600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6pPr>
            <a:lvl7pPr indent="-228600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7pPr>
            <a:lvl8pPr indent="-228600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8pPr>
            <a:lvl9pPr indent="-228600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9pPr>
          </a:lstStyle>
          <a:p/>
        </p:txBody>
      </p:sp>
      <p:sp>
        <p:nvSpPr>
          <p:cNvPr id="39" name="Google Shape;39;p24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397954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4045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–"/>
              <a:defRPr sz="2133"/>
            </a:lvl4pPr>
            <a:lvl5pPr indent="-364045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»"/>
              <a:defRPr sz="2133"/>
            </a:lvl5pPr>
            <a:lvl6pPr indent="-364045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6pPr>
            <a:lvl7pPr indent="-364045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7pPr>
            <a:lvl8pPr indent="-364045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8pPr>
            <a:lvl9pPr indent="-364045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9pPr>
          </a:lstStyle>
          <a:p/>
        </p:txBody>
      </p:sp>
      <p:sp>
        <p:nvSpPr>
          <p:cNvPr id="40" name="Google Shape;40;p24"/>
          <p:cNvSpPr txBox="1"/>
          <p:nvPr>
            <p:ph idx="3" type="body"/>
          </p:nvPr>
        </p:nvSpPr>
        <p:spPr>
          <a:xfrm>
            <a:off x="6193372" y="1535113"/>
            <a:ext cx="5389033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None/>
              <a:defRPr b="1" sz="2667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4pPr>
            <a:lvl5pPr indent="-228600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5pPr>
            <a:lvl6pPr indent="-228600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6pPr>
            <a:lvl7pPr indent="-228600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7pPr>
            <a:lvl8pPr indent="-228600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8pPr>
            <a:lvl9pPr indent="-228600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9pPr>
          </a:lstStyle>
          <a:p/>
        </p:txBody>
      </p:sp>
      <p:sp>
        <p:nvSpPr>
          <p:cNvPr id="41" name="Google Shape;41;p24"/>
          <p:cNvSpPr txBox="1"/>
          <p:nvPr>
            <p:ph idx="4" type="body"/>
          </p:nvPr>
        </p:nvSpPr>
        <p:spPr>
          <a:xfrm>
            <a:off x="6193372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397954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4045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–"/>
              <a:defRPr sz="2133"/>
            </a:lvl4pPr>
            <a:lvl5pPr indent="-364045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»"/>
              <a:defRPr sz="2133"/>
            </a:lvl5pPr>
            <a:lvl6pPr indent="-364045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6pPr>
            <a:lvl7pPr indent="-364045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7pPr>
            <a:lvl8pPr indent="-364045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8pPr>
            <a:lvl9pPr indent="-364045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9pPr>
          </a:lstStyle>
          <a:p/>
        </p:txBody>
      </p:sp>
      <p:sp>
        <p:nvSpPr>
          <p:cNvPr id="42" name="Google Shape;42;p24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4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4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5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5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5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5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6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6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6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7"/>
          <p:cNvSpPr txBox="1"/>
          <p:nvPr>
            <p:ph type="title"/>
          </p:nvPr>
        </p:nvSpPr>
        <p:spPr>
          <a:xfrm>
            <a:off x="609603" y="273049"/>
            <a:ext cx="4011084" cy="11620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Calibri"/>
              <a:buNone/>
              <a:defRPr b="1" sz="2667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7"/>
          <p:cNvSpPr txBox="1"/>
          <p:nvPr>
            <p:ph idx="1" type="body"/>
          </p:nvPr>
        </p:nvSpPr>
        <p:spPr>
          <a:xfrm>
            <a:off x="4766733" y="273054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99554" lvl="0" marL="457200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7"/>
              <a:buChar char="•"/>
              <a:defRPr sz="4267"/>
            </a:lvl1pPr>
            <a:lvl2pPr indent="-465645" lvl="1" marL="9144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–"/>
              <a:defRPr sz="3733"/>
            </a:lvl2pPr>
            <a:lvl3pPr indent="-431800" lvl="2" marL="1371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3pPr>
            <a:lvl4pPr indent="-397954" lvl="3" marL="18288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4pPr>
            <a:lvl5pPr indent="-397954" lvl="4" marL="22860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»"/>
              <a:defRPr sz="2667"/>
            </a:lvl5pPr>
            <a:lvl6pPr indent="-397954" lvl="5" marL="27432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6pPr>
            <a:lvl7pPr indent="-397954" lvl="6" marL="3200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7pPr>
            <a:lvl8pPr indent="-397954" lvl="7" marL="3657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8pPr>
            <a:lvl9pPr indent="-397954" lvl="8" marL="41148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9pPr>
          </a:lstStyle>
          <a:p/>
        </p:txBody>
      </p:sp>
      <p:sp>
        <p:nvSpPr>
          <p:cNvPr id="57" name="Google Shape;57;p27"/>
          <p:cNvSpPr txBox="1"/>
          <p:nvPr>
            <p:ph idx="2" type="body"/>
          </p:nvPr>
        </p:nvSpPr>
        <p:spPr>
          <a:xfrm>
            <a:off x="609603" y="1435104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None/>
              <a:defRPr sz="1867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3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8" name="Google Shape;58;p27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7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7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8"/>
          <p:cNvSpPr txBox="1"/>
          <p:nvPr>
            <p:ph type="title"/>
          </p:nvPr>
        </p:nvSpPr>
        <p:spPr>
          <a:xfrm>
            <a:off x="2389717" y="4800601"/>
            <a:ext cx="7315200" cy="5667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Calibri"/>
              <a:buNone/>
              <a:defRPr b="1" sz="2667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8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8"/>
          <p:cNvSpPr txBox="1"/>
          <p:nvPr>
            <p:ph idx="1" type="body"/>
          </p:nvPr>
        </p:nvSpPr>
        <p:spPr>
          <a:xfrm>
            <a:off x="2389717" y="5367341"/>
            <a:ext cx="7315200" cy="8048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None/>
              <a:defRPr sz="1867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3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5" name="Google Shape;65;p28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8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8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9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9"/>
          <p:cNvSpPr txBox="1"/>
          <p:nvPr>
            <p:ph idx="1" type="body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9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9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9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0"/>
          <p:cNvSpPr txBox="1"/>
          <p:nvPr>
            <p:ph type="title"/>
          </p:nvPr>
        </p:nvSpPr>
        <p:spPr>
          <a:xfrm rot="5400000">
            <a:off x="7285038" y="1828803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0"/>
          <p:cNvSpPr txBox="1"/>
          <p:nvPr>
            <p:ph idx="1" type="body"/>
          </p:nvPr>
        </p:nvSpPr>
        <p:spPr>
          <a:xfrm rot="5400000">
            <a:off x="1697038" y="-812797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0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0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0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67"/>
              <a:buFont typeface="Calibri"/>
              <a:buNone/>
              <a:defRPr b="0" i="0" sz="5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9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99554" lvl="0" marL="457200" marR="0" rtl="0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7"/>
              <a:buFont typeface="Arial"/>
              <a:buChar char="•"/>
              <a:defRPr b="0" i="0" sz="42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65645" lvl="1" marL="914400" marR="0" rtl="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b="0" i="0" sz="37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31800" lvl="2" marL="13716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97954" lvl="3" marL="1828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97954" lvl="4" marL="22860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97954" lvl="5" marL="27432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97954" lvl="6" marL="32004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97954" lvl="7" marL="36576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97954" lvl="8" marL="4114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9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9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9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idx="1" type="subTitle"/>
          </p:nvPr>
        </p:nvSpPr>
        <p:spPr>
          <a:xfrm>
            <a:off x="1536025" y="300162"/>
            <a:ext cx="9444036" cy="6257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</a:pPr>
            <a:r>
              <a:t/>
            </a:r>
            <a:endParaRPr sz="2800"/>
          </a:p>
          <a:p>
            <a:pPr indent="0" lvl="0" marL="0" rtl="0" algn="ctr">
              <a:spcBef>
                <a:spcPts val="1160"/>
              </a:spcBef>
              <a:spcAft>
                <a:spcPts val="0"/>
              </a:spcAft>
              <a:buClr>
                <a:srgbClr val="FF0000"/>
              </a:buClr>
              <a:buSzPts val="5800"/>
              <a:buNone/>
            </a:pPr>
            <a:r>
              <a:rPr b="1" lang="es-CO" sz="580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REY DE LOS CIELOS</a:t>
            </a:r>
            <a:endParaRPr b="1" sz="6500">
              <a:solidFill>
                <a:srgbClr val="FF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ctr"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6500"/>
              <a:buNone/>
            </a:pPr>
            <a:r>
              <a:rPr b="1" lang="es-CO" sz="65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Glorioso salvador, Divino redentor</a:t>
            </a:r>
            <a:endParaRPr/>
          </a:p>
          <a:p>
            <a:pPr indent="0" lvl="0" marL="0" rtl="0" algn="ctr"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6500"/>
              <a:buNone/>
            </a:pPr>
            <a:r>
              <a:rPr b="1" lang="es-CO" sz="65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Me postraré, ante ti. </a:t>
            </a:r>
            <a:endParaRPr/>
          </a:p>
          <a:p>
            <a:pPr indent="0" lvl="0" marL="0" rtl="0" algn="ctr">
              <a:spcBef>
                <a:spcPts val="1300"/>
              </a:spcBef>
              <a:spcAft>
                <a:spcPts val="0"/>
              </a:spcAft>
              <a:buClr>
                <a:srgbClr val="888888"/>
              </a:buClr>
              <a:buSzPts val="6500"/>
              <a:buNone/>
            </a:pPr>
            <a:r>
              <a:t/>
            </a:r>
            <a:endParaRPr b="1" sz="65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>
            <p:ph idx="1" type="subTitle"/>
          </p:nvPr>
        </p:nvSpPr>
        <p:spPr>
          <a:xfrm>
            <a:off x="225270" y="300162"/>
            <a:ext cx="11741459" cy="6257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</a:pPr>
            <a:r>
              <a:rPr b="1" lang="es-CO" sz="7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Bendito Hijo de Dios, hermoso rey de Sion</a:t>
            </a:r>
            <a:endParaRPr/>
          </a:p>
          <a:p>
            <a:pPr indent="0" lvl="0" marL="0" rtl="0" algn="ctr">
              <a:spcBef>
                <a:spcPts val="144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</a:pPr>
            <a:r>
              <a:rPr b="1" lang="es-CO" sz="7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Te adoraré, y así declararé.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"/>
          <p:cNvSpPr txBox="1"/>
          <p:nvPr>
            <p:ph idx="1" type="body"/>
          </p:nvPr>
        </p:nvSpPr>
        <p:spPr>
          <a:xfrm>
            <a:off x="1190625" y="786665"/>
            <a:ext cx="9810750" cy="52846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6000"/>
              <a:buNone/>
            </a:pPr>
            <a:r>
              <a:rPr b="1" lang="es-CO" sz="600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CORO: </a:t>
            </a:r>
            <a:r>
              <a:rPr b="1" lang="es-CO" sz="60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Eres rey de los cielos, 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rPr b="1" lang="es-CO" sz="60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eterno Dios,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rPr b="1" lang="es-CO" sz="60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Exaltado por siempre, 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rPr b="1" lang="es-CO" sz="60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Jesús Señor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"/>
          <p:cNvSpPr txBox="1"/>
          <p:nvPr>
            <p:ph type="title"/>
          </p:nvPr>
        </p:nvSpPr>
        <p:spPr>
          <a:xfrm>
            <a:off x="609600" y="274638"/>
            <a:ext cx="10972800" cy="6715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Arial"/>
              <a:buNone/>
            </a:pPr>
            <a:r>
              <a:rPr b="1" lang="es-CO" sz="4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100" name="Google Shape;100;p4"/>
          <p:cNvSpPr txBox="1"/>
          <p:nvPr>
            <p:ph idx="1" type="body"/>
          </p:nvPr>
        </p:nvSpPr>
        <p:spPr>
          <a:xfrm>
            <a:off x="609600" y="786665"/>
            <a:ext cx="10972800" cy="52846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</a:pPr>
            <a:r>
              <a:rPr b="1" lang="es-CO" sz="7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Tu gobiernas en toda </a:t>
            </a:r>
            <a:endParaRPr/>
          </a:p>
          <a:p>
            <a:pPr indent="0" lvl="0" marL="0" rtl="0" algn="ctr">
              <a:spcBef>
                <a:spcPts val="144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</a:pPr>
            <a:r>
              <a:rPr b="1" lang="es-CO" sz="7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la creación,</a:t>
            </a:r>
            <a:endParaRPr/>
          </a:p>
          <a:p>
            <a:pPr indent="0" lvl="0" marL="0" rtl="0" algn="ctr">
              <a:spcBef>
                <a:spcPts val="144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</a:pPr>
            <a:r>
              <a:rPr b="1" lang="es-CO" sz="7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Oh cordero inmolado, eres Señor.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"/>
          <p:cNvSpPr txBox="1"/>
          <p:nvPr>
            <p:ph idx="1" type="subTitle"/>
          </p:nvPr>
        </p:nvSpPr>
        <p:spPr>
          <a:xfrm>
            <a:off x="1536025" y="300162"/>
            <a:ext cx="9444036" cy="6257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</a:pPr>
            <a:r>
              <a:t/>
            </a:r>
            <a:endParaRPr sz="2800"/>
          </a:p>
          <a:p>
            <a:pPr indent="0" lvl="0" marL="0" rtl="0" algn="ctr">
              <a:spcBef>
                <a:spcPts val="1160"/>
              </a:spcBef>
              <a:spcAft>
                <a:spcPts val="0"/>
              </a:spcAft>
              <a:buClr>
                <a:srgbClr val="FF0000"/>
              </a:buClr>
              <a:buSzPts val="5800"/>
              <a:buNone/>
            </a:pPr>
            <a:r>
              <a:rPr b="1" lang="es-CO" sz="580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REY DE LOS CIELOS</a:t>
            </a:r>
            <a:endParaRPr b="1" sz="6500">
              <a:solidFill>
                <a:srgbClr val="FF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ctr"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6500"/>
              <a:buNone/>
            </a:pPr>
            <a:r>
              <a:rPr b="1" lang="es-CO" sz="65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Glorioso salvador, Divino redentor</a:t>
            </a:r>
            <a:endParaRPr/>
          </a:p>
          <a:p>
            <a:pPr indent="0" lvl="0" marL="0" rtl="0" algn="ctr"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6500"/>
              <a:buNone/>
            </a:pPr>
            <a:r>
              <a:rPr b="1" lang="es-CO" sz="65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Me postraré, ante ti. </a:t>
            </a:r>
            <a:endParaRPr/>
          </a:p>
          <a:p>
            <a:pPr indent="0" lvl="0" marL="0" rtl="0" algn="ctr">
              <a:spcBef>
                <a:spcPts val="1300"/>
              </a:spcBef>
              <a:spcAft>
                <a:spcPts val="0"/>
              </a:spcAft>
              <a:buClr>
                <a:srgbClr val="888888"/>
              </a:buClr>
              <a:buSzPts val="6500"/>
              <a:buNone/>
            </a:pPr>
            <a:r>
              <a:t/>
            </a:r>
            <a:endParaRPr b="1" sz="65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"/>
          <p:cNvSpPr txBox="1"/>
          <p:nvPr>
            <p:ph idx="1" type="subTitle"/>
          </p:nvPr>
        </p:nvSpPr>
        <p:spPr>
          <a:xfrm>
            <a:off x="225270" y="300162"/>
            <a:ext cx="11741459" cy="6257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</a:pPr>
            <a:r>
              <a:rPr b="1" lang="es-CO" sz="7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Bendito Hijo de Dios, hermoso rey de Sion</a:t>
            </a:r>
            <a:endParaRPr/>
          </a:p>
          <a:p>
            <a:pPr indent="0" lvl="0" marL="0" rtl="0" algn="ctr">
              <a:spcBef>
                <a:spcPts val="144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</a:pPr>
            <a:r>
              <a:rPr b="1" lang="es-CO" sz="7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Te adoraré, y así declararé.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7"/>
          <p:cNvSpPr txBox="1"/>
          <p:nvPr>
            <p:ph idx="1" type="body"/>
          </p:nvPr>
        </p:nvSpPr>
        <p:spPr>
          <a:xfrm>
            <a:off x="1190625" y="786665"/>
            <a:ext cx="9810750" cy="52846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6000"/>
              <a:buNone/>
            </a:pPr>
            <a:r>
              <a:rPr b="1" lang="es-CO" sz="600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CORO: </a:t>
            </a:r>
            <a:r>
              <a:rPr b="1" lang="es-CO" sz="60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Eres rey de los cielos, 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rPr b="1" lang="es-CO" sz="60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eterno Dios,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rPr b="1" lang="es-CO" sz="60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Exaltado por siempre, 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rPr b="1" lang="es-CO" sz="60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Jesús Señor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8"/>
          <p:cNvSpPr txBox="1"/>
          <p:nvPr>
            <p:ph type="title"/>
          </p:nvPr>
        </p:nvSpPr>
        <p:spPr>
          <a:xfrm>
            <a:off x="609600" y="274638"/>
            <a:ext cx="10972800" cy="6715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Arial"/>
              <a:buNone/>
            </a:pPr>
            <a:r>
              <a:rPr b="1" lang="es-CO" sz="4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121" name="Google Shape;121;p8"/>
          <p:cNvSpPr txBox="1"/>
          <p:nvPr>
            <p:ph idx="1" type="body"/>
          </p:nvPr>
        </p:nvSpPr>
        <p:spPr>
          <a:xfrm>
            <a:off x="609600" y="786665"/>
            <a:ext cx="10972800" cy="52846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</a:pPr>
            <a:r>
              <a:rPr b="1" lang="es-CO" sz="7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Tu gobiernas en toda </a:t>
            </a:r>
            <a:endParaRPr/>
          </a:p>
          <a:p>
            <a:pPr indent="0" lvl="0" marL="0" rtl="0" algn="ctr">
              <a:spcBef>
                <a:spcPts val="144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</a:pPr>
            <a:r>
              <a:rPr b="1" lang="es-CO" sz="7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la creación,</a:t>
            </a:r>
            <a:endParaRPr/>
          </a:p>
          <a:p>
            <a:pPr indent="0" lvl="0" marL="0" rtl="0" algn="ctr">
              <a:spcBef>
                <a:spcPts val="144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</a:pPr>
            <a:r>
              <a:rPr b="1" lang="es-CO" sz="7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Oh cordero inmolado, eres Señor.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9"/>
          <p:cNvSpPr txBox="1"/>
          <p:nvPr>
            <p:ph idx="1" type="body"/>
          </p:nvPr>
        </p:nvSpPr>
        <p:spPr>
          <a:xfrm>
            <a:off x="606438" y="613378"/>
            <a:ext cx="10979124" cy="56312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</a:pPr>
            <a:r>
              <a:rPr lang="es-CO" sz="7200"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7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Las naciones enteras se postrarán</a:t>
            </a:r>
            <a:endParaRPr/>
          </a:p>
          <a:p>
            <a:pPr indent="0" lvl="0" marL="0" rtl="0" algn="ctr">
              <a:spcBef>
                <a:spcPts val="144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</a:pPr>
            <a:r>
              <a:rPr b="1" lang="es-CO" sz="7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Y tu nombre por siempre bendecirán.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0"/>
          <p:cNvSpPr txBox="1"/>
          <p:nvPr>
            <p:ph idx="1" type="body"/>
          </p:nvPr>
        </p:nvSpPr>
        <p:spPr>
          <a:xfrm>
            <a:off x="815259" y="667532"/>
            <a:ext cx="10515600" cy="56312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</a:pPr>
            <a:r>
              <a:rPr b="1" lang="es-CO" sz="7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Por los siglos tu gloria nos llenará</a:t>
            </a:r>
            <a:endParaRPr/>
          </a:p>
          <a:p>
            <a:pPr indent="0" lvl="0" marL="0" rtl="0" algn="ctr">
              <a:spcBef>
                <a:spcPts val="144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</a:pPr>
            <a:r>
              <a:rPr b="1" lang="es-CO" sz="7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Y veremos tu fuerza </a:t>
            </a:r>
            <a:endParaRPr/>
          </a:p>
          <a:p>
            <a:pPr indent="0" lvl="0" marL="0" rtl="0" algn="ctr">
              <a:spcBef>
                <a:spcPts val="144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</a:pPr>
            <a:r>
              <a:rPr b="1" lang="es-CO" sz="7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y majestad.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1"/>
          <p:cNvSpPr txBox="1"/>
          <p:nvPr>
            <p:ph idx="1" type="body"/>
          </p:nvPr>
        </p:nvSpPr>
        <p:spPr>
          <a:xfrm>
            <a:off x="1190625" y="786665"/>
            <a:ext cx="9810750" cy="52846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6000"/>
              <a:buNone/>
            </a:pPr>
            <a:r>
              <a:rPr b="1" lang="es-CO" sz="600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CORO: </a:t>
            </a:r>
            <a:r>
              <a:rPr b="1" lang="es-CO" sz="60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Eres rey de los cielos, 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rPr b="1" lang="es-CO" sz="60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eterno Dios,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rPr b="1" lang="es-CO" sz="60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Exaltado por siempre, 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rPr b="1" lang="es-CO" sz="60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Jesús Señor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2"/>
          <p:cNvSpPr txBox="1"/>
          <p:nvPr>
            <p:ph type="title"/>
          </p:nvPr>
        </p:nvSpPr>
        <p:spPr>
          <a:xfrm>
            <a:off x="609600" y="274638"/>
            <a:ext cx="10972800" cy="6715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Arial"/>
              <a:buNone/>
            </a:pPr>
            <a:r>
              <a:rPr b="1" lang="es-CO" sz="4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142" name="Google Shape;142;p12"/>
          <p:cNvSpPr txBox="1"/>
          <p:nvPr>
            <p:ph idx="1" type="body"/>
          </p:nvPr>
        </p:nvSpPr>
        <p:spPr>
          <a:xfrm>
            <a:off x="609600" y="786665"/>
            <a:ext cx="10972800" cy="52846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</a:pPr>
            <a:r>
              <a:rPr b="1" lang="es-CO" sz="7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Tu gobiernas en toda </a:t>
            </a:r>
            <a:endParaRPr/>
          </a:p>
          <a:p>
            <a:pPr indent="0" lvl="0" marL="0" rtl="0" algn="ctr">
              <a:spcBef>
                <a:spcPts val="144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</a:pPr>
            <a:r>
              <a:rPr b="1" lang="es-CO" sz="7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la creación,</a:t>
            </a:r>
            <a:endParaRPr/>
          </a:p>
          <a:p>
            <a:pPr indent="0" lvl="0" marL="0" rtl="0" algn="ctr">
              <a:spcBef>
                <a:spcPts val="144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</a:pPr>
            <a:r>
              <a:rPr b="1" lang="es-CO" sz="7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Oh cordero inmolado, eres Señor.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3"/>
          <p:cNvSpPr txBox="1"/>
          <p:nvPr>
            <p:ph idx="1" type="body"/>
          </p:nvPr>
        </p:nvSpPr>
        <p:spPr>
          <a:xfrm>
            <a:off x="606438" y="613378"/>
            <a:ext cx="10979124" cy="56312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</a:pPr>
            <a:r>
              <a:rPr lang="es-CO" sz="7200"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7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Las naciones enteras se postrarán</a:t>
            </a:r>
            <a:endParaRPr/>
          </a:p>
          <a:p>
            <a:pPr indent="0" lvl="0" marL="0" rtl="0" algn="ctr">
              <a:spcBef>
                <a:spcPts val="144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</a:pPr>
            <a:r>
              <a:rPr b="1" lang="es-CO" sz="7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Y tu nombre por siempre bendecirán.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4"/>
          <p:cNvSpPr txBox="1"/>
          <p:nvPr>
            <p:ph idx="1" type="body"/>
          </p:nvPr>
        </p:nvSpPr>
        <p:spPr>
          <a:xfrm>
            <a:off x="815259" y="667532"/>
            <a:ext cx="10515600" cy="56312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</a:pPr>
            <a:r>
              <a:rPr b="1" lang="es-CO" sz="7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Por los siglos tu gloria nos llenará</a:t>
            </a:r>
            <a:endParaRPr/>
          </a:p>
          <a:p>
            <a:pPr indent="0" lvl="0" marL="0" rtl="0" algn="ctr">
              <a:spcBef>
                <a:spcPts val="144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</a:pPr>
            <a:r>
              <a:rPr b="1" lang="es-CO" sz="7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Y veremos tu fuerza </a:t>
            </a:r>
            <a:endParaRPr/>
          </a:p>
          <a:p>
            <a:pPr indent="0" lvl="0" marL="0" rtl="0" algn="ctr">
              <a:spcBef>
                <a:spcPts val="144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</a:pPr>
            <a:r>
              <a:rPr b="1" lang="es-CO" sz="7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y majestad.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5"/>
          <p:cNvSpPr txBox="1"/>
          <p:nvPr>
            <p:ph idx="1" type="body"/>
          </p:nvPr>
        </p:nvSpPr>
        <p:spPr>
          <a:xfrm>
            <a:off x="1190625" y="786665"/>
            <a:ext cx="9810750" cy="52846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6000"/>
              <a:buNone/>
            </a:pPr>
            <a:r>
              <a:rPr b="1" lang="es-CO" sz="600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CORO: </a:t>
            </a:r>
            <a:r>
              <a:rPr b="1" lang="es-CO" sz="60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Eres rey de los cielos, 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rPr b="1" lang="es-CO" sz="60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eterno Dios,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rPr b="1" lang="es-CO" sz="60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Exaltado por siempre, 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rPr b="1" lang="es-CO" sz="60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Jesús Señor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6"/>
          <p:cNvSpPr txBox="1"/>
          <p:nvPr>
            <p:ph type="title"/>
          </p:nvPr>
        </p:nvSpPr>
        <p:spPr>
          <a:xfrm>
            <a:off x="609600" y="274638"/>
            <a:ext cx="10972800" cy="6715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Arial"/>
              <a:buNone/>
            </a:pPr>
            <a:r>
              <a:rPr b="1" lang="es-CO" sz="4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163" name="Google Shape;163;p16"/>
          <p:cNvSpPr txBox="1"/>
          <p:nvPr>
            <p:ph idx="1" type="body"/>
          </p:nvPr>
        </p:nvSpPr>
        <p:spPr>
          <a:xfrm>
            <a:off x="609600" y="786665"/>
            <a:ext cx="10972800" cy="52846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</a:pPr>
            <a:r>
              <a:rPr b="1" lang="es-CO" sz="7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Tu gobiernas en toda </a:t>
            </a:r>
            <a:endParaRPr/>
          </a:p>
          <a:p>
            <a:pPr indent="0" lvl="0" marL="0" rtl="0" algn="ctr">
              <a:spcBef>
                <a:spcPts val="144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</a:pPr>
            <a:r>
              <a:rPr b="1" lang="es-CO" sz="7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la creación,</a:t>
            </a:r>
            <a:endParaRPr/>
          </a:p>
          <a:p>
            <a:pPr indent="0" lvl="0" marL="0" rtl="0" algn="ctr">
              <a:spcBef>
                <a:spcPts val="144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</a:pPr>
            <a:r>
              <a:rPr b="1" lang="es-CO" sz="7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Oh cordero inmolado, eres Señor.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7"/>
          <p:cNvSpPr txBox="1"/>
          <p:nvPr>
            <p:ph idx="1" type="body"/>
          </p:nvPr>
        </p:nvSpPr>
        <p:spPr>
          <a:xfrm>
            <a:off x="606438" y="613378"/>
            <a:ext cx="10979124" cy="56312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</a:pPr>
            <a:r>
              <a:rPr lang="es-CO" sz="7200"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7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Las naciones enteras se postrarán</a:t>
            </a:r>
            <a:endParaRPr/>
          </a:p>
          <a:p>
            <a:pPr indent="0" lvl="0" marL="0" rtl="0" algn="ctr">
              <a:spcBef>
                <a:spcPts val="144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</a:pPr>
            <a:r>
              <a:rPr b="1" lang="es-CO" sz="7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Y tu nombre por siempre bendecirán.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8"/>
          <p:cNvSpPr txBox="1"/>
          <p:nvPr>
            <p:ph idx="1" type="body"/>
          </p:nvPr>
        </p:nvSpPr>
        <p:spPr>
          <a:xfrm>
            <a:off x="815259" y="667532"/>
            <a:ext cx="10515600" cy="56312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</a:pPr>
            <a:r>
              <a:rPr b="1" lang="es-CO" sz="7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Por los siglos tu gloria nos llenará</a:t>
            </a:r>
            <a:endParaRPr/>
          </a:p>
          <a:p>
            <a:pPr indent="0" lvl="0" marL="0" rtl="0" algn="ctr">
              <a:spcBef>
                <a:spcPts val="144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</a:pPr>
            <a:r>
              <a:rPr b="1" lang="es-CO" sz="7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Y veremos tu fuerza </a:t>
            </a:r>
            <a:endParaRPr/>
          </a:p>
          <a:p>
            <a:pPr indent="0" lvl="0" marL="0" rtl="0" algn="ctr">
              <a:spcBef>
                <a:spcPts val="144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</a:pPr>
            <a:r>
              <a:rPr b="1" lang="es-CO" sz="7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y majestad.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1">
  <a:themeElements>
    <a:clrScheme name="Oficina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2018-05-05T20:27:20Z</dcterms:created>
  <dc:creator>Familia Tobón Ch</dc:creator>
</cp:coreProperties>
</file>
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FWOPCfruCpwAphXzLUofs3Rpd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E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0"/>
            <a:ext cx="9144000" cy="775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355 LA GENTE DE NUESTRO TIEMPO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La gente de nuestro tiempo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sabe lo que es el amor,</a:t>
            </a:r>
            <a:r>
              <a:rPr b="0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Que vive perdiendo el tiempo,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buscando y sin encontrar.</a:t>
            </a:r>
            <a:endParaRPr b="0" i="0" sz="5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Amor es entregarse</a:t>
            </a:r>
            <a:r>
              <a:rPr b="0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alma y cuerpo a la humanidad;</a:t>
            </a:r>
            <a:r>
              <a:rPr b="0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Vivir siempre sirviendo,</a:t>
            </a:r>
            <a:r>
              <a:rPr b="0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que tú esperes algo para ti.</a:t>
            </a:r>
            <a:endParaRPr b="0" i="0" sz="63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7802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En Cristo yo he encontrado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ejemplo de paz y de amor.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La muerte del crucificado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cuenta de su gran amor.</a:t>
            </a:r>
            <a:endParaRPr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Amor es entregarse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alma y cuerpo a la humanidad;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Vivir siempre sirviendo,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que tú esperes algo para ti.</a:t>
            </a:r>
            <a:endParaRPr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0"/>
            <a:ext cx="9144000" cy="783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3. Y siempre debes hablar que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Cristo sí hay salvación,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Llevando el grato mensaje</a:t>
            </a:r>
            <a:endParaRPr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muerte y resurrección.</a:t>
            </a:r>
            <a:endParaRPr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Amor es entregarse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alma y cuerpo a la humanidad;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Vivir siempre sirviendo,</a:t>
            </a:r>
            <a:r>
              <a:rPr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3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que tú esperes algo para ti.</a:t>
            </a:r>
            <a:endParaRPr sz="63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2017-05-27T15:55:01Z</dcterms:created>
  <dc:creator>Kadiesa</dc:creator>
</cp:coreProperties>
</file>
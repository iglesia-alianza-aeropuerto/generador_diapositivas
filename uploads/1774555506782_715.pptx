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Arial Black"/>
      <p:regular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jmZ11AnSZiWM4mPN/1Z+dW9gpv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font" Target="fonts/ArialBlac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2A0C7">
            <a:alpha val="65882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850006" y="1"/>
            <a:ext cx="9817994" cy="683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498 YO TE SIRVO</a:t>
            </a:r>
            <a:r>
              <a:rPr b="0" i="1" lang="es-CO" sz="4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143000" lvl="0" marL="114300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 Black"/>
              <a:buAutoNum type="arabicPeriod"/>
            </a:pPr>
            <a:r>
              <a:rPr b="1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te sirvo porque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te amo; </a:t>
            </a:r>
            <a:endParaRPr b="1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tú me has dado salvación. </a:t>
            </a:r>
            <a:endParaRPr b="1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 era nada y me buscaste, y me diste tu perdón.</a:t>
            </a:r>
            <a:endParaRPr b="0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214291"/>
            <a:ext cx="9144000" cy="6894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Vidas hechas pedazos, Corazones tristes, quebrantados, </a:t>
            </a:r>
            <a:endParaRPr b="1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ti encuentran vida por tu muerte en la cruz.</a:t>
            </a:r>
            <a:endParaRPr b="0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0"/>
            <a:ext cx="9144000" cy="683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Yo te sirvo porque me amaste; </a:t>
            </a:r>
            <a:endParaRPr b="1"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pues te diste, </a:t>
            </a:r>
            <a:endParaRPr b="1"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oh Dios, por mí. </a:t>
            </a:r>
            <a:endParaRPr b="1"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 bajaste a este mundo, y sufriste aquí por mí.</a:t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214290"/>
            <a:ext cx="9144000" cy="6924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i="1" sz="40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40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Vidas hechas pedazos, Corazones tristes, quebrantados, </a:t>
            </a:r>
            <a:endParaRPr b="1" sz="5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ti encuentran vida por tu muerte en la cruz.</a:t>
            </a:r>
            <a:endParaRPr sz="5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2017-05-30T20:02:19Z</dcterms:created>
  <dc:creator>Kadiesa</dc:creator>
</cp:coreProperties>
</file>
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32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22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39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2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61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99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6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65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602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92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638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490E2-3F13-45B8-8DD7-B3A28781384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21603-25FE-4647-B8CF-6FB044B3FB28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270 SANTA BIBLIA</a:t>
            </a: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Santa Biblia, para mí eres un tesoro 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aquí; Tú 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contienes con verdad la divina 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voluntad; </a:t>
            </a:r>
          </a:p>
          <a:p>
            <a:endParaRPr lang="es-CO" sz="6500" b="1" dirty="0">
              <a:solidFill>
                <a:prstClr val="black"/>
              </a:solidFill>
            </a:endParaRPr>
          </a:p>
          <a:p>
            <a:endParaRPr lang="es-CO" sz="65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5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500043"/>
            <a:ext cx="914400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Tú me </a:t>
            </a:r>
            <a:r>
              <a:rPr lang="es-CO" sz="9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dices lo que soy, de quién vine y a quién voy.</a:t>
            </a: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81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Tú reprendes mi dudar; tú me exhortas sin cesar; Eres faro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6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428605"/>
            <a:ext cx="9144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a mi pie va guiando por la fe A las fuentes del amor del bendito Salvador.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50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214290"/>
            <a:ext cx="9144000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Eres infalible voz del Espíritu de </a:t>
            </a:r>
            <a:r>
              <a:rPr lang="es-CO" sz="8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Dios, Que </a:t>
            </a:r>
            <a:r>
              <a:rPr lang="es-CO" sz="8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vigor al alma </a:t>
            </a:r>
            <a:r>
              <a:rPr lang="es-CO" sz="8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da</a:t>
            </a:r>
            <a:endParaRPr lang="es-CO" sz="8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95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214290"/>
            <a:ext cx="9144000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aflicción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está; Tú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 enseñas a triunfar de la muerte y el pecar.</a:t>
            </a: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433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•4. Por tu santa letra sé que con Cristo reinaré; Yo que tan indigno soy,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13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tu luz al cielo voy; ¡Santa Biblia! para mí eres un tesoro aquí.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43254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Panorámica</PresentationFormat>
  <Paragraphs>11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2017-05-10T22:00:22Z</dcterms:created>
  <dcterms:modified xsi:type="dcterms:W3CDTF">2017-05-10T22:00:26Z</dcterms:modified>
</cp:coreProperties>
</file>
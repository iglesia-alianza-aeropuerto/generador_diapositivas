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Garamond"/>
      <p:regular r:id="rId15"/>
      <p:bold r:id="rId16"/>
      <p:italic r:id="rId17"/>
      <p:boldItalic r:id="rId18"/>
    </p:embeddedFon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DAT1d5ERmdugqWTyX/bNQw9Tm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aramond-regular.fntdata"/><Relationship Id="rId14" Type="http://schemas.openxmlformats.org/officeDocument/2006/relationships/slide" Target="slides/slide8.xml"/><Relationship Id="rId17" Type="http://schemas.openxmlformats.org/officeDocument/2006/relationships/font" Target="fonts/Garamond-italic.fntdata"/><Relationship Id="rId16" Type="http://schemas.openxmlformats.org/officeDocument/2006/relationships/font" Target="fonts/Garamond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ArialBlack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aramon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7" name="Google Shape;107;p2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DEE8">
            <a:alpha val="49803"/>
          </a:srgbClr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543144" y="305068"/>
            <a:ext cx="11105711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EL DIOS QUE ADORAMOS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Dios que hizo los cielos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y la tierra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el poder de su palabra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reina con autoridad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>
            <p:ph idx="1" type="body"/>
          </p:nvPr>
        </p:nvSpPr>
        <p:spPr>
          <a:xfrm>
            <a:off x="-422788" y="1102548"/>
            <a:ext cx="13215000" cy="3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ES" sz="4000"/>
              <a:t> </a:t>
            </a:r>
            <a:r>
              <a:rPr lang="es-ES" sz="6000">
                <a:latin typeface="Arial Black"/>
                <a:ea typeface="Arial Black"/>
                <a:cs typeface="Arial Black"/>
                <a:sym typeface="Arial Black"/>
              </a:rPr>
              <a:t>El Dios que aún los vientos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ES" sz="6000">
                <a:latin typeface="Arial Black"/>
                <a:ea typeface="Arial Black"/>
                <a:cs typeface="Arial Black"/>
                <a:sym typeface="Arial Black"/>
              </a:rPr>
              <a:t> le obedecen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ES" sz="6000">
                <a:latin typeface="Arial Black"/>
                <a:ea typeface="Arial Black"/>
                <a:cs typeface="Arial Black"/>
                <a:sym typeface="Arial Black"/>
              </a:rPr>
              <a:t>Una palabra es suficiente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ES" sz="6000">
                <a:latin typeface="Arial Black"/>
                <a:ea typeface="Arial Black"/>
                <a:cs typeface="Arial Black"/>
                <a:sym typeface="Arial Black"/>
              </a:rPr>
              <a:t>Para los muertos levantar</a:t>
            </a:r>
            <a:endParaRPr sz="40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276350" y="2274838"/>
            <a:ext cx="96393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Nadie es como él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Oh, gran yo soy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-490151" y="612844"/>
            <a:ext cx="13172302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Tú eres el Dios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que adoramos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Todopoderoso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soberano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 en misericordia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poder para salvar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>
            <p:ph idx="1" type="body"/>
          </p:nvPr>
        </p:nvSpPr>
        <p:spPr>
          <a:xfrm>
            <a:off x="609600" y="116601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Tú eres el Dios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 que adoramos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Quien derrotó la muerte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y el pecado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Glorioso redentor y rey,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 te adoramos</a:t>
            </a:r>
            <a:endParaRPr sz="72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0" y="335845"/>
            <a:ext cx="12595654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Dios que descendió desde su trono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llevar sobre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sus hombros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Nuestra culpa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transgresión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>
            <p:ph idx="1" type="body"/>
          </p:nvPr>
        </p:nvSpPr>
        <p:spPr>
          <a:xfrm>
            <a:off x="-511463" y="77694"/>
            <a:ext cx="13214925" cy="6702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s-ES" sz="4400"/>
              <a:t> </a:t>
            </a: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Jesús, exaltado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sobre todo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Nombre sobre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 todo nombre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Solo en él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ES" sz="6600">
                <a:latin typeface="Arial Black"/>
                <a:ea typeface="Arial Black"/>
                <a:cs typeface="Arial Black"/>
                <a:sym typeface="Arial Black"/>
              </a:rPr>
              <a:t>hay salvación</a:t>
            </a:r>
            <a:endParaRPr sz="44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1239795" y="1166842"/>
            <a:ext cx="971241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//A él sea la gloria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el poder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es de él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para él//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2017-06-10T14:23:57Z</dcterms:created>
  <dc:creator>Kadiesa</dc:creator>
</cp:coreProperties>
</file>
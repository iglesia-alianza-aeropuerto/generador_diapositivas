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8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32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94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4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21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0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79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6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02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14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61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3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277 TU PALABRA ES MI CÁNTICO</a:t>
            </a:r>
          </a:p>
          <a:p>
            <a:pPr algn="ctr"/>
            <a:endParaRPr lang="es-CO" sz="3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9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Tu Palabra es mi cántico; esperanza y gozo da; Es espada, arma divinal Y escudo contra el mal.</a:t>
            </a: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98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Santa Biblia te alabo, Padre amante, mi Señor; Te adoro, Cristo, Rey eterno; Gracias, oh Consolador.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34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68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Tu Palabra es mi lámpara, luz divina y guía fiel; Más deseable que oro y plata es, Y más dulce que la miel.</a:t>
            </a: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95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Santa Biblia te alabo, Padre amante, mi Señor; Te adoro, Cristo, Rey eterno; Gracias, oh Consolador.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98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Tu Palabra es mi gran mentor; es semilla, eterno don; Quiero siempre en ella meditar, Hallo allí la salvación.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57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Santa Biblia te alabo, Padre amante, mi Señor; Te adoro, Cristo, Rey eterno; Gracias, oh Consolador.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1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Tu Palabra trae libertad, me consuela en aflicción; Cual martillo, y espejo es; Fuego en el corazón.</a:t>
            </a: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33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Santa Biblia te alabo, Padre amante, mi Señor; Te adoro, Cristo, Rey eterno; Gracias, oh Consolador.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39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5. Tu Palabra es mi agua y pan; limpia el ser y fuerza da; Leche y carne encuentro yo allí Que mi alma sostendrá.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04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Santa Biblia te alabo, Padre amante, mi Señor; Te adoro, Cristo, Rey eterno; Gracias, oh Consolador.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39654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2017-05-10T22:12:11Z</dcterms:created>
  <dcterms:modified xsi:type="dcterms:W3CDTF">2017-05-10T22:12:13Z</dcterms:modified>
</cp:coreProperties>
</file>
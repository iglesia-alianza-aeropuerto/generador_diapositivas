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18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87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8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25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93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43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802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38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996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96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94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335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317 OH, SEÑOR, RECÍBEME CUAL SOY</a:t>
            </a:r>
            <a:endParaRPr lang="es-CO" sz="4000" i="1" dirty="0">
              <a:ln w="1270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Oh Señor, recíbeme cual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soy,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ya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no más, ya no quiero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pecar.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3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40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Del </a:t>
            </a:r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pecado me quiero </a:t>
            </a:r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apartar;</a:t>
            </a:r>
            <a:r>
              <a:rPr lang="es-CO" sz="7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Justifica </a:t>
            </a:r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ser, dame tu dulce </a:t>
            </a:r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paz</a:t>
            </a:r>
            <a:r>
              <a:rPr lang="es-CO" sz="7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gran bendición.</a:t>
            </a:r>
            <a:endParaRPr lang="es-CO" sz="74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4400" b="1" dirty="0">
              <a:ln w="1270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61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Oh Señor, toma mi corazón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hazlo tuyo por la eternidad.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Lléname de tu santa bondad,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44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71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en mi alma tú pon una nueva canción</a:t>
            </a:r>
            <a:r>
              <a:rPr lang="es-CO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paz y dulce amor.</a:t>
            </a:r>
            <a:endParaRPr lang="es-CO" sz="8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2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854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3. Pecador, tú que vagas sin Dios,</a:t>
            </a:r>
            <a:r>
              <a:rPr lang="es-CO" sz="68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ven ahora y acepta al Señor.</a:t>
            </a:r>
            <a:r>
              <a:rPr lang="es-CO" sz="68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te quiere impartir su perdón;</a:t>
            </a:r>
            <a:endParaRPr lang="es-CO" sz="6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84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te quiere salvar, él te quiere ayudar;</a:t>
            </a:r>
            <a:r>
              <a:rPr lang="es-CO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hoy acepta el perdón.</a:t>
            </a:r>
            <a:endParaRPr lang="es-CO" sz="8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43947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Panorámica</PresentationFormat>
  <Paragraphs>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2017-05-27T14:39:36Z</dcterms:created>
  <dcterms:modified xsi:type="dcterms:W3CDTF">2017-05-27T14:39:39Z</dcterms:modified>
</cp:coreProperties>
</file>
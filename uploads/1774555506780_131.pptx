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iLuNqmn5qozm14dBYGXI340or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53792" y="0"/>
            <a:ext cx="10187187" cy="6924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453 EN LA IGLESIA</a:t>
            </a:r>
            <a:r>
              <a:rPr b="0" i="1" lang="es-CO" sz="48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 Black"/>
              <a:buAutoNum type="arabicPeriod"/>
            </a:pPr>
            <a:r>
              <a:rPr b="1" i="0" lang="es-CO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la Iglesia la gloria es para él,</a:t>
            </a:r>
            <a:r>
              <a:rPr b="0" i="0" lang="es-CO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él;</a:t>
            </a:r>
            <a:r>
              <a:rPr b="0" i="0" lang="es-CO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la Iglesia la gloria es para él</a:t>
            </a:r>
            <a:r>
              <a:rPr b="0" i="0" lang="es-CO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 y por la eternidad.</a:t>
            </a:r>
            <a:endParaRPr b="0" i="0" sz="5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31088" y="0"/>
            <a:ext cx="9136912" cy="7355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9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él,</a:t>
            </a:r>
            <a:r>
              <a:rPr b="0" i="0" lang="es-CO" sz="69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9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él.</a:t>
            </a:r>
            <a:r>
              <a:rPr b="0" i="0" lang="es-CO" sz="69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9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la Iglesia la gloria es para él</a:t>
            </a:r>
            <a:r>
              <a:rPr b="0" i="0" lang="es-CO" sz="69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9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 y por la eternidad.</a:t>
            </a:r>
            <a:endParaRPr b="0" i="0" sz="69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0"/>
            <a:ext cx="9144000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 </a:t>
            </a: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mi vida la gloria es para él,</a:t>
            </a:r>
            <a:r>
              <a:rPr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él;</a:t>
            </a:r>
            <a:r>
              <a:rPr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mi vida la gloria es para él</a:t>
            </a:r>
            <a:r>
              <a:rPr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 y por la eternidad.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0"/>
            <a:ext cx="9166412" cy="7355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él,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él.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mi vida la gloria es para él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 y por la eternidad.</a:t>
            </a:r>
            <a:endParaRPr sz="6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553792" y="0"/>
            <a:ext cx="10187187" cy="6924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453 EN LA IGLESIA</a:t>
            </a:r>
            <a:r>
              <a:rPr i="1" lang="es-CO" sz="4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 Black"/>
              <a:buAutoNum type="arabicPeriod"/>
            </a:pPr>
            <a:r>
              <a:rPr b="1" lang="es-CO" sz="5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la Iglesia la gloria es para él,</a:t>
            </a:r>
            <a:r>
              <a:rPr lang="es-CO" sz="5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él;</a:t>
            </a:r>
            <a:r>
              <a:rPr lang="es-CO" sz="5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la Iglesia la gloria es para él</a:t>
            </a:r>
            <a:r>
              <a:rPr lang="es-CO" sz="5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 y por la eternidad.</a:t>
            </a:r>
            <a:endParaRPr sz="5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0"/>
            <a:ext cx="9144000" cy="7355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él,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él.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la Iglesia la gloria es para él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 y por la eternidad.</a:t>
            </a:r>
            <a:endParaRPr sz="6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214290"/>
            <a:ext cx="9144000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 </a:t>
            </a: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mi vida la gloria es para él,</a:t>
            </a:r>
            <a:r>
              <a:rPr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él;</a:t>
            </a:r>
            <a:r>
              <a:rPr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mi vida la gloria es para él</a:t>
            </a:r>
            <a:r>
              <a:rPr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 y por la eternidad.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0"/>
            <a:ext cx="9166412" cy="7355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él,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él, para él.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En mi vida la gloria es para él</a:t>
            </a:r>
            <a:r>
              <a:rPr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9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 y por la eternidad.</a:t>
            </a:r>
            <a:endParaRPr sz="69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2017-05-30T16:07:22Z</dcterms:created>
  <dc:creator>Kadiesa</dc:creator>
</cp:coreProperties>
</file>
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Garamond"/>
      <p:regular r:id="rId16"/>
      <p:bold r:id="rId17"/>
      <p:italic r:id="rId18"/>
      <p:boldItalic r:id="rId19"/>
    </p:embeddedFon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qH6V5yb3zn5OgQVKLRZQTLEBx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aramond-bold.fntdata"/><Relationship Id="rId16" Type="http://schemas.openxmlformats.org/officeDocument/2006/relationships/font" Target="fonts/Garamon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aramond-boldItalic.fntdata"/><Relationship Id="rId6" Type="http://schemas.openxmlformats.org/officeDocument/2006/relationships/slide" Target="slides/slide1.xml"/><Relationship Id="rId18" Type="http://schemas.openxmlformats.org/officeDocument/2006/relationships/font" Target="fonts/Garamon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3db2c68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43db2c68d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3db2c68d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43db2c68d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3db2c68d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43db2c68dc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3db2c68d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43db2c68d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3db2c68d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43db2c68dc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470212" y="524435"/>
            <a:ext cx="9144000" cy="50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EL SEÑOR ES MI PASTOR.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señor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mi pastor,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nada me faltará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idx="1" type="body"/>
          </p:nvPr>
        </p:nvSpPr>
        <p:spPr>
          <a:xfrm>
            <a:off x="-511488" y="1481060"/>
            <a:ext cx="13215000" cy="6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s-ES" sz="4800"/>
              <a:t> </a:t>
            </a: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El Señor es mi pastor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en pastos delicados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Él me hará descansar.</a:t>
            </a:r>
            <a:endParaRPr sz="48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193801" y="647701"/>
            <a:ext cx="9639300" cy="5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Junto a aguas de reposo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pastoreará,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Confortará mi alma,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1248335" y="945305"/>
            <a:ext cx="95757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guiará por sendas de Justicia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amor de su nombre.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>
            <p:ph idx="1" type="body"/>
          </p:nvPr>
        </p:nvSpPr>
        <p:spPr>
          <a:xfrm>
            <a:off x="495300" y="1479552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El Señor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 es mi pastor,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Nada me faltará.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3db2c68dc_0_0"/>
          <p:cNvSpPr txBox="1"/>
          <p:nvPr/>
        </p:nvSpPr>
        <p:spPr>
          <a:xfrm>
            <a:off x="1470212" y="524435"/>
            <a:ext cx="91440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EL SEÑOR ES MI PASTOR.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señor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mi pastor,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nada me faltará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3db2c68dc_0_4"/>
          <p:cNvSpPr txBox="1"/>
          <p:nvPr>
            <p:ph idx="1" type="body"/>
          </p:nvPr>
        </p:nvSpPr>
        <p:spPr>
          <a:xfrm>
            <a:off x="-511463" y="1437585"/>
            <a:ext cx="13215000" cy="6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s-ES" sz="4800"/>
              <a:t> </a:t>
            </a: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El Señor es mi pastor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en pastos delicados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Él me hará descansar.</a:t>
            </a:r>
            <a:endParaRPr sz="48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3db2c68dc_0_8"/>
          <p:cNvSpPr txBox="1"/>
          <p:nvPr/>
        </p:nvSpPr>
        <p:spPr>
          <a:xfrm>
            <a:off x="1193801" y="647701"/>
            <a:ext cx="96393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Junto a aguas de reposo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pastoreará,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Confortará mi alma,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3db2c68dc_0_12"/>
          <p:cNvSpPr/>
          <p:nvPr/>
        </p:nvSpPr>
        <p:spPr>
          <a:xfrm>
            <a:off x="1248335" y="716705"/>
            <a:ext cx="95757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guiará por sendas de Justicia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amor de su nombre.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3db2c68dc_0_16"/>
          <p:cNvSpPr txBox="1"/>
          <p:nvPr>
            <p:ph idx="1" type="body"/>
          </p:nvPr>
        </p:nvSpPr>
        <p:spPr>
          <a:xfrm>
            <a:off x="609600" y="1166019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El Señor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 es mi pastor,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s-ES" sz="7200">
                <a:latin typeface="Arial Black"/>
                <a:ea typeface="Arial Black"/>
                <a:cs typeface="Arial Black"/>
                <a:sym typeface="Arial Black"/>
              </a:rPr>
              <a:t>///Nada me faltará///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2017-06-10T14:23:57Z</dcterms:created>
  <dc:creator>Kadiesa</dc:creator>
</cp:coreProperties>
</file>
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Arial Black"/>
      <p:regular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7" roundtripDataSignature="AMtx7mjB09uTNVpv4SDoANayL+wZxHI5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font" Target="fonts/ArialBlack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853"/>
              </a:spcBef>
              <a:spcAft>
                <a:spcPts val="0"/>
              </a:spcAft>
              <a:buClr>
                <a:srgbClr val="888888"/>
              </a:buClr>
              <a:buSzPts val="4267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47"/>
              </a:spcBef>
              <a:spcAft>
                <a:spcPts val="0"/>
              </a:spcAft>
              <a:buClr>
                <a:srgbClr val="888888"/>
              </a:buClr>
              <a:buSzPts val="3733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33"/>
              <a:buFont typeface="Calibri"/>
              <a:buNone/>
              <a:defRPr b="1" sz="5333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 sz="2667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2133"/>
              <a:buNone/>
              <a:defRPr sz="2133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6193372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6193372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609603" y="273049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4766733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Char char="•"/>
              <a:defRPr sz="4267"/>
            </a:lvl1pPr>
            <a:lvl2pPr indent="-465645" lvl="1" marL="9144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–"/>
              <a:defRPr sz="3733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397954" lvl="3" marL="1828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4pPr>
            <a:lvl5pPr indent="-397954" lvl="4" marL="22860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»"/>
              <a:defRPr sz="2667"/>
            </a:lvl5pPr>
            <a:lvl6pPr indent="-397954" lvl="5" marL="27432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6pPr>
            <a:lvl7pPr indent="-397954" lvl="6" marL="3200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7pPr>
            <a:lvl8pPr indent="-397954" lvl="7" marL="3657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8pPr>
            <a:lvl9pPr indent="-397954" lvl="8" marL="4114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609603" y="1435104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2389717" y="5367341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 b="0" i="0" sz="5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marR="0" rtl="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Font typeface="Arial"/>
              <a:buChar char="•"/>
              <a:defRPr b="0" i="0" sz="42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65645" lvl="1" marL="9144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97954" lvl="3" marL="1828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97954" lvl="4" marL="22860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97954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590550" y="-1"/>
            <a:ext cx="10801350" cy="64786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ES" sz="4800" u="sng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4 SANTO, SANTO, SANTO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ES" sz="3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3200" u="none" cap="none" strike="noStrik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-1143000" lvl="0" marL="11430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00"/>
              <a:buFont typeface="Arial Black"/>
              <a:buAutoNum type="arabicPeriod"/>
            </a:pPr>
            <a:r>
              <a:rPr b="0" i="0" lang="es-ES" sz="67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¡Santo! ¡Santo! ¡Santo!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7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Señor omnipotente, Siempre el labio mío loores te dará. </a:t>
            </a:r>
            <a:endParaRPr b="0" i="0" sz="6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/>
        </p:nvSpPr>
        <p:spPr>
          <a:xfrm>
            <a:off x="-23192" y="695739"/>
            <a:ext cx="12534900" cy="56938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75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¡Santo! ¡Santo! ¡Santo!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75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te adoro reverente,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75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Dios en tres personas, bendita Trinidad.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46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4600" u="none" cap="none" strike="noStrik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/>
          <p:nvPr/>
        </p:nvSpPr>
        <p:spPr>
          <a:xfrm>
            <a:off x="114300" y="250963"/>
            <a:ext cx="11963400" cy="5909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7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2. ¡Santo! ¡Santo! ¡Santo!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7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En numeroso coro, Santos escogidos te adoran sin cesar,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/>
          <p:nvPr/>
        </p:nvSpPr>
        <p:spPr>
          <a:xfrm>
            <a:off x="304800" y="590550"/>
            <a:ext cx="11449050" cy="4924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7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De alegría llenos,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7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y sus coronas de oro Rinden ante el trono y el cristalino mar.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"/>
          <p:cNvSpPr txBox="1"/>
          <p:nvPr/>
        </p:nvSpPr>
        <p:spPr>
          <a:xfrm>
            <a:off x="95250" y="530087"/>
            <a:ext cx="12001500" cy="56015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6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3. ¡Santo! ¡Santo! ¡Santo!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6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La inmensa muchedumbre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6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De ángeles que cumplen tu santa voluntad,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"/>
          <p:cNvSpPr txBox="1"/>
          <p:nvPr/>
        </p:nvSpPr>
        <p:spPr>
          <a:xfrm>
            <a:off x="-57150" y="723900"/>
            <a:ext cx="12249150" cy="5047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7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Ante ti se postra,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7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bañada de tu lumbre,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7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Ante ti, que has sido,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7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que eres y serás.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 txBox="1"/>
          <p:nvPr/>
        </p:nvSpPr>
        <p:spPr>
          <a:xfrm>
            <a:off x="-752061" y="1045345"/>
            <a:ext cx="13696122" cy="415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6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4. ¡Santo! ¡Santo! ¡Santo!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6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por más que estés velado,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6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E imposible sea tu gloria contemplar;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"/>
          <p:cNvSpPr txBox="1"/>
          <p:nvPr/>
        </p:nvSpPr>
        <p:spPr>
          <a:xfrm>
            <a:off x="145774" y="1028343"/>
            <a:ext cx="12153900" cy="4801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7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Santo tú eres solo,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7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y nada hay a tu lado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7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En poder perfecto,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7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pureza y caridad.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"/>
          <p:cNvSpPr txBox="1"/>
          <p:nvPr/>
        </p:nvSpPr>
        <p:spPr>
          <a:xfrm>
            <a:off x="-290720" y="950844"/>
            <a:ext cx="12773439" cy="4770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r>
              <a:rPr lang="es-ES" sz="6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 5. ¡Santo! ¡Santo! ¡Santo!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6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la gloria de tu nombre Vemos en tus obras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6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en cielo, tierra y mar;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0"/>
          <p:cNvSpPr txBox="1"/>
          <p:nvPr/>
        </p:nvSpPr>
        <p:spPr>
          <a:xfrm>
            <a:off x="342900" y="477076"/>
            <a:ext cx="11506200" cy="7525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69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¡Santo! ¡Santo! ¡Santo!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69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te adorará todo hombre,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69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Dios en tres personas,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69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bendita Trinidad.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6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HIMNOS">
  <a:themeElements>
    <a:clrScheme name="Oficin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2017-03-02T16:25:47Z</dcterms:created>
  <dc:creator>Kadiesa</dc:creator>
</cp:coreProperties>
</file>
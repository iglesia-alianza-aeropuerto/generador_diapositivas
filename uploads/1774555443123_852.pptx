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rUY8dVGwlr7560N4Em5gN/Cpg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ArialBlack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24000" y="1"/>
            <a:ext cx="9144000" cy="7109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6600" u="sng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9. MAJESTAD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4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1. ¡Majestad, excelsa majestad! Tributadle la gloria y el honor;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553570" y="258901"/>
            <a:ext cx="11084859" cy="6340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¡Majestad!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Por siempre ensalzad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Al Salvador, digno Señor,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El Vencedor.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-114300" y="843677"/>
            <a:ext cx="12420600" cy="5170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4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Alabad, engrandeced su santo nombre.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Adorad, magnificad al gran Redentor. </a:t>
            </a:r>
            <a:endParaRPr sz="5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586740" y="262869"/>
            <a:ext cx="11018400" cy="6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¡Majestad!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 gloria celebrad Del Salvador, Cristo Jesús, Rey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 Señor.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1173480" y="512333"/>
            <a:ext cx="9845040" cy="6740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2. ¡Majestad, divina majestad! Dios eterno es Jesucristo el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Señor;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624840" y="181957"/>
            <a:ext cx="10942320" cy="6494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¡Majestad!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De su poder cantad;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El es Creador, Sustentador, Gobernador.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-114300" y="843677"/>
            <a:ext cx="12420600" cy="5170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4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Alabad, engrandeced su santo nombre.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Adorad, magnificad al gran Redentor. </a:t>
            </a:r>
            <a:endParaRPr sz="5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/>
        </p:nvSpPr>
        <p:spPr>
          <a:xfrm>
            <a:off x="586740" y="262869"/>
            <a:ext cx="11018520" cy="68634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¡Majestad!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 gloria celebrad Del Salvador, Cristo Jesús, Rey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 Señor.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/>
          <p:nvPr/>
        </p:nvSpPr>
        <p:spPr>
          <a:xfrm>
            <a:off x="1036320" y="265727"/>
            <a:ext cx="10119360" cy="7078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r>
              <a:rPr lang="es-ES" sz="7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3. ¡Majestad, eterna majestad Al que era,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que 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 siempre será! </a:t>
            </a:r>
            <a:endParaRPr sz="7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 txBox="1"/>
          <p:nvPr/>
        </p:nvSpPr>
        <p:spPr>
          <a:xfrm>
            <a:off x="243475" y="794802"/>
            <a:ext cx="12542400" cy="60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¡Majestad!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Su triunfo proclamad; Pronto vendrá, nos llevará y reinará.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 txBox="1"/>
          <p:nvPr/>
        </p:nvSpPr>
        <p:spPr>
          <a:xfrm>
            <a:off x="-114300" y="843677"/>
            <a:ext cx="12420600" cy="5170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4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Alabad, engrandeced su santo nombre.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Adorad, magnificad al gran Redentor. </a:t>
            </a:r>
            <a:endParaRPr sz="5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 txBox="1"/>
          <p:nvPr/>
        </p:nvSpPr>
        <p:spPr>
          <a:xfrm>
            <a:off x="586740" y="262869"/>
            <a:ext cx="11018520" cy="68634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¡Majestad!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 gloria celebrad Del Salvador, Cristo Jesús, Rey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 Señor.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IMNOS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2017-03-02T16:35:08Z</dcterms:created>
  <dc:creator>Kadiesa</dc:creator>
</cp:coreProperties>
</file>
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Arial Black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jcrp7rYwDoeokNZIQQIIVxIl3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ArialBlack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301086" y="735955"/>
            <a:ext cx="9589827" cy="5386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44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59 GRANDE ES TU FIDELIDAD</a:t>
            </a:r>
            <a:endParaRPr b="0" i="1" sz="44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1. Oh, Dios Eterno,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tu misericordia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Ni una sombra de duda tendrá;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980364" y="1339040"/>
            <a:ext cx="10231272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Tu compasión y bondad nunca fallan Y por los siglos el mismo serás.</a:t>
            </a:r>
            <a:endParaRPr b="0" i="0" sz="4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439839" y="938333"/>
            <a:ext cx="9312322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48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¡Oh, tu fidelidad! ¡Oh, tu fidelidad! Cada momento la veo en mí.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996286" y="982176"/>
            <a:ext cx="10199427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Nada me falta,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pues todo provees, ¡Grande, Señor,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 tu fidelidad!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1116842" y="1166842"/>
            <a:ext cx="9958316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La noche oscura, el sol y la luna,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Las estaciones del año también, </a:t>
            </a:r>
            <a:endParaRPr b="0" i="0" sz="40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1524000" y="1382286"/>
            <a:ext cx="9144000" cy="409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Unen su canto cual fieles criaturas, Porque eres bueno, por siempre eres fiel.</a:t>
            </a:r>
            <a:endParaRPr b="0" i="0" sz="36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1439839" y="938333"/>
            <a:ext cx="9312322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48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¡Oh, tu fidelidad! ¡Oh, tu fidelidad! Cada momento la veo en mí.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/>
        </p:nvSpPr>
        <p:spPr>
          <a:xfrm>
            <a:off x="996286" y="982176"/>
            <a:ext cx="10199427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Nada me falta,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pues todo provees, ¡Grande, Señor,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 tu fidelidad!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/>
          <p:nvPr/>
        </p:nvSpPr>
        <p:spPr>
          <a:xfrm>
            <a:off x="1130489" y="1351508"/>
            <a:ext cx="9931021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Tú me perdonas, me impartes el gozo, Tierno me guías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por sendas de paz;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 txBox="1"/>
          <p:nvPr/>
        </p:nvSpPr>
        <p:spPr>
          <a:xfrm>
            <a:off x="1307910" y="951398"/>
            <a:ext cx="9576179" cy="4955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Eres mi fuerza,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mi fe, mi reposo,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por los siglos mi Padre serás.</a:t>
            </a:r>
            <a:endParaRPr b="0" i="0" sz="44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"/>
          <p:cNvSpPr txBox="1"/>
          <p:nvPr/>
        </p:nvSpPr>
        <p:spPr>
          <a:xfrm>
            <a:off x="1439839" y="938333"/>
            <a:ext cx="9312322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48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¡Oh, tu fidelidad! ¡Oh, tu fidelidad! Cada momento la veo en mí.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"/>
          <p:cNvSpPr txBox="1"/>
          <p:nvPr/>
        </p:nvSpPr>
        <p:spPr>
          <a:xfrm>
            <a:off x="996286" y="982176"/>
            <a:ext cx="10199427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Nada me falta,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pues todo provees, ¡Grande, Señor,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 tu fidelidad!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1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2017-03-02T17:42:26Z</dcterms:created>
  <dc:creator>Kadiesa</dc:creator>
</cp:coreProperties>
</file>
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8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9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836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096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53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980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35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186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21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52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43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335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solidFill>
                  <a:srgbClr val="FF0000"/>
                </a:solidFill>
                <a:latin typeface="Arial Black" pitchFamily="34" charset="0"/>
              </a:rPr>
              <a:t>289 OH, LA SANGRE DE CRISTO</a:t>
            </a:r>
          </a:p>
          <a:p>
            <a:pPr algn="ctr"/>
            <a:endParaRPr lang="es-CO" sz="2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Oh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, la sangre de 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Cristo, Oh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, la sangre de 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Cristo, Oh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, la sangre de Cristo de culpa me lavó.</a:t>
            </a:r>
          </a:p>
          <a:p>
            <a:endParaRPr lang="es-CO" sz="5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283463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Panorámica</PresentationFormat>
  <Paragraphs>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Calibri</vt:lpstr>
      <vt:lpstr>1_Tema de Office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2017-05-10T22:20:08Z</dcterms:created>
  <dcterms:modified xsi:type="dcterms:W3CDTF">2017-05-10T22:20:10Z</dcterms:modified>
</cp:coreProperties>
</file>
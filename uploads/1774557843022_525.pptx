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843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524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353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5035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73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657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508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2264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157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783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95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8FA11-5BB7-4F2A-9BF8-5D976209A2A7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10/05/2017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49A64-C613-48AF-BAB0-A5DD06D21273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700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000" i="1" dirty="0">
                <a:solidFill>
                  <a:srgbClr val="FF0000"/>
                </a:solidFill>
                <a:latin typeface="Arial Black" pitchFamily="34" charset="0"/>
              </a:rPr>
              <a:t>288 EL CAMINO ROMANO</a:t>
            </a:r>
          </a:p>
          <a:p>
            <a:pPr algn="ctr"/>
            <a:endParaRPr lang="es-CO" sz="24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CO" sz="4900" dirty="0">
                <a:solidFill>
                  <a:prstClr val="black"/>
                </a:solidFill>
                <a:latin typeface="Arial Black" pitchFamily="34" charset="0"/>
              </a:rPr>
              <a:t>Por </a:t>
            </a:r>
            <a:r>
              <a:rPr lang="es-CO" sz="4900" dirty="0">
                <a:solidFill>
                  <a:prstClr val="black"/>
                </a:solidFill>
                <a:latin typeface="Arial Black" pitchFamily="34" charset="0"/>
              </a:rPr>
              <a:t>cuanto todos pecaron, todos </a:t>
            </a:r>
            <a:r>
              <a:rPr lang="es-CO" sz="4900" dirty="0">
                <a:solidFill>
                  <a:prstClr val="black"/>
                </a:solidFill>
                <a:latin typeface="Arial Black" pitchFamily="34" charset="0"/>
              </a:rPr>
              <a:t>pecaron, Y </a:t>
            </a:r>
            <a:r>
              <a:rPr lang="es-CO" sz="4900" dirty="0">
                <a:solidFill>
                  <a:prstClr val="black"/>
                </a:solidFill>
                <a:latin typeface="Arial Black" pitchFamily="34" charset="0"/>
              </a:rPr>
              <a:t>están destituidos de la gloria de </a:t>
            </a:r>
            <a:r>
              <a:rPr lang="es-CO" sz="4900" dirty="0">
                <a:solidFill>
                  <a:prstClr val="black"/>
                </a:solidFill>
                <a:latin typeface="Arial Black" pitchFamily="34" charset="0"/>
              </a:rPr>
              <a:t>Dios; Por </a:t>
            </a:r>
            <a:r>
              <a:rPr lang="es-CO" sz="4900" dirty="0">
                <a:solidFill>
                  <a:prstClr val="black"/>
                </a:solidFill>
                <a:latin typeface="Arial Black" pitchFamily="34" charset="0"/>
              </a:rPr>
              <a:t>cuanto todos pecaron, todos </a:t>
            </a:r>
            <a:r>
              <a:rPr lang="es-CO" sz="4900" dirty="0">
                <a:solidFill>
                  <a:prstClr val="black"/>
                </a:solidFill>
                <a:latin typeface="Arial Black" pitchFamily="34" charset="0"/>
              </a:rPr>
              <a:t>pecaron Y </a:t>
            </a:r>
            <a:r>
              <a:rPr lang="es-CO" sz="4900" dirty="0">
                <a:solidFill>
                  <a:prstClr val="black"/>
                </a:solidFill>
                <a:latin typeface="Arial Black" pitchFamily="34" charset="0"/>
              </a:rPr>
              <a:t>están destituidos de la gloria de </a:t>
            </a:r>
            <a:r>
              <a:rPr lang="es-CO" sz="4900" dirty="0">
                <a:solidFill>
                  <a:prstClr val="black"/>
                </a:solidFill>
                <a:latin typeface="Arial Black" pitchFamily="34" charset="0"/>
              </a:rPr>
              <a:t>Dios. </a:t>
            </a:r>
            <a:endParaRPr lang="es-CO" sz="49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2800" b="1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263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500" dirty="0">
                <a:solidFill>
                  <a:prstClr val="black"/>
                </a:solidFill>
                <a:latin typeface="Arial Black" pitchFamily="34" charset="0"/>
              </a:rPr>
              <a:t>Porque </a:t>
            </a:r>
            <a:r>
              <a:rPr lang="es-CO" sz="6500" dirty="0">
                <a:solidFill>
                  <a:prstClr val="black"/>
                </a:solidFill>
                <a:latin typeface="Arial Black" pitchFamily="34" charset="0"/>
              </a:rPr>
              <a:t>la paga del pecado es </a:t>
            </a:r>
            <a:r>
              <a:rPr lang="es-CO" sz="6500" dirty="0">
                <a:solidFill>
                  <a:prstClr val="black"/>
                </a:solidFill>
                <a:latin typeface="Arial Black" pitchFamily="34" charset="0"/>
              </a:rPr>
              <a:t>muerte, Mas </a:t>
            </a:r>
            <a:r>
              <a:rPr lang="es-CO" sz="6500" dirty="0">
                <a:solidFill>
                  <a:prstClr val="black"/>
                </a:solidFill>
                <a:latin typeface="Arial Black" pitchFamily="34" charset="0"/>
              </a:rPr>
              <a:t>la dádiva de Dios es </a:t>
            </a:r>
            <a:r>
              <a:rPr lang="es-CO" sz="6500" dirty="0">
                <a:solidFill>
                  <a:prstClr val="black"/>
                </a:solidFill>
                <a:latin typeface="Arial Black" pitchFamily="34" charset="0"/>
              </a:rPr>
              <a:t>vida, Vida </a:t>
            </a:r>
            <a:r>
              <a:rPr lang="es-CO" sz="6500" dirty="0">
                <a:solidFill>
                  <a:prstClr val="black"/>
                </a:solidFill>
                <a:latin typeface="Arial Black" pitchFamily="34" charset="0"/>
              </a:rPr>
              <a:t>eterna en Cristo, Cristo Jesús Señor nuestro.</a:t>
            </a:r>
          </a:p>
          <a:p>
            <a:pPr algn="ctr"/>
            <a:endParaRPr lang="es-CO" sz="2800" b="1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724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5600" dirty="0">
                <a:solidFill>
                  <a:prstClr val="black"/>
                </a:solidFill>
                <a:latin typeface="Arial Black" pitchFamily="34" charset="0"/>
              </a:rPr>
              <a:t>Porque </a:t>
            </a:r>
            <a:r>
              <a:rPr lang="es-CO" sz="5600" dirty="0">
                <a:solidFill>
                  <a:prstClr val="black"/>
                </a:solidFill>
                <a:latin typeface="Arial Black" pitchFamily="34" charset="0"/>
              </a:rPr>
              <a:t>con el </a:t>
            </a:r>
            <a:r>
              <a:rPr lang="es-CO" sz="5600" dirty="0">
                <a:solidFill>
                  <a:prstClr val="black"/>
                </a:solidFill>
                <a:latin typeface="Arial Black" pitchFamily="34" charset="0"/>
              </a:rPr>
              <a:t>corazón, con </a:t>
            </a:r>
            <a:r>
              <a:rPr lang="es-CO" sz="5600" dirty="0">
                <a:solidFill>
                  <a:prstClr val="black"/>
                </a:solidFill>
                <a:latin typeface="Arial Black" pitchFamily="34" charset="0"/>
              </a:rPr>
              <a:t>el corazón, se cree para </a:t>
            </a:r>
            <a:r>
              <a:rPr lang="es-CO" sz="5600" dirty="0">
                <a:solidFill>
                  <a:prstClr val="black"/>
                </a:solidFill>
                <a:latin typeface="Arial Black" pitchFamily="34" charset="0"/>
              </a:rPr>
              <a:t>justicia, Mas </a:t>
            </a:r>
            <a:r>
              <a:rPr lang="es-CO" sz="5600" dirty="0">
                <a:solidFill>
                  <a:prstClr val="black"/>
                </a:solidFill>
                <a:latin typeface="Arial Black" pitchFamily="34" charset="0"/>
              </a:rPr>
              <a:t>con la </a:t>
            </a:r>
            <a:r>
              <a:rPr lang="es-CO" sz="5600" dirty="0">
                <a:solidFill>
                  <a:prstClr val="black"/>
                </a:solidFill>
                <a:latin typeface="Arial Black" pitchFamily="34" charset="0"/>
              </a:rPr>
              <a:t>boca se confiesa</a:t>
            </a:r>
            <a:r>
              <a:rPr lang="es-CO" sz="5600" dirty="0">
                <a:solidFill>
                  <a:prstClr val="black"/>
                </a:solidFill>
                <a:latin typeface="Arial Black" pitchFamily="34" charset="0"/>
              </a:rPr>
              <a:t>, la boca se </a:t>
            </a:r>
            <a:r>
              <a:rPr lang="es-CO" sz="5600" dirty="0">
                <a:solidFill>
                  <a:prstClr val="black"/>
                </a:solidFill>
                <a:latin typeface="Arial Black" pitchFamily="34" charset="0"/>
              </a:rPr>
              <a:t>confiesa, Para </a:t>
            </a:r>
            <a:r>
              <a:rPr lang="es-CO" sz="5600" dirty="0">
                <a:solidFill>
                  <a:prstClr val="black"/>
                </a:solidFill>
                <a:latin typeface="Arial Black" pitchFamily="34" charset="0"/>
              </a:rPr>
              <a:t>salvación. Para salvación</a:t>
            </a:r>
            <a:r>
              <a:rPr lang="es-CO" sz="5600" dirty="0">
                <a:solidFill>
                  <a:prstClr val="black"/>
                </a:solidFill>
                <a:latin typeface="Arial Black" pitchFamily="34" charset="0"/>
              </a:rPr>
              <a:t>.</a:t>
            </a:r>
            <a:endParaRPr lang="es-CO" sz="56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502293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</Words>
  <Application>Microsoft Office PowerPoint</Application>
  <PresentationFormat>Panorámica</PresentationFormat>
  <Paragraphs>5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2017-05-10T22:19:49Z</dcterms:created>
  <dcterms:modified xsi:type="dcterms:W3CDTF">2017-05-10T22:19:51Z</dcterms:modified>
</cp:coreProperties>
</file>
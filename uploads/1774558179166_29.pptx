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60" r:id="rId4"/>
    <p:sldId id="259" r:id="rId5"/>
    <p:sldId id="258" r:id="rId6"/>
    <p:sldId id="261" r:id="rId7"/>
    <p:sldId id="262" r:id="rId8"/>
    <p:sldId id="267" r:id="rId9"/>
    <p:sldId id="264" r:id="rId10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4" autoAdjust="0"/>
    <p:restoredTop sz="94660"/>
  </p:normalViewPr>
  <p:slideViewPr>
    <p:cSldViewPr snapToGrid="0">
      <p:cViewPr varScale="1">
        <p:scale>
          <a:sx n="39" d="100"/>
          <a:sy n="39" d="100"/>
        </p:scale>
        <p:origin x="120" y="7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4CB8D-D2DE-4D2C-98F2-49E2808CDE6D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0463A-1883-4D9F-B768-D0BDCE91767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81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46917-A023-4B64-8F25-BC4629A7CDAE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753D65-20B3-4EFE-A6A3-B0F3E90932F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12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55E25-B590-4C8D-8BAC-72BFBF71257B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5CD4A-C530-4AAB-9ED1-E9427416DB4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958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16610-D9FB-46A3-870A-59112891D92B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F1FB78-DD40-4E73-A5D1-03B3EE5F2B9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914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D9278-831C-4B85-B53B-57D33C5ED7FF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87B28-5EE7-4345-B3B9-DB376EE4B4C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614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738072-760A-4FE4-BFDD-E3B2B1685AB0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3CE222-87FE-4D2C-86A1-9A76E21BB94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4875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EBFE15-A941-44F2-8EFF-38CF3565712D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F4FE3-B411-49A7-8DDB-A47C814AB87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2651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55C9F-624B-4027-8D1D-220C7B5C1824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21D2E-327A-43D9-9BC1-20588C39906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6584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790F7-0DB0-4005-9BE9-13CFF784F6CF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D7C87-3A95-4534-8B84-52D06022D23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507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7EB96-D852-489B-AAF7-7AFE6F7F461B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40A37-379B-49D1-89C5-02B997AFDBF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498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3F529-A9B9-4020-88C8-8A4C333EBD4A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57605-F3D1-46CB-B67D-EB8153013FB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2211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0434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8046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4999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3378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959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4934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9081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73234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15497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5842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523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DEE8">
            <a:alpha val="5019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/>
              <a:t>Haga clic para modificar el estilo de título del patrón</a:t>
            </a:r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/>
              <a:t>Haga clic para modificar el estilo de texto del patrón</a:t>
            </a:r>
          </a:p>
          <a:p>
            <a:pPr lvl="1"/>
            <a:r>
              <a:rPr lang="es-ES" altLang="es-VE"/>
              <a:t>Segundo nivel</a:t>
            </a:r>
          </a:p>
          <a:p>
            <a:pPr lvl="2"/>
            <a:r>
              <a:rPr lang="es-ES" altLang="es-VE"/>
              <a:t>Tercer nivel</a:t>
            </a:r>
          </a:p>
          <a:p>
            <a:pPr lvl="3"/>
            <a:r>
              <a:rPr lang="es-ES" altLang="es-VE"/>
              <a:t>Cuarto nivel</a:t>
            </a:r>
          </a:p>
          <a:p>
            <a:pPr lvl="4"/>
            <a:r>
              <a:rPr lang="es-ES" altLang="es-VE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021BEAC-53D7-4F96-9E05-D60277350D29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06/11/2023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4AE120-B073-4585-96DD-F783D16A428A}" type="slidenum">
              <a:rPr lang="es-ES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7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06/11/2023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927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1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7" indent="-457167" algn="l" defTabSz="121911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2" algn="l" defTabSz="121911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43144" y="552203"/>
            <a:ext cx="1110571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10">
              <a:defRPr/>
            </a:pPr>
            <a:r>
              <a:rPr lang="es-ES" sz="4800" dirty="0">
                <a:ln w="25400">
                  <a:noFill/>
                </a:ln>
                <a:solidFill>
                  <a:srgbClr val="FF0000"/>
                </a:solidFill>
                <a:latin typeface="Arial Black" pitchFamily="34" charset="0"/>
                <a:cs typeface="Arial" panose="020B0604020202020204" pitchFamily="34" charset="0"/>
              </a:rPr>
              <a:t>EN CRISTO ESTÁ MI SALVACIÓN</a:t>
            </a:r>
          </a:p>
          <a:p>
            <a:pPr algn="ctr" defTabSz="1219110">
              <a:defRPr/>
            </a:pPr>
            <a:endParaRPr lang="es-ES" sz="4800" dirty="0">
              <a:ln w="25400">
                <a:noFill/>
              </a:ln>
              <a:solidFill>
                <a:prstClr val="black"/>
              </a:solidFill>
              <a:latin typeface="Garamond" pitchFamily="18" charset="0"/>
              <a:cs typeface="Arial" panose="020B0604020202020204" pitchFamily="34" charset="0"/>
            </a:endParaRPr>
          </a:p>
          <a:p>
            <a:pPr algn="ctr" defTabSz="1219110">
              <a:defRPr/>
            </a:pPr>
            <a:r>
              <a:rPr lang="es-ES" sz="54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En Cristo está mi salvación;</a:t>
            </a:r>
          </a:p>
          <a:p>
            <a:pPr algn="ctr" defTabSz="1219110">
              <a:defRPr/>
            </a:pPr>
            <a:r>
              <a:rPr lang="es-ES" sz="54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Él es mi fuerza, luz, canción.</a:t>
            </a:r>
          </a:p>
          <a:p>
            <a:pPr algn="ctr" defTabSz="1219110">
              <a:defRPr/>
            </a:pPr>
            <a:r>
              <a:rPr lang="es-ES" sz="54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La Roca Eterna, fundación,</a:t>
            </a:r>
          </a:p>
          <a:p>
            <a:pPr algn="ctr" defTabSz="1219110">
              <a:defRPr/>
            </a:pPr>
            <a:r>
              <a:rPr lang="es-ES" sz="54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Firme en prueba y tentación.</a:t>
            </a:r>
          </a:p>
        </p:txBody>
      </p:sp>
    </p:spTree>
    <p:extLst>
      <p:ext uri="{BB962C8B-B14F-4D97-AF65-F5344CB8AC3E}">
        <p14:creationId xmlns:p14="http://schemas.microsoft.com/office/powerpoint/2010/main" val="419983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-490151" y="1536174"/>
            <a:ext cx="1317230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10" fontAlgn="base">
              <a:spcBef>
                <a:spcPct val="0"/>
              </a:spcBef>
              <a:spcAft>
                <a:spcPct val="0"/>
              </a:spcAft>
            </a:pPr>
            <a:r>
              <a:rPr lang="es-ES" altLang="es-VE" sz="60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Oh, alto amor, profunda paz;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</a:pPr>
            <a:r>
              <a:rPr lang="es-ES" altLang="es-VE" sz="60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La lucha cesa y el temor.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</a:pPr>
            <a:r>
              <a:rPr lang="es-ES" altLang="es-VE" sz="60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Mi esperanza y protección.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</a:pPr>
            <a:r>
              <a:rPr lang="es-ES" altLang="es-VE" sz="60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En el amor de Cristo estoy.</a:t>
            </a:r>
          </a:p>
        </p:txBody>
      </p:sp>
    </p:spTree>
    <p:extLst>
      <p:ext uri="{BB962C8B-B14F-4D97-AF65-F5344CB8AC3E}">
        <p14:creationId xmlns:p14="http://schemas.microsoft.com/office/powerpoint/2010/main" val="285061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-511463" y="733029"/>
            <a:ext cx="13214925" cy="4975793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VE" sz="6000" dirty="0"/>
              <a:t> </a:t>
            </a:r>
            <a:r>
              <a:rPr lang="es-ES" sz="6000" dirty="0">
                <a:latin typeface="Arial Black" panose="020B0A04020102020204" pitchFamily="34" charset="0"/>
              </a:rPr>
              <a:t>2. En Cristo está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mi redención;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Dios infinito se humilló.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Su don de amor y libertad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El mundo entero despreció.</a:t>
            </a:r>
            <a:endParaRPr lang="es-VE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35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1 CuadroTexto"/>
          <p:cNvSpPr txBox="1">
            <a:spLocks noChangeArrowheads="1"/>
          </p:cNvSpPr>
          <p:nvPr/>
        </p:nvSpPr>
        <p:spPr bwMode="auto">
          <a:xfrm>
            <a:off x="-922638" y="335845"/>
            <a:ext cx="14037275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Allá en la cruz, 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mientras murió,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El justo Dios se conformó,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Y mi pecado Él cargó,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Hoy en su 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muerte vivo yo.</a:t>
            </a:r>
            <a:endParaRPr lang="es-CO" altLang="es-VE" sz="6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614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166018"/>
            <a:ext cx="10972800" cy="4525963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ES" sz="7200" dirty="0">
                <a:latin typeface="Arial Black" panose="020B0A04020102020204" pitchFamily="34" charset="0"/>
              </a:rPr>
              <a:t>3. Fue sepultado al morir,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7200" dirty="0">
                <a:latin typeface="Arial Black" panose="020B0A04020102020204" pitchFamily="34" charset="0"/>
              </a:rPr>
              <a:t>La luz del mundo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7200" dirty="0">
                <a:latin typeface="Arial Black" panose="020B0A04020102020204" pitchFamily="34" charset="0"/>
              </a:rPr>
              <a:t>se apagó.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7200" dirty="0">
                <a:latin typeface="Arial Black" panose="020B0A04020102020204" pitchFamily="34" charset="0"/>
              </a:rPr>
              <a:t>Mas con poder resucitó: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7200" dirty="0">
                <a:latin typeface="Arial Black" panose="020B0A04020102020204" pitchFamily="34" charset="0"/>
              </a:rPr>
              <a:t>De muerte Él se levantó.</a:t>
            </a:r>
            <a:endParaRPr lang="es-VE" sz="7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65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0" y="-29672"/>
            <a:ext cx="1259565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10">
              <a:defRPr/>
            </a:pPr>
            <a:r>
              <a:rPr lang="es-ES" sz="6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¡Glorioso Rey! </a:t>
            </a:r>
          </a:p>
          <a:p>
            <a:pPr algn="ctr" defTabSz="1219110">
              <a:defRPr/>
            </a:pPr>
            <a:r>
              <a:rPr lang="es-ES" sz="6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El Vencedor</a:t>
            </a:r>
          </a:p>
          <a:p>
            <a:pPr algn="ctr" defTabSz="1219110">
              <a:defRPr/>
            </a:pPr>
            <a:r>
              <a:rPr lang="es-ES" sz="6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De mi pecado me libró.</a:t>
            </a:r>
          </a:p>
          <a:p>
            <a:pPr algn="ctr" defTabSz="1219110">
              <a:defRPr/>
            </a:pPr>
            <a:r>
              <a:rPr lang="es-ES" sz="6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Pues Suyo soy </a:t>
            </a:r>
          </a:p>
          <a:p>
            <a:pPr algn="ctr" defTabSz="1219110">
              <a:defRPr/>
            </a:pPr>
            <a:r>
              <a:rPr lang="es-ES" sz="6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y mío es Él.</a:t>
            </a:r>
          </a:p>
          <a:p>
            <a:pPr algn="ctr" defTabSz="1219110">
              <a:defRPr/>
            </a:pPr>
            <a:r>
              <a:rPr lang="es-ES" sz="6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Dios con Su sangre</a:t>
            </a:r>
          </a:p>
          <a:p>
            <a:pPr algn="ctr" defTabSz="1219110">
              <a:defRPr/>
            </a:pPr>
            <a:r>
              <a:rPr lang="es-ES" sz="6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 me compró.</a:t>
            </a:r>
          </a:p>
        </p:txBody>
      </p:sp>
    </p:spTree>
    <p:extLst>
      <p:ext uri="{BB962C8B-B14F-4D97-AF65-F5344CB8AC3E}">
        <p14:creationId xmlns:p14="http://schemas.microsoft.com/office/powerpoint/2010/main" val="877776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-511463" y="155389"/>
            <a:ext cx="13214925" cy="6702611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ES" sz="6600" dirty="0">
                <a:latin typeface="Arial Black" panose="020B0A04020102020204" pitchFamily="34" charset="0"/>
              </a:rPr>
              <a:t>4. Vivir sin culpa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6600" dirty="0">
                <a:latin typeface="Arial Black" panose="020B0A04020102020204" pitchFamily="34" charset="0"/>
              </a:rPr>
              <a:t>y sin temor,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6600" dirty="0">
                <a:latin typeface="Arial Black" panose="020B0A04020102020204" pitchFamily="34" charset="0"/>
              </a:rPr>
              <a:t>Es el poder de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6600" dirty="0">
                <a:latin typeface="Arial Black" panose="020B0A04020102020204" pitchFamily="34" charset="0"/>
              </a:rPr>
              <a:t> Cristo en mí.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6600" dirty="0">
                <a:latin typeface="Arial Black" panose="020B0A04020102020204" pitchFamily="34" charset="0"/>
              </a:rPr>
              <a:t>Desde nacer hasta morir,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6600" dirty="0">
                <a:latin typeface="Arial Black" panose="020B0A04020102020204" pitchFamily="34" charset="0"/>
              </a:rPr>
              <a:t>Cristo conduce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ES" sz="6600" dirty="0">
                <a:latin typeface="Arial Black" panose="020B0A04020102020204" pitchFamily="34" charset="0"/>
              </a:rPr>
              <a:t> mi existir.</a:t>
            </a:r>
            <a:endParaRPr lang="es-VE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507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1 CuadroTexto"/>
          <p:cNvSpPr txBox="1">
            <a:spLocks noChangeArrowheads="1"/>
          </p:cNvSpPr>
          <p:nvPr/>
        </p:nvSpPr>
        <p:spPr bwMode="auto">
          <a:xfrm>
            <a:off x="-368643" y="0"/>
            <a:ext cx="12929286" cy="6771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2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No hay poder ni voluntad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2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Que de Él me 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2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pueda apartar,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2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Hasta que vuelva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2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o muera yo,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2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En el poder de </a:t>
            </a:r>
          </a:p>
          <a:p>
            <a:pPr algn="ctr" defTabSz="121911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VE" sz="62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Cristo estoy.</a:t>
            </a:r>
          </a:p>
        </p:txBody>
      </p:sp>
    </p:spTree>
    <p:extLst>
      <p:ext uri="{BB962C8B-B14F-4D97-AF65-F5344CB8AC3E}">
        <p14:creationId xmlns:p14="http://schemas.microsoft.com/office/powerpoint/2010/main" val="209097424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220</Words>
  <Application>Microsoft Office PowerPoint</Application>
  <PresentationFormat>Panorámica</PresentationFormat>
  <Paragraphs>47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Garamond</vt:lpstr>
      <vt:lpstr>1_Tema de Office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Diego Tobón</cp:lastModifiedBy>
  <cp:revision>15</cp:revision>
  <dcterms:created xsi:type="dcterms:W3CDTF">2017-06-10T14:23:57Z</dcterms:created>
  <dcterms:modified xsi:type="dcterms:W3CDTF">2023-11-06T21:17:31Z</dcterms:modified>
</cp:coreProperties>
</file>
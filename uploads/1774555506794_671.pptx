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7nB5nxtkr3+/qxLSJhT+hXEwi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2CCDC">
            <a:alpha val="6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214290"/>
            <a:ext cx="9144000" cy="7463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538 ¿SOY YO SOLDADO DE JESÚS?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¿Soy yo soldado de Jesús y siervo del Señor? No temeré llevar su cruz,</a:t>
            </a:r>
            <a:r>
              <a:rPr b="0" i="0" lang="es-CO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sufriendo por su amor.</a:t>
            </a:r>
            <a:endParaRPr b="0" i="0" sz="5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1"/>
            <a:ext cx="9144000" cy="74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Después de la batalla nos coronará, Dios nos coronará,</a:t>
            </a:r>
            <a:r>
              <a:rPr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 nos coronará; Después de la batalla</a:t>
            </a:r>
            <a:r>
              <a:rPr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coronará En aquella santa Sion.</a:t>
            </a:r>
            <a:endParaRPr sz="5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1"/>
            <a:ext cx="9144000" cy="81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Lucharon otros por la fe; valiente anhelo ser. Por mi Señor yo pelearé,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confiando en su poder.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1"/>
            <a:ext cx="9144000" cy="74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Después de la batalla nos coronará, Dios nos coronará,</a:t>
            </a:r>
            <a:r>
              <a:rPr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 nos coronará; Después de la batalla</a:t>
            </a:r>
            <a:r>
              <a:rPr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coronará En aquella santa Sion.</a:t>
            </a:r>
            <a:endParaRPr sz="5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214291"/>
            <a:ext cx="9144000" cy="6894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Es menester que sea fiel, que nunca vuelva atrás, Que siga siempre en pos de él, y me guiará en paz.</a:t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1"/>
            <a:ext cx="9144000" cy="74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Después de la batalla nos coronará, Dios nos coronará,</a:t>
            </a:r>
            <a:r>
              <a:rPr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 nos coronará; Después de la batalla</a:t>
            </a:r>
            <a:r>
              <a:rPr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coronará En aquella santa Sion.</a:t>
            </a:r>
            <a:endParaRPr sz="5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2017-05-31T15:00:22Z</dcterms:created>
  <dc:creator>Kadiesa</dc:creator>
</cp:coreProperties>
</file>
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s-ES"/>
    </a:defPPr>
    <a:lvl1pPr marL="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4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1" autoAdjust="0"/>
    <p:restoredTop sz="94291" autoAdjust="0"/>
  </p:normalViewPr>
  <p:slideViewPr>
    <p:cSldViewPr>
      <p:cViewPr varScale="1">
        <p:scale>
          <a:sx n="113" d="100"/>
          <a:sy n="113" d="100"/>
        </p:scale>
        <p:origin x="590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A833D-101E-44A2-B45F-62E18B5C93EC}" type="datetimeFigureOut">
              <a:rPr lang="es-CO" smtClean="0"/>
              <a:t>24/02/2024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DA335-969C-4EEE-A571-F8E5D4E5F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9409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5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4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24/02/2024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5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4" indent="-342884" algn="l" defTabSz="91435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6" algn="l" defTabSz="91435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94034" y="551967"/>
            <a:ext cx="7555932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3000" b="1" dirty="0">
                <a:solidFill>
                  <a:srgbClr val="FF0000"/>
                </a:solidFill>
                <a:latin typeface="Arial Black" panose="020B0A04020102020204" pitchFamily="34" charset="0"/>
              </a:rPr>
              <a:t>PORQUE TÚ ERES BUENO</a:t>
            </a:r>
          </a:p>
          <a:p>
            <a:pPr algn="ctr"/>
            <a:endParaRPr lang="es-VE" sz="30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VE" sz="4950" b="1" dirty="0">
                <a:latin typeface="Arial Black" panose="020B0A04020102020204" pitchFamily="34" charset="0"/>
              </a:rPr>
              <a:t>Porque tú eres bueno</a:t>
            </a:r>
            <a:br>
              <a:rPr lang="es-VE" sz="4950" b="1" dirty="0">
                <a:latin typeface="Arial Black" panose="020B0A04020102020204" pitchFamily="34" charset="0"/>
              </a:rPr>
            </a:br>
            <a:r>
              <a:rPr lang="es-VE" sz="4950" b="1" dirty="0">
                <a:latin typeface="Arial Black" panose="020B0A04020102020204" pitchFamily="34" charset="0"/>
              </a:rPr>
              <a:t>Porque para siempre tu misericordia es.</a:t>
            </a:r>
            <a:br>
              <a:rPr lang="es-VE" sz="4950" b="1" dirty="0">
                <a:solidFill>
                  <a:srgbClr val="222222"/>
                </a:solidFill>
                <a:latin typeface="Arial Black" panose="020B0A04020102020204" pitchFamily="34" charset="0"/>
              </a:rPr>
            </a:br>
            <a:endParaRPr lang="es-VE" sz="4950" b="1" dirty="0">
              <a:solidFill>
                <a:srgbClr val="22222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9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974108" y="632758"/>
            <a:ext cx="7195784" cy="390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4950" b="1" dirty="0">
                <a:latin typeface="Arial Black" panose="020B0A04020102020204" pitchFamily="34" charset="0"/>
              </a:rPr>
              <a:t>Cada mañana al despertar se que en ti puedo confiar</a:t>
            </a:r>
            <a:br>
              <a:rPr lang="es-VE" sz="4950" b="1" dirty="0">
                <a:latin typeface="Arial Black" panose="020B0A04020102020204" pitchFamily="34" charset="0"/>
              </a:rPr>
            </a:br>
            <a:r>
              <a:rPr lang="es-VE" sz="4950" b="1" dirty="0">
                <a:latin typeface="Arial Black" panose="020B0A04020102020204" pitchFamily="34" charset="0"/>
              </a:rPr>
              <a:t>Me sostienes por tu gran fidelidad.</a:t>
            </a:r>
          </a:p>
        </p:txBody>
      </p:sp>
    </p:spTree>
    <p:extLst>
      <p:ext uri="{BB962C8B-B14F-4D97-AF65-F5344CB8AC3E}">
        <p14:creationId xmlns:p14="http://schemas.microsoft.com/office/powerpoint/2010/main" val="260877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86847" y="1013631"/>
            <a:ext cx="857030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5400" dirty="0">
                <a:latin typeface="Arial Black" panose="020B0A04020102020204" pitchFamily="34" charset="0"/>
              </a:rPr>
              <a:t>Porque tu eres bueno,</a:t>
            </a:r>
            <a:br>
              <a:rPr lang="es-VE" sz="5400" dirty="0">
                <a:latin typeface="Arial Black" panose="020B0A04020102020204" pitchFamily="34" charset="0"/>
              </a:rPr>
            </a:br>
            <a:r>
              <a:rPr lang="es-VE" sz="5400" dirty="0">
                <a:latin typeface="Arial Black" panose="020B0A04020102020204" pitchFamily="34" charset="0"/>
              </a:rPr>
              <a:t>Porque tu justicia,</a:t>
            </a:r>
          </a:p>
          <a:p>
            <a:pPr algn="ctr"/>
            <a:r>
              <a:rPr lang="es-VE" sz="5400" dirty="0">
                <a:latin typeface="Arial Black" panose="020B0A04020102020204" pitchFamily="34" charset="0"/>
              </a:rPr>
              <a:t>justicia eterna es</a:t>
            </a:r>
            <a:br>
              <a:rPr lang="es-VE" sz="3600" dirty="0">
                <a:solidFill>
                  <a:srgbClr val="222222"/>
                </a:solidFill>
                <a:latin typeface="Arial Black" panose="020B0A04020102020204" pitchFamily="34" charset="0"/>
              </a:rPr>
            </a:br>
            <a:endParaRPr lang="es-VE" sz="3600" dirty="0">
              <a:solidFill>
                <a:srgbClr val="22222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05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91696" y="805882"/>
            <a:ext cx="7560608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4500" dirty="0">
                <a:latin typeface="Arial Black" panose="020B0A04020102020204" pitchFamily="34" charset="0"/>
              </a:rPr>
              <a:t>Y en ella yo me deleitaré</a:t>
            </a:r>
            <a:br>
              <a:rPr lang="es-VE" sz="4500" dirty="0">
                <a:latin typeface="Arial Black" panose="020B0A04020102020204" pitchFamily="34" charset="0"/>
              </a:rPr>
            </a:br>
            <a:r>
              <a:rPr lang="es-VE" sz="4500" dirty="0">
                <a:latin typeface="Arial Black" panose="020B0A04020102020204" pitchFamily="34" charset="0"/>
              </a:rPr>
              <a:t>En tu verdad caminaré</a:t>
            </a:r>
            <a:br>
              <a:rPr lang="es-VE" sz="4500" dirty="0">
                <a:latin typeface="Arial Black" panose="020B0A04020102020204" pitchFamily="34" charset="0"/>
              </a:rPr>
            </a:br>
            <a:r>
              <a:rPr lang="es-VE" sz="4500" dirty="0">
                <a:latin typeface="Arial Black" panose="020B0A04020102020204" pitchFamily="34" charset="0"/>
              </a:rPr>
              <a:t>Por tu senda de justicia guíame.</a:t>
            </a:r>
          </a:p>
        </p:txBody>
      </p:sp>
    </p:spTree>
    <p:extLst>
      <p:ext uri="{BB962C8B-B14F-4D97-AF65-F5344CB8AC3E}">
        <p14:creationId xmlns:p14="http://schemas.microsoft.com/office/powerpoint/2010/main" val="360446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94034" y="551967"/>
            <a:ext cx="7555932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3000" b="1" dirty="0">
                <a:solidFill>
                  <a:srgbClr val="FF0000"/>
                </a:solidFill>
                <a:latin typeface="Arial Black" panose="020B0A04020102020204" pitchFamily="34" charset="0"/>
              </a:rPr>
              <a:t>PORQUE TÚ ERES BUENO</a:t>
            </a:r>
          </a:p>
          <a:p>
            <a:pPr algn="ctr"/>
            <a:endParaRPr lang="es-VE" sz="30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s-VE" sz="4950" b="1" dirty="0">
                <a:latin typeface="Arial Black" panose="020B0A04020102020204" pitchFamily="34" charset="0"/>
              </a:rPr>
              <a:t>Porque tú eres bueno</a:t>
            </a:r>
            <a:br>
              <a:rPr lang="es-VE" sz="4950" b="1" dirty="0">
                <a:latin typeface="Arial Black" panose="020B0A04020102020204" pitchFamily="34" charset="0"/>
              </a:rPr>
            </a:br>
            <a:r>
              <a:rPr lang="es-VE" sz="4950" b="1" dirty="0">
                <a:latin typeface="Arial Black" panose="020B0A04020102020204" pitchFamily="34" charset="0"/>
              </a:rPr>
              <a:t>Porque para siempre tu misericordia es.</a:t>
            </a:r>
            <a:br>
              <a:rPr lang="es-VE" sz="4950" b="1" dirty="0">
                <a:solidFill>
                  <a:srgbClr val="222222"/>
                </a:solidFill>
                <a:latin typeface="Arial Black" panose="020B0A04020102020204" pitchFamily="34" charset="0"/>
              </a:rPr>
            </a:br>
            <a:endParaRPr lang="es-VE" sz="4950" b="1" dirty="0">
              <a:solidFill>
                <a:srgbClr val="22222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387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974108" y="632758"/>
            <a:ext cx="7195784" cy="390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4950" b="1" dirty="0">
                <a:latin typeface="Arial Black" panose="020B0A04020102020204" pitchFamily="34" charset="0"/>
              </a:rPr>
              <a:t>Cada mañana al despertar se que en ti puedo confiar</a:t>
            </a:r>
            <a:br>
              <a:rPr lang="es-VE" sz="4950" b="1" dirty="0">
                <a:latin typeface="Arial Black" panose="020B0A04020102020204" pitchFamily="34" charset="0"/>
              </a:rPr>
            </a:br>
            <a:r>
              <a:rPr lang="es-VE" sz="4950" b="1" dirty="0">
                <a:latin typeface="Arial Black" panose="020B0A04020102020204" pitchFamily="34" charset="0"/>
              </a:rPr>
              <a:t>Me sostienes por tu gran fidelidad.</a:t>
            </a:r>
          </a:p>
        </p:txBody>
      </p:sp>
    </p:spTree>
    <p:extLst>
      <p:ext uri="{BB962C8B-B14F-4D97-AF65-F5344CB8AC3E}">
        <p14:creationId xmlns:p14="http://schemas.microsoft.com/office/powerpoint/2010/main" val="1797115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86847" y="1013631"/>
            <a:ext cx="857030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5400" dirty="0">
                <a:latin typeface="Arial Black" panose="020B0A04020102020204" pitchFamily="34" charset="0"/>
              </a:rPr>
              <a:t>Porque tu eres bueno,</a:t>
            </a:r>
            <a:br>
              <a:rPr lang="es-VE" sz="5400" dirty="0">
                <a:latin typeface="Arial Black" panose="020B0A04020102020204" pitchFamily="34" charset="0"/>
              </a:rPr>
            </a:br>
            <a:r>
              <a:rPr lang="es-VE" sz="5400" dirty="0">
                <a:latin typeface="Arial Black" panose="020B0A04020102020204" pitchFamily="34" charset="0"/>
              </a:rPr>
              <a:t>Porque tu justicia,</a:t>
            </a:r>
          </a:p>
          <a:p>
            <a:pPr algn="ctr"/>
            <a:r>
              <a:rPr lang="es-VE" sz="5400" dirty="0">
                <a:latin typeface="Arial Black" panose="020B0A04020102020204" pitchFamily="34" charset="0"/>
              </a:rPr>
              <a:t>justicia eterna es</a:t>
            </a:r>
            <a:br>
              <a:rPr lang="es-VE" sz="3600" dirty="0">
                <a:solidFill>
                  <a:srgbClr val="222222"/>
                </a:solidFill>
                <a:latin typeface="Arial Black" panose="020B0A04020102020204" pitchFamily="34" charset="0"/>
              </a:rPr>
            </a:br>
            <a:endParaRPr lang="es-VE" sz="3600" dirty="0">
              <a:solidFill>
                <a:srgbClr val="22222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369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91696" y="805882"/>
            <a:ext cx="7560608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4500" dirty="0">
                <a:latin typeface="Arial Black" panose="020B0A04020102020204" pitchFamily="34" charset="0"/>
              </a:rPr>
              <a:t>Y en ella yo me deleitaré</a:t>
            </a:r>
            <a:br>
              <a:rPr lang="es-VE" sz="4500" dirty="0">
                <a:latin typeface="Arial Black" panose="020B0A04020102020204" pitchFamily="34" charset="0"/>
              </a:rPr>
            </a:br>
            <a:r>
              <a:rPr lang="es-VE" sz="4500" dirty="0">
                <a:latin typeface="Arial Black" panose="020B0A04020102020204" pitchFamily="34" charset="0"/>
              </a:rPr>
              <a:t>En tu verdad caminaré</a:t>
            </a:r>
            <a:br>
              <a:rPr lang="es-VE" sz="4500" dirty="0">
                <a:latin typeface="Arial Black" panose="020B0A04020102020204" pitchFamily="34" charset="0"/>
              </a:rPr>
            </a:br>
            <a:r>
              <a:rPr lang="es-VE" sz="4500" dirty="0">
                <a:latin typeface="Arial Black" panose="020B0A04020102020204" pitchFamily="34" charset="0"/>
              </a:rPr>
              <a:t>Por tu senda de justicia guíame.</a:t>
            </a:r>
          </a:p>
        </p:txBody>
      </p:sp>
    </p:spTree>
    <p:extLst>
      <p:ext uri="{BB962C8B-B14F-4D97-AF65-F5344CB8AC3E}">
        <p14:creationId xmlns:p14="http://schemas.microsoft.com/office/powerpoint/2010/main" val="22552957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</TotalTime>
  <Words>136</Words>
  <Application>Microsoft Office PowerPoint</Application>
  <PresentationFormat>Presentación en pantalla (16:9)</PresentationFormat>
  <Paragraphs>14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Dilan Lamus</cp:lastModifiedBy>
  <cp:revision>85</cp:revision>
  <dcterms:created xsi:type="dcterms:W3CDTF">2021-05-09T02:41:52Z</dcterms:created>
  <dcterms:modified xsi:type="dcterms:W3CDTF">2024-02-24T15:45:00Z</dcterms:modified>
</cp:coreProperties>
</file>
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926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62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28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9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46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9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0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5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33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93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5/03/2023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03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762000" y="0"/>
            <a:ext cx="1066800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800" i="1" dirty="0">
                <a:solidFill>
                  <a:srgbClr val="FF0000"/>
                </a:solidFill>
                <a:latin typeface="Arial Black" pitchFamily="34" charset="0"/>
              </a:rPr>
              <a:t>300 SUBLIME GRACIA</a:t>
            </a:r>
          </a:p>
          <a:p>
            <a:pPr algn="ctr"/>
            <a:endParaRPr lang="es-CO" dirty="0">
              <a:solidFill>
                <a:prstClr val="black"/>
              </a:solidFill>
              <a:latin typeface="Arial Black" pitchFamily="34" charset="0"/>
            </a:endParaRPr>
          </a:p>
          <a:p>
            <a:pPr marL="1143000" indent="-1143000" algn="ctr">
              <a:buAutoNum type="arabicPeriod"/>
            </a:pPr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Sublime gracia del Señor </a:t>
            </a: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Que un infeliz salvó; </a:t>
            </a: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Fui ciego mas hoy </a:t>
            </a: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miro yo, </a:t>
            </a:r>
          </a:p>
          <a:p>
            <a:pPr algn="ctr"/>
            <a:r>
              <a:rPr lang="es-CO" sz="6000" dirty="0">
                <a:solidFill>
                  <a:prstClr val="black"/>
                </a:solidFill>
                <a:latin typeface="Arial Black" pitchFamily="34" charset="0"/>
              </a:rPr>
              <a:t>Perdido y Él me halló.</a:t>
            </a:r>
          </a:p>
          <a:p>
            <a:pPr algn="ctr"/>
            <a:endParaRPr lang="es-CO" sz="6000" b="1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6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19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10817" y="0"/>
            <a:ext cx="11370365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2. Su gracia me </a:t>
            </a: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enseñó a temer; </a:t>
            </a: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Mis dudas ahuyentó</a:t>
            </a: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¡Oh cuán precioso </a:t>
            </a: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fue a mi ser </a:t>
            </a:r>
          </a:p>
          <a:p>
            <a:pPr algn="ctr"/>
            <a:r>
              <a:rPr lang="es-CO" sz="6200" dirty="0">
                <a:solidFill>
                  <a:prstClr val="black"/>
                </a:solidFill>
                <a:latin typeface="Arial Black" pitchFamily="34" charset="0"/>
              </a:rPr>
              <a:t>Cuando Él me transformó!</a:t>
            </a:r>
          </a:p>
        </p:txBody>
      </p:sp>
    </p:spTree>
    <p:extLst>
      <p:ext uri="{BB962C8B-B14F-4D97-AF65-F5344CB8AC3E}">
        <p14:creationId xmlns:p14="http://schemas.microsoft.com/office/powerpoint/2010/main" val="330052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563217" y="-64264"/>
            <a:ext cx="1106556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De mi maldad me libertó,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Mi salvador me rescató,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como el mar fluye su amor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Sublime gracia,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amor</a:t>
            </a:r>
          </a:p>
        </p:txBody>
      </p:sp>
    </p:spTree>
    <p:extLst>
      <p:ext uri="{BB962C8B-B14F-4D97-AF65-F5344CB8AC3E}">
        <p14:creationId xmlns:p14="http://schemas.microsoft.com/office/powerpoint/2010/main" val="348087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589721" y="214290"/>
            <a:ext cx="11012557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3. En los peligros o aflicción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Que yo he tenido aquí,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Su gracia siempre me libró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Y me guiará feliz.</a:t>
            </a:r>
          </a:p>
          <a:p>
            <a:pPr algn="ctr"/>
            <a:endParaRPr lang="es-CO" sz="4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85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563217" y="-64264"/>
            <a:ext cx="1106556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De mi maldad me libertó,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Mi salvador me rescató,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como el mar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fluye su amor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Sublime gracia,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amor</a:t>
            </a:r>
          </a:p>
        </p:txBody>
      </p:sp>
    </p:spTree>
    <p:extLst>
      <p:ext uri="{BB962C8B-B14F-4D97-AF65-F5344CB8AC3E}">
        <p14:creationId xmlns:p14="http://schemas.microsoft.com/office/powerpoint/2010/main" val="120736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609600" y="394692"/>
            <a:ext cx="10972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4. Y cuando en Sion por siglos mil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Brillando esté cual sol,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Yo cantaré por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siempre allí, </a:t>
            </a:r>
          </a:p>
          <a:p>
            <a:pPr algn="ctr"/>
            <a:r>
              <a:rPr lang="es-CO" sz="6600" dirty="0">
                <a:solidFill>
                  <a:prstClr val="black"/>
                </a:solidFill>
                <a:latin typeface="Arial Black" pitchFamily="34" charset="0"/>
              </a:rPr>
              <a:t>Su amor que me salvó.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27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563217" y="-64264"/>
            <a:ext cx="1106556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De mi maldad me libertó,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Mi salvador me rescató,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como el mar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fluye su amor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Sublime gracia, </a:t>
            </a:r>
          </a:p>
          <a:p>
            <a:pPr algn="ctr"/>
            <a:r>
              <a:rPr lang="es-CO" sz="6400" dirty="0">
                <a:solidFill>
                  <a:prstClr val="black"/>
                </a:solidFill>
                <a:latin typeface="Arial Black" pitchFamily="34" charset="0"/>
              </a:rPr>
              <a:t>y amor</a:t>
            </a:r>
          </a:p>
        </p:txBody>
      </p:sp>
    </p:spTree>
    <p:extLst>
      <p:ext uri="{BB962C8B-B14F-4D97-AF65-F5344CB8AC3E}">
        <p14:creationId xmlns:p14="http://schemas.microsoft.com/office/powerpoint/2010/main" val="2700318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EA45F7A8-C446-401E-9C54-68D7886B5FE0}" vid="{35E99413-C220-4A07-8F47-F5ECD2F335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8</TotalTime>
  <Words>168</Words>
  <Application>Microsoft Office PowerPoint</Application>
  <PresentationFormat>Panorámica</PresentationFormat>
  <Paragraphs>39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3</cp:revision>
  <dcterms:created xsi:type="dcterms:W3CDTF">2017-05-10T22:27:29Z</dcterms:created>
  <dcterms:modified xsi:type="dcterms:W3CDTF">2023-03-05T19:37:06Z</dcterms:modified>
</cp:coreProperties>
</file>
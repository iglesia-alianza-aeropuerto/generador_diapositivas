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A3012-34A9-4E85-B375-F08916630F4E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A8B80-3A4B-48CD-9A80-3F5C18DA3BC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77467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C211F-9B07-4793-B9D2-8DECC7D5E5CD}" type="slidenum">
              <a:rPr lang="es-CO" smtClean="0"/>
              <a:pPr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110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E578-603D-4C34-8878-E293C5EC4FA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2F98-9A95-4E33-98B3-7492E36A808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56129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E578-603D-4C34-8878-E293C5EC4FA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2F98-9A95-4E33-98B3-7492E36A808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15004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E578-603D-4C34-8878-E293C5EC4FA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2F98-9A95-4E33-98B3-7492E36A808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3209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E578-603D-4C34-8878-E293C5EC4FA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2F98-9A95-4E33-98B3-7492E36A808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35270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E578-603D-4C34-8878-E293C5EC4FA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2F98-9A95-4E33-98B3-7492E36A808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4199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E578-603D-4C34-8878-E293C5EC4FA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2F98-9A95-4E33-98B3-7492E36A808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7456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E578-603D-4C34-8878-E293C5EC4FA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2F98-9A95-4E33-98B3-7492E36A808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24400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E578-603D-4C34-8878-E293C5EC4FA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2F98-9A95-4E33-98B3-7492E36A808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55321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E578-603D-4C34-8878-E293C5EC4FA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2F98-9A95-4E33-98B3-7492E36A808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2026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E578-603D-4C34-8878-E293C5EC4FA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2F98-9A95-4E33-98B3-7492E36A808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19515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E578-603D-4C34-8878-E293C5EC4FA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2F98-9A95-4E33-98B3-7492E36A808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1046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7E578-603D-4C34-8878-E293C5EC4FA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82F98-9A95-4E33-98B3-7492E36A808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1853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1"/>
            <a:ext cx="9144000" cy="815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i="1" u="sng" dirty="0">
                <a:ln w="25400">
                  <a:noFill/>
                </a:ln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7. CON CÁNTICOS, SEÑOR</a:t>
            </a:r>
          </a:p>
          <a:p>
            <a:pPr algn="ctr"/>
            <a:r>
              <a:rPr lang="es-ES" sz="4600" i="1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 </a:t>
            </a:r>
            <a:endParaRPr lang="es-ES" sz="4600" dirty="0">
              <a:ln w="25400">
                <a:noFill/>
              </a:ln>
              <a:latin typeface="Arial Black" pitchFamily="34" charset="0"/>
              <a:cs typeface="Arial" pitchFamily="34" charset="0"/>
            </a:endParaRPr>
          </a:p>
          <a:p>
            <a:pPr algn="ctr"/>
            <a:r>
              <a:rPr lang="es-ES" sz="66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1. Con cánticos, </a:t>
            </a:r>
            <a:r>
              <a:rPr lang="es-ES" sz="66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Señor, Mi </a:t>
            </a:r>
            <a:r>
              <a:rPr lang="es-ES" sz="66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corazón y </a:t>
            </a:r>
            <a:r>
              <a:rPr lang="es-ES" sz="66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voz Te </a:t>
            </a:r>
            <a:r>
              <a:rPr lang="es-ES" sz="66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adoran con </a:t>
            </a:r>
            <a:r>
              <a:rPr lang="es-ES" sz="66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fervor, Oh </a:t>
            </a:r>
            <a:r>
              <a:rPr lang="es-ES" sz="66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Trino, Santo Dios.</a:t>
            </a:r>
          </a:p>
          <a:p>
            <a:pPr algn="ctr"/>
            <a:endParaRPr lang="es-ES" sz="4600" dirty="0">
              <a:ln w="25400">
                <a:noFill/>
              </a:ln>
              <a:latin typeface="Arial Black" pitchFamily="34" charset="0"/>
              <a:cs typeface="Arial" pitchFamily="34" charset="0"/>
            </a:endParaRPr>
          </a:p>
          <a:p>
            <a:pPr algn="ctr"/>
            <a:r>
              <a:rPr lang="es-ES" sz="3600" dirty="0">
                <a:ln w="25400">
                  <a:noFill/>
                </a:ln>
                <a:latin typeface="Arial" pitchFamily="34" charset="0"/>
                <a:cs typeface="Arial" pitchFamily="34" charset="0"/>
              </a:rPr>
              <a:t> </a:t>
            </a:r>
          </a:p>
          <a:p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938761"/>
      </p:ext>
    </p:extLst>
  </p:cSld>
  <p:clrMapOvr>
    <a:masterClrMapping/>
  </p:clrMapOvr>
  <p:transition advTm="300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0"/>
            <a:ext cx="9144000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Coro: </a:t>
            </a:r>
          </a:p>
          <a:p>
            <a:pPr algn="ctr"/>
            <a:r>
              <a:rPr lang="es-ES" sz="88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En </a:t>
            </a:r>
            <a:r>
              <a:rPr lang="es-ES" sz="88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tu mansión yo te </a:t>
            </a:r>
            <a:r>
              <a:rPr lang="es-ES" sz="88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veré, Y </a:t>
            </a:r>
            <a:r>
              <a:rPr lang="es-ES" sz="88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paz eterna gozará.</a:t>
            </a:r>
          </a:p>
          <a:p>
            <a:pPr algn="ctr"/>
            <a:r>
              <a:rPr lang="es-ES" sz="3600" dirty="0">
                <a:ln w="25400">
                  <a:noFill/>
                </a:ln>
                <a:latin typeface="Arial" pitchFamily="34" charset="0"/>
                <a:cs typeface="Arial" pitchFamily="34" charset="0"/>
              </a:rPr>
              <a:t> </a:t>
            </a:r>
          </a:p>
          <a:p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948975"/>
      </p:ext>
    </p:extLst>
  </p:cSld>
  <p:clrMapOvr>
    <a:masterClrMapping/>
  </p:clrMapOvr>
  <p:transition advTm="300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8032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2. Tu mano paternal Marcó mi senda aquí; Mis pasos, cada cual, Velados son por ti.</a:t>
            </a:r>
          </a:p>
          <a:p>
            <a:pPr algn="ctr"/>
            <a:endParaRPr lang="es-ES" sz="4800" dirty="0">
              <a:ln w="25400">
                <a:noFill/>
              </a:ln>
              <a:latin typeface="Arial Black" pitchFamily="34" charset="0"/>
            </a:endParaRPr>
          </a:p>
          <a:p>
            <a:endParaRPr lang="es-ES" dirty="0">
              <a:ln w="25400">
                <a:noFill/>
              </a:ln>
              <a:latin typeface="Arial" pitchFamily="34" charset="0"/>
              <a:cs typeface="Arial" pitchFamily="34" charset="0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5696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0"/>
            <a:ext cx="9144000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Coro: </a:t>
            </a:r>
          </a:p>
          <a:p>
            <a:pPr algn="ctr"/>
            <a:r>
              <a:rPr lang="es-ES" sz="88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En </a:t>
            </a:r>
            <a:r>
              <a:rPr lang="es-ES" sz="88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tu mansión yo te </a:t>
            </a:r>
            <a:r>
              <a:rPr lang="es-ES" sz="88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veré, Y </a:t>
            </a:r>
            <a:r>
              <a:rPr lang="es-ES" sz="88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paz eterna gozará.</a:t>
            </a:r>
          </a:p>
          <a:p>
            <a:pPr algn="ctr"/>
            <a:r>
              <a:rPr lang="es-ES" sz="3600" dirty="0">
                <a:ln w="25400">
                  <a:noFill/>
                </a:ln>
                <a:latin typeface="Arial" pitchFamily="34" charset="0"/>
                <a:cs typeface="Arial" pitchFamily="34" charset="0"/>
              </a:rPr>
              <a:t> </a:t>
            </a:r>
          </a:p>
          <a:p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718171"/>
      </p:ext>
    </p:extLst>
  </p:cSld>
  <p:clrMapOvr>
    <a:masterClrMapping/>
  </p:clrMapOvr>
  <p:transition advTm="30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8"/>
            <a:ext cx="9144000" cy="7032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700" dirty="0">
                <a:ln w="25400">
                  <a:noFill/>
                </a:ln>
                <a:latin typeface="Arial Black" pitchFamily="34" charset="0"/>
              </a:rPr>
              <a:t>3. Innumerables son Tus bienes y sin par; Y por tu compasión Los gozo sin cesar.</a:t>
            </a:r>
          </a:p>
          <a:p>
            <a:pPr algn="ctr"/>
            <a:endParaRPr lang="es-ES" sz="4800" dirty="0">
              <a:ln w="25400">
                <a:noFill/>
              </a:ln>
              <a:latin typeface="Arial Black" pitchFamily="34" charset="0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0437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0"/>
            <a:ext cx="9144000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Coro: </a:t>
            </a:r>
          </a:p>
          <a:p>
            <a:pPr algn="ctr"/>
            <a:r>
              <a:rPr lang="es-ES" sz="88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En </a:t>
            </a:r>
            <a:r>
              <a:rPr lang="es-ES" sz="88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tu mansión yo te </a:t>
            </a:r>
            <a:r>
              <a:rPr lang="es-ES" sz="88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veré, Y </a:t>
            </a:r>
            <a:r>
              <a:rPr lang="es-ES" sz="88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paz eterna gozará.</a:t>
            </a:r>
          </a:p>
          <a:p>
            <a:pPr algn="ctr"/>
            <a:r>
              <a:rPr lang="es-ES" sz="3600" dirty="0">
                <a:ln w="25400">
                  <a:noFill/>
                </a:ln>
                <a:latin typeface="Arial" pitchFamily="34" charset="0"/>
                <a:cs typeface="Arial" pitchFamily="34" charset="0"/>
              </a:rPr>
              <a:t> </a:t>
            </a:r>
          </a:p>
          <a:p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66304"/>
      </p:ext>
    </p:extLst>
  </p:cSld>
  <p:clrMapOvr>
    <a:masterClrMapping/>
  </p:clrMapOvr>
  <p:transition advTm="300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1524000" y="1"/>
            <a:ext cx="9144000" cy="8371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dirty="0">
                <a:ln w="25400">
                  <a:noFill/>
                </a:ln>
                <a:latin typeface="Arial Black" pitchFamily="34" charset="0"/>
              </a:rPr>
              <a:t> </a:t>
            </a:r>
            <a:r>
              <a:rPr lang="es-ES" sz="7200" dirty="0">
                <a:ln w="25400">
                  <a:noFill/>
                </a:ln>
                <a:latin typeface="Arial Black" pitchFamily="34" charset="0"/>
              </a:rPr>
              <a:t> </a:t>
            </a:r>
            <a:r>
              <a:rPr lang="es-ES" sz="7200" dirty="0">
                <a:ln w="25400">
                  <a:noFill/>
                </a:ln>
                <a:latin typeface="Arial Black" pitchFamily="34" charset="0"/>
              </a:rPr>
              <a:t>4</a:t>
            </a:r>
            <a:r>
              <a:rPr lang="es-ES" sz="7200" dirty="0">
                <a:ln w="25400">
                  <a:noFill/>
                </a:ln>
                <a:latin typeface="Arial Black" pitchFamily="34" charset="0"/>
              </a:rPr>
              <a:t>. Tú eres ¡oh </a:t>
            </a:r>
            <a:r>
              <a:rPr lang="es-ES" sz="7200" dirty="0">
                <a:ln w="25400">
                  <a:noFill/>
                </a:ln>
                <a:latin typeface="Arial Black" pitchFamily="34" charset="0"/>
              </a:rPr>
              <a:t>Señor! Mi </a:t>
            </a:r>
            <a:r>
              <a:rPr lang="es-ES" sz="7200" dirty="0">
                <a:ln w="25400">
                  <a:noFill/>
                </a:ln>
                <a:latin typeface="Arial Black" pitchFamily="34" charset="0"/>
              </a:rPr>
              <a:t>sumo, todo </a:t>
            </a:r>
            <a:r>
              <a:rPr lang="es-ES" sz="7200" dirty="0">
                <a:ln w="25400">
                  <a:noFill/>
                </a:ln>
                <a:latin typeface="Arial Black" pitchFamily="34" charset="0"/>
              </a:rPr>
              <a:t>bien; Mil </a:t>
            </a:r>
            <a:r>
              <a:rPr lang="es-ES" sz="7200" dirty="0">
                <a:ln w="25400">
                  <a:noFill/>
                </a:ln>
                <a:latin typeface="Arial Black" pitchFamily="34" charset="0"/>
              </a:rPr>
              <a:t>lenguas tu </a:t>
            </a:r>
            <a:r>
              <a:rPr lang="es-ES" sz="7200" dirty="0">
                <a:ln w="25400">
                  <a:noFill/>
                </a:ln>
                <a:latin typeface="Arial Black" pitchFamily="34" charset="0"/>
              </a:rPr>
              <a:t>amor Cantando </a:t>
            </a:r>
            <a:r>
              <a:rPr lang="es-ES" sz="7200" dirty="0">
                <a:ln w="25400">
                  <a:noFill/>
                </a:ln>
                <a:latin typeface="Arial Black" pitchFamily="34" charset="0"/>
              </a:rPr>
              <a:t>siempre estén</a:t>
            </a:r>
            <a:r>
              <a:rPr lang="es-ES" sz="7200" dirty="0">
                <a:ln w="25400">
                  <a:noFill/>
                </a:ln>
                <a:latin typeface="Arial Black" pitchFamily="34" charset="0"/>
              </a:rPr>
              <a:t>.</a:t>
            </a:r>
            <a:endParaRPr lang="es-ES" sz="4800" dirty="0">
              <a:ln w="25400">
                <a:noFill/>
              </a:ln>
              <a:latin typeface="Arial Black" pitchFamily="34" charset="0"/>
            </a:endParaRPr>
          </a:p>
          <a:p>
            <a:pPr algn="ctr"/>
            <a:endParaRPr lang="es-ES" sz="4800" dirty="0">
              <a:ln w="25400">
                <a:noFill/>
              </a:ln>
              <a:latin typeface="Arial Black" pitchFamily="34" charset="0"/>
            </a:endParaRPr>
          </a:p>
          <a:p>
            <a:pPr algn="ctr"/>
            <a:endParaRPr lang="es-ES" sz="4000" dirty="0">
              <a:ln w="25400">
                <a:noFill/>
              </a:ln>
              <a:latin typeface="Arial "/>
            </a:endParaRPr>
          </a:p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0420732"/>
      </p:ext>
    </p:extLst>
  </p:cSld>
  <p:clrMapOvr>
    <a:masterClrMapping/>
  </p:clrMapOvr>
  <p:transition advTm="300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0"/>
            <a:ext cx="9144000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Coro: </a:t>
            </a:r>
          </a:p>
          <a:p>
            <a:pPr algn="ctr"/>
            <a:r>
              <a:rPr lang="es-ES" sz="88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En </a:t>
            </a:r>
            <a:r>
              <a:rPr lang="es-ES" sz="88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tu mansión yo te </a:t>
            </a:r>
            <a:r>
              <a:rPr lang="es-ES" sz="88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veré, Y </a:t>
            </a:r>
            <a:r>
              <a:rPr lang="es-ES" sz="88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paz eterna gozará.</a:t>
            </a:r>
          </a:p>
          <a:p>
            <a:pPr algn="ctr"/>
            <a:r>
              <a:rPr lang="es-ES" sz="3600" dirty="0">
                <a:ln w="25400">
                  <a:noFill/>
                </a:ln>
                <a:latin typeface="Arial" pitchFamily="34" charset="0"/>
                <a:cs typeface="Arial" pitchFamily="34" charset="0"/>
              </a:rPr>
              <a:t> </a:t>
            </a:r>
          </a:p>
          <a:p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574307"/>
      </p:ext>
    </p:extLst>
  </p:cSld>
  <p:clrMapOvr>
    <a:masterClrMapping/>
  </p:clrMapOvr>
  <p:transition advTm="300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Panorámica</PresentationFormat>
  <Paragraphs>23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Arial </vt:lpstr>
      <vt:lpstr>Arial Black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2017-03-02T16:32:25Z</dcterms:created>
  <dcterms:modified xsi:type="dcterms:W3CDTF">2017-03-02T16:32:33Z</dcterms:modified>
</cp:coreProperties>
</file>
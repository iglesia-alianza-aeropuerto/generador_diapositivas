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y="6858000" cx="12192000"/>
  <p:notesSz cx="6858000" cy="9144000"/>
  <p:embeddedFontLst>
    <p:embeddedFont>
      <p:font typeface="Arial Black"/>
      <p:regular r:id="rId1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6" roundtripDataSignature="AMtx7mgJTzzGbLQ+CkGA9upzOg/kf2gG+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font" Target="fonts/ArialBlack-regular.fntdata"/><Relationship Id="rId14" Type="http://schemas.openxmlformats.org/officeDocument/2006/relationships/slide" Target="slides/slide10.xml"/><Relationship Id="rId16" Type="http://customschemas.google.com/relationships/presentationmetadata" Target="meta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91" name="Google Shape;91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96" name="Google Shape;96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01" name="Google Shape;101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06" name="Google Shape;106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11" name="Google Shape;111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16" name="Google Shape;116;p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21" name="Google Shape;121;p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26" name="Google Shape;126;p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31" name="Google Shape;131;p1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" name="Google Shape;18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3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3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4" name="Google Shape;24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4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4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5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15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6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6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6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16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6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el título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9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19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2" name="Google Shape;62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0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20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9" name="Google Shape;69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21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2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22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 txBox="1"/>
          <p:nvPr>
            <p:ph idx="1" type="body"/>
          </p:nvPr>
        </p:nvSpPr>
        <p:spPr>
          <a:xfrm>
            <a:off x="459429" y="516365"/>
            <a:ext cx="11273200" cy="52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50799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None/>
            </a:pPr>
            <a:r>
              <a:rPr b="1" lang="es" sz="5867">
                <a:solidFill>
                  <a:srgbClr val="FF0000"/>
                </a:solidFill>
                <a:latin typeface="Arial Black"/>
                <a:ea typeface="Arial Black"/>
                <a:cs typeface="Arial Black"/>
                <a:sym typeface="Arial Black"/>
              </a:rPr>
              <a:t>¿A QUIÉN IRÉ?</a:t>
            </a:r>
            <a:endParaRPr/>
          </a:p>
          <a:p>
            <a:pPr indent="0" lvl="0" marL="50799" rtl="0" algn="ctr">
              <a:lnSpc>
                <a:spcPct val="90000"/>
              </a:lnSpc>
              <a:spcBef>
                <a:spcPts val="133"/>
              </a:spcBef>
              <a:spcAft>
                <a:spcPts val="0"/>
              </a:spcAft>
              <a:buClr>
                <a:schemeClr val="dk1"/>
              </a:buClr>
              <a:buSzPts val="300"/>
              <a:buNone/>
            </a:pPr>
            <a:r>
              <a:t/>
            </a:r>
            <a:endParaRPr b="1" sz="400"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50799" rtl="0" algn="ctr">
              <a:lnSpc>
                <a:spcPct val="90000"/>
              </a:lnSpc>
              <a:spcBef>
                <a:spcPts val="1333"/>
              </a:spcBef>
              <a:spcAft>
                <a:spcPts val="0"/>
              </a:spcAft>
              <a:buClr>
                <a:schemeClr val="dk1"/>
              </a:buClr>
              <a:buSzPts val="5000"/>
              <a:buNone/>
            </a:pPr>
            <a:r>
              <a:rPr b="1" lang="es" sz="6667">
                <a:latin typeface="Arial Black"/>
                <a:ea typeface="Arial Black"/>
                <a:cs typeface="Arial Black"/>
                <a:sym typeface="Arial Black"/>
              </a:rPr>
              <a:t>¿A quién iré en necesidad?</a:t>
            </a:r>
            <a:endParaRPr/>
          </a:p>
          <a:p>
            <a:pPr indent="0" lvl="0" marL="50799" rtl="0" algn="ctr">
              <a:lnSpc>
                <a:spcPct val="90000"/>
              </a:lnSpc>
              <a:spcBef>
                <a:spcPts val="1333"/>
              </a:spcBef>
              <a:spcAft>
                <a:spcPts val="0"/>
              </a:spcAft>
              <a:buClr>
                <a:schemeClr val="dk1"/>
              </a:buClr>
              <a:buSzPts val="5000"/>
              <a:buNone/>
            </a:pPr>
            <a:r>
              <a:rPr b="1" lang="es" sz="6667">
                <a:latin typeface="Arial Black"/>
                <a:ea typeface="Arial Black"/>
                <a:cs typeface="Arial Black"/>
                <a:sym typeface="Arial Black"/>
              </a:rPr>
              <a:t>¿A quién iré en </a:t>
            </a:r>
            <a:endParaRPr/>
          </a:p>
          <a:p>
            <a:pPr indent="0" lvl="0" marL="50799" rtl="0" algn="ctr">
              <a:lnSpc>
                <a:spcPct val="90000"/>
              </a:lnSpc>
              <a:spcBef>
                <a:spcPts val="1333"/>
              </a:spcBef>
              <a:spcAft>
                <a:spcPts val="0"/>
              </a:spcAft>
              <a:buClr>
                <a:schemeClr val="dk1"/>
              </a:buClr>
              <a:buSzPts val="5000"/>
              <a:buNone/>
            </a:pPr>
            <a:r>
              <a:rPr b="1" lang="es" sz="6667">
                <a:latin typeface="Arial Black"/>
                <a:ea typeface="Arial Black"/>
                <a:cs typeface="Arial Black"/>
                <a:sym typeface="Arial Black"/>
              </a:rPr>
              <a:t>busca de paz?</a:t>
            </a:r>
            <a:endParaRPr b="1" sz="6667"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"/>
          <p:cNvSpPr txBox="1"/>
          <p:nvPr>
            <p:ph idx="1" type="body"/>
          </p:nvPr>
        </p:nvSpPr>
        <p:spPr>
          <a:xfrm>
            <a:off x="1159565" y="578224"/>
            <a:ext cx="9873200" cy="62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50799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None/>
            </a:pPr>
            <a:r>
              <a:rPr b="1" lang="es" sz="6667">
                <a:latin typeface="Arial Black"/>
                <a:ea typeface="Arial Black"/>
                <a:cs typeface="Arial Black"/>
                <a:sym typeface="Arial Black"/>
              </a:rPr>
              <a:t>¿Y quién podrá mi vida saciar de verdad?</a:t>
            </a:r>
            <a:endParaRPr/>
          </a:p>
          <a:p>
            <a:pPr indent="0" lvl="0" marL="50799" rtl="0" algn="ctr">
              <a:lnSpc>
                <a:spcPct val="90000"/>
              </a:lnSpc>
              <a:spcBef>
                <a:spcPts val="1333"/>
              </a:spcBef>
              <a:spcAft>
                <a:spcPts val="0"/>
              </a:spcAft>
              <a:buClr>
                <a:schemeClr val="dk1"/>
              </a:buClr>
              <a:buSzPts val="5000"/>
              <a:buNone/>
            </a:pPr>
            <a:r>
              <a:rPr b="1" lang="es" sz="6667">
                <a:latin typeface="Arial Black"/>
                <a:ea typeface="Arial Black"/>
                <a:cs typeface="Arial Black"/>
                <a:sym typeface="Arial Black"/>
              </a:rPr>
              <a:t>¿Quién más tendrá de mi compasión?</a:t>
            </a:r>
            <a:endParaRPr b="1" sz="6667"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"/>
          <p:cNvSpPr txBox="1"/>
          <p:nvPr>
            <p:ph idx="1" type="body"/>
          </p:nvPr>
        </p:nvSpPr>
        <p:spPr>
          <a:xfrm>
            <a:off x="456085" y="1283520"/>
            <a:ext cx="11279600" cy="429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50799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None/>
            </a:pPr>
            <a:r>
              <a:rPr b="1" lang="es" sz="6000">
                <a:latin typeface="Arial Black"/>
                <a:ea typeface="Arial Black"/>
                <a:cs typeface="Arial Black"/>
                <a:sym typeface="Arial Black"/>
              </a:rPr>
              <a:t>¿Y entenderá mi corazón?</a:t>
            </a:r>
            <a:endParaRPr/>
          </a:p>
          <a:p>
            <a:pPr indent="0" lvl="0" marL="50799" rtl="0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500"/>
              <a:buNone/>
            </a:pPr>
            <a:r>
              <a:rPr b="1" lang="es" sz="6000">
                <a:latin typeface="Arial Black"/>
                <a:ea typeface="Arial Black"/>
                <a:cs typeface="Arial Black"/>
                <a:sym typeface="Arial Black"/>
              </a:rPr>
              <a:t>¿Quién cambiará mi eternidad? </a:t>
            </a:r>
            <a:endParaRPr/>
          </a:p>
          <a:p>
            <a:pPr indent="0" lvl="0" marL="50799" rtl="0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500"/>
              <a:buNone/>
            </a:pPr>
            <a:r>
              <a:rPr b="1" lang="es" sz="6000">
                <a:latin typeface="Arial Black"/>
                <a:ea typeface="Arial Black"/>
                <a:cs typeface="Arial Black"/>
                <a:sym typeface="Arial Black"/>
              </a:rPr>
              <a:t>sino Tú, Jesús</a:t>
            </a:r>
            <a:endParaRPr b="1" sz="6000"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4"/>
          <p:cNvSpPr txBox="1"/>
          <p:nvPr>
            <p:ph idx="1" type="body"/>
          </p:nvPr>
        </p:nvSpPr>
        <p:spPr>
          <a:xfrm>
            <a:off x="581236" y="800100"/>
            <a:ext cx="11029600" cy="46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50799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300"/>
              <a:buNone/>
            </a:pPr>
            <a:r>
              <a:rPr b="1" lang="es" sz="7066">
                <a:latin typeface="Arial Black"/>
                <a:ea typeface="Arial Black"/>
                <a:cs typeface="Arial Black"/>
                <a:sym typeface="Arial Black"/>
              </a:rPr>
              <a:t>Cristo, ¿A </a:t>
            </a:r>
            <a:r>
              <a:rPr b="1" lang="es" sz="7066">
                <a:latin typeface="Arial Black"/>
                <a:ea typeface="Arial Black"/>
                <a:cs typeface="Arial Black"/>
                <a:sym typeface="Arial Black"/>
              </a:rPr>
              <a:t>dónde</a:t>
            </a:r>
            <a:r>
              <a:rPr b="1" lang="es" sz="7066">
                <a:latin typeface="Arial Black"/>
                <a:ea typeface="Arial Black"/>
                <a:cs typeface="Arial Black"/>
                <a:sym typeface="Arial Black"/>
              </a:rPr>
              <a:t> más podría ir?</a:t>
            </a:r>
            <a:endParaRPr/>
          </a:p>
          <a:p>
            <a:pPr indent="0" lvl="0" marL="50799" rtl="0" algn="ctr">
              <a:lnSpc>
                <a:spcPct val="90000"/>
              </a:lnSpc>
              <a:spcBef>
                <a:spcPts val="1467"/>
              </a:spcBef>
              <a:spcAft>
                <a:spcPts val="0"/>
              </a:spcAft>
              <a:buClr>
                <a:schemeClr val="dk1"/>
              </a:buClr>
              <a:buSzPts val="5300"/>
              <a:buNone/>
            </a:pPr>
            <a:r>
              <a:rPr b="1" lang="es" sz="7066">
                <a:latin typeface="Arial Black"/>
                <a:ea typeface="Arial Black"/>
                <a:cs typeface="Arial Black"/>
                <a:sym typeface="Arial Black"/>
              </a:rPr>
              <a:t>Cristo, ¿Qué otro lugar puede existir?</a:t>
            </a:r>
            <a:endParaRPr b="1" sz="7066"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5"/>
          <p:cNvSpPr txBox="1"/>
          <p:nvPr>
            <p:ph idx="1" type="body"/>
          </p:nvPr>
        </p:nvSpPr>
        <p:spPr>
          <a:xfrm>
            <a:off x="792480" y="91440"/>
            <a:ext cx="10607200" cy="64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50799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None/>
            </a:pPr>
            <a:r>
              <a:rPr b="1" lang="es" sz="6667">
                <a:latin typeface="Arial Black"/>
                <a:ea typeface="Arial Black"/>
                <a:cs typeface="Arial Black"/>
                <a:sym typeface="Arial Black"/>
              </a:rPr>
              <a:t>Solo tú tienes palabra de amor</a:t>
            </a:r>
            <a:endParaRPr/>
          </a:p>
          <a:p>
            <a:pPr indent="0" lvl="0" marL="50799" rtl="0" algn="ctr">
              <a:lnSpc>
                <a:spcPct val="90000"/>
              </a:lnSpc>
              <a:spcBef>
                <a:spcPts val="1333"/>
              </a:spcBef>
              <a:spcAft>
                <a:spcPts val="0"/>
              </a:spcAft>
              <a:buClr>
                <a:schemeClr val="dk1"/>
              </a:buClr>
              <a:buSzPts val="5000"/>
              <a:buNone/>
            </a:pPr>
            <a:r>
              <a:rPr b="1" lang="es" sz="6667">
                <a:latin typeface="Arial Black"/>
                <a:ea typeface="Arial Black"/>
                <a:cs typeface="Arial Black"/>
                <a:sym typeface="Arial Black"/>
              </a:rPr>
              <a:t>Camino al Padre y Verdad eres tú</a:t>
            </a:r>
            <a:endParaRPr/>
          </a:p>
          <a:p>
            <a:pPr indent="0" lvl="0" marL="50799" rtl="0" algn="ctr">
              <a:lnSpc>
                <a:spcPct val="90000"/>
              </a:lnSpc>
              <a:spcBef>
                <a:spcPts val="1333"/>
              </a:spcBef>
              <a:spcAft>
                <a:spcPts val="0"/>
              </a:spcAft>
              <a:buClr>
                <a:schemeClr val="dk1"/>
              </a:buClr>
              <a:buSzPts val="5000"/>
              <a:buNone/>
            </a:pPr>
            <a:r>
              <a:rPr b="1" lang="es" sz="6667">
                <a:latin typeface="Arial Black"/>
                <a:ea typeface="Arial Black"/>
                <a:cs typeface="Arial Black"/>
                <a:sym typeface="Arial Black"/>
              </a:rPr>
              <a:t>Cristo, ¿a dónde </a:t>
            </a:r>
            <a:endParaRPr/>
          </a:p>
          <a:p>
            <a:pPr indent="0" lvl="0" marL="50799" rtl="0" algn="ctr">
              <a:lnSpc>
                <a:spcPct val="90000"/>
              </a:lnSpc>
              <a:spcBef>
                <a:spcPts val="1333"/>
              </a:spcBef>
              <a:spcAft>
                <a:spcPts val="0"/>
              </a:spcAft>
              <a:buClr>
                <a:schemeClr val="dk1"/>
              </a:buClr>
              <a:buSzPts val="5000"/>
              <a:buNone/>
            </a:pPr>
            <a:r>
              <a:rPr b="1" lang="es" sz="6667">
                <a:latin typeface="Arial Black"/>
                <a:ea typeface="Arial Black"/>
                <a:cs typeface="Arial Black"/>
                <a:sym typeface="Arial Black"/>
              </a:rPr>
              <a:t>más podría ir?</a:t>
            </a:r>
            <a:endParaRPr b="1" sz="6667"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6"/>
          <p:cNvSpPr txBox="1"/>
          <p:nvPr>
            <p:ph idx="1" type="body"/>
          </p:nvPr>
        </p:nvSpPr>
        <p:spPr>
          <a:xfrm>
            <a:off x="459429" y="516365"/>
            <a:ext cx="11273200" cy="52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50799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None/>
            </a:pPr>
            <a:r>
              <a:rPr b="1" lang="es" sz="5867">
                <a:solidFill>
                  <a:srgbClr val="FF0000"/>
                </a:solidFill>
                <a:latin typeface="Arial Black"/>
                <a:ea typeface="Arial Black"/>
                <a:cs typeface="Arial Black"/>
                <a:sym typeface="Arial Black"/>
              </a:rPr>
              <a:t>¿A QUIÉN IRÉ?</a:t>
            </a:r>
            <a:endParaRPr/>
          </a:p>
          <a:p>
            <a:pPr indent="0" lvl="0" marL="50799" rtl="0" algn="ctr">
              <a:lnSpc>
                <a:spcPct val="90000"/>
              </a:lnSpc>
              <a:spcBef>
                <a:spcPts val="133"/>
              </a:spcBef>
              <a:spcAft>
                <a:spcPts val="0"/>
              </a:spcAft>
              <a:buClr>
                <a:schemeClr val="dk1"/>
              </a:buClr>
              <a:buSzPts val="300"/>
              <a:buNone/>
            </a:pPr>
            <a:r>
              <a:t/>
            </a:r>
            <a:endParaRPr b="1" sz="400"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50799" rtl="0" algn="ctr">
              <a:lnSpc>
                <a:spcPct val="90000"/>
              </a:lnSpc>
              <a:spcBef>
                <a:spcPts val="1333"/>
              </a:spcBef>
              <a:spcAft>
                <a:spcPts val="0"/>
              </a:spcAft>
              <a:buClr>
                <a:schemeClr val="dk1"/>
              </a:buClr>
              <a:buSzPts val="5000"/>
              <a:buNone/>
            </a:pPr>
            <a:r>
              <a:rPr b="1" lang="es" sz="6667">
                <a:latin typeface="Arial Black"/>
                <a:ea typeface="Arial Black"/>
                <a:cs typeface="Arial Black"/>
                <a:sym typeface="Arial Black"/>
              </a:rPr>
              <a:t>¿A quién iré en necesidad?</a:t>
            </a:r>
            <a:endParaRPr/>
          </a:p>
          <a:p>
            <a:pPr indent="0" lvl="0" marL="50799" rtl="0" algn="ctr">
              <a:lnSpc>
                <a:spcPct val="90000"/>
              </a:lnSpc>
              <a:spcBef>
                <a:spcPts val="1333"/>
              </a:spcBef>
              <a:spcAft>
                <a:spcPts val="0"/>
              </a:spcAft>
              <a:buClr>
                <a:schemeClr val="dk1"/>
              </a:buClr>
              <a:buSzPts val="5000"/>
              <a:buNone/>
            </a:pPr>
            <a:r>
              <a:rPr b="1" lang="es" sz="6667">
                <a:latin typeface="Arial Black"/>
                <a:ea typeface="Arial Black"/>
                <a:cs typeface="Arial Black"/>
                <a:sym typeface="Arial Black"/>
              </a:rPr>
              <a:t>¿A quién iré en </a:t>
            </a:r>
            <a:endParaRPr/>
          </a:p>
          <a:p>
            <a:pPr indent="0" lvl="0" marL="50799" rtl="0" algn="ctr">
              <a:lnSpc>
                <a:spcPct val="90000"/>
              </a:lnSpc>
              <a:spcBef>
                <a:spcPts val="1333"/>
              </a:spcBef>
              <a:spcAft>
                <a:spcPts val="0"/>
              </a:spcAft>
              <a:buClr>
                <a:schemeClr val="dk1"/>
              </a:buClr>
              <a:buSzPts val="5000"/>
              <a:buNone/>
            </a:pPr>
            <a:r>
              <a:rPr b="1" lang="es" sz="6667">
                <a:latin typeface="Arial Black"/>
                <a:ea typeface="Arial Black"/>
                <a:cs typeface="Arial Black"/>
                <a:sym typeface="Arial Black"/>
              </a:rPr>
              <a:t>busca de paz?</a:t>
            </a:r>
            <a:endParaRPr b="1" sz="6667"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7"/>
          <p:cNvSpPr txBox="1"/>
          <p:nvPr>
            <p:ph idx="1" type="body"/>
          </p:nvPr>
        </p:nvSpPr>
        <p:spPr>
          <a:xfrm>
            <a:off x="1159565" y="578224"/>
            <a:ext cx="9873200" cy="62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50799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None/>
            </a:pPr>
            <a:r>
              <a:rPr b="1" lang="es" sz="6667">
                <a:latin typeface="Arial Black"/>
                <a:ea typeface="Arial Black"/>
                <a:cs typeface="Arial Black"/>
                <a:sym typeface="Arial Black"/>
              </a:rPr>
              <a:t>¿Y quién podrá mi vida saciar de verdad?</a:t>
            </a:r>
            <a:endParaRPr/>
          </a:p>
          <a:p>
            <a:pPr indent="0" lvl="0" marL="50799" rtl="0" algn="ctr">
              <a:lnSpc>
                <a:spcPct val="90000"/>
              </a:lnSpc>
              <a:spcBef>
                <a:spcPts val="1333"/>
              </a:spcBef>
              <a:spcAft>
                <a:spcPts val="0"/>
              </a:spcAft>
              <a:buClr>
                <a:schemeClr val="dk1"/>
              </a:buClr>
              <a:buSzPts val="5000"/>
              <a:buNone/>
            </a:pPr>
            <a:r>
              <a:rPr b="1" lang="es" sz="6667">
                <a:latin typeface="Arial Black"/>
                <a:ea typeface="Arial Black"/>
                <a:cs typeface="Arial Black"/>
                <a:sym typeface="Arial Black"/>
              </a:rPr>
              <a:t>¿Quién más tendrá de mi compasión?</a:t>
            </a:r>
            <a:endParaRPr b="1" sz="6667"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8"/>
          <p:cNvSpPr txBox="1"/>
          <p:nvPr>
            <p:ph idx="1" type="body"/>
          </p:nvPr>
        </p:nvSpPr>
        <p:spPr>
          <a:xfrm>
            <a:off x="456085" y="1283520"/>
            <a:ext cx="11279600" cy="429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50799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None/>
            </a:pPr>
            <a:r>
              <a:rPr b="1" lang="es" sz="6000">
                <a:latin typeface="Arial Black"/>
                <a:ea typeface="Arial Black"/>
                <a:cs typeface="Arial Black"/>
                <a:sym typeface="Arial Black"/>
              </a:rPr>
              <a:t>¿Y entenderá mi corazón?</a:t>
            </a:r>
            <a:endParaRPr/>
          </a:p>
          <a:p>
            <a:pPr indent="0" lvl="0" marL="50799" rtl="0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500"/>
              <a:buNone/>
            </a:pPr>
            <a:r>
              <a:rPr b="1" lang="es" sz="6000">
                <a:latin typeface="Arial Black"/>
                <a:ea typeface="Arial Black"/>
                <a:cs typeface="Arial Black"/>
                <a:sym typeface="Arial Black"/>
              </a:rPr>
              <a:t>¿Quién cambiará mi eternidad? </a:t>
            </a:r>
            <a:endParaRPr/>
          </a:p>
          <a:p>
            <a:pPr indent="0" lvl="0" marL="50799" rtl="0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500"/>
              <a:buNone/>
            </a:pPr>
            <a:r>
              <a:rPr b="1" lang="es" sz="6000">
                <a:latin typeface="Arial Black"/>
                <a:ea typeface="Arial Black"/>
                <a:cs typeface="Arial Black"/>
                <a:sym typeface="Arial Black"/>
              </a:rPr>
              <a:t>sino Tú, Jesús</a:t>
            </a:r>
            <a:endParaRPr b="1" sz="6000"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9"/>
          <p:cNvSpPr txBox="1"/>
          <p:nvPr>
            <p:ph idx="1" type="body"/>
          </p:nvPr>
        </p:nvSpPr>
        <p:spPr>
          <a:xfrm>
            <a:off x="581236" y="800100"/>
            <a:ext cx="11029600" cy="46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50799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300"/>
              <a:buNone/>
            </a:pPr>
            <a:r>
              <a:rPr b="1" lang="es" sz="7066">
                <a:latin typeface="Arial Black"/>
                <a:ea typeface="Arial Black"/>
                <a:cs typeface="Arial Black"/>
                <a:sym typeface="Arial Black"/>
              </a:rPr>
              <a:t>Cristo, ¿a donde más podría ir?</a:t>
            </a:r>
            <a:endParaRPr/>
          </a:p>
          <a:p>
            <a:pPr indent="0" lvl="0" marL="50799" rtl="0" algn="ctr">
              <a:lnSpc>
                <a:spcPct val="90000"/>
              </a:lnSpc>
              <a:spcBef>
                <a:spcPts val="1467"/>
              </a:spcBef>
              <a:spcAft>
                <a:spcPts val="0"/>
              </a:spcAft>
              <a:buClr>
                <a:schemeClr val="dk1"/>
              </a:buClr>
              <a:buSzPts val="5300"/>
              <a:buNone/>
            </a:pPr>
            <a:r>
              <a:rPr b="1" lang="es" sz="7066">
                <a:latin typeface="Arial Black"/>
                <a:ea typeface="Arial Black"/>
                <a:cs typeface="Arial Black"/>
                <a:sym typeface="Arial Black"/>
              </a:rPr>
              <a:t>Cristo, ¿qué otro lugar puede existir?</a:t>
            </a:r>
            <a:endParaRPr b="1" sz="7066"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0"/>
          <p:cNvSpPr txBox="1"/>
          <p:nvPr>
            <p:ph idx="1" type="body"/>
          </p:nvPr>
        </p:nvSpPr>
        <p:spPr>
          <a:xfrm>
            <a:off x="792480" y="91440"/>
            <a:ext cx="10607200" cy="64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50799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None/>
            </a:pPr>
            <a:r>
              <a:rPr b="1" lang="es" sz="6667">
                <a:latin typeface="Arial Black"/>
                <a:ea typeface="Arial Black"/>
                <a:cs typeface="Arial Black"/>
                <a:sym typeface="Arial Black"/>
              </a:rPr>
              <a:t>Solo tú tienes palabra de amor</a:t>
            </a:r>
            <a:endParaRPr/>
          </a:p>
          <a:p>
            <a:pPr indent="0" lvl="0" marL="50799" rtl="0" algn="ctr">
              <a:lnSpc>
                <a:spcPct val="90000"/>
              </a:lnSpc>
              <a:spcBef>
                <a:spcPts val="1333"/>
              </a:spcBef>
              <a:spcAft>
                <a:spcPts val="0"/>
              </a:spcAft>
              <a:buClr>
                <a:schemeClr val="dk1"/>
              </a:buClr>
              <a:buSzPts val="5000"/>
              <a:buNone/>
            </a:pPr>
            <a:r>
              <a:rPr b="1" lang="es" sz="6667">
                <a:latin typeface="Arial Black"/>
                <a:ea typeface="Arial Black"/>
                <a:cs typeface="Arial Black"/>
                <a:sym typeface="Arial Black"/>
              </a:rPr>
              <a:t>Camino al Padre y Verdad eres tú</a:t>
            </a:r>
            <a:endParaRPr/>
          </a:p>
          <a:p>
            <a:pPr indent="0" lvl="0" marL="50799" rtl="0" algn="ctr">
              <a:lnSpc>
                <a:spcPct val="90000"/>
              </a:lnSpc>
              <a:spcBef>
                <a:spcPts val="1333"/>
              </a:spcBef>
              <a:spcAft>
                <a:spcPts val="0"/>
              </a:spcAft>
              <a:buClr>
                <a:schemeClr val="dk1"/>
              </a:buClr>
              <a:buSzPts val="5000"/>
              <a:buNone/>
            </a:pPr>
            <a:r>
              <a:rPr b="1" lang="es" sz="6667">
                <a:latin typeface="Arial Black"/>
                <a:ea typeface="Arial Black"/>
                <a:cs typeface="Arial Black"/>
                <a:sym typeface="Arial Black"/>
              </a:rPr>
              <a:t>Cristo, ¿a dónde </a:t>
            </a:r>
            <a:endParaRPr/>
          </a:p>
          <a:p>
            <a:pPr indent="0" lvl="0" marL="50799" rtl="0" algn="ctr">
              <a:lnSpc>
                <a:spcPct val="90000"/>
              </a:lnSpc>
              <a:spcBef>
                <a:spcPts val="1333"/>
              </a:spcBef>
              <a:spcAft>
                <a:spcPts val="0"/>
              </a:spcAft>
              <a:buClr>
                <a:schemeClr val="dk1"/>
              </a:buClr>
              <a:buSzPts val="5000"/>
              <a:buNone/>
            </a:pPr>
            <a:r>
              <a:rPr b="1" lang="es" sz="6667">
                <a:latin typeface="Arial Black"/>
                <a:ea typeface="Arial Black"/>
                <a:cs typeface="Arial Black"/>
                <a:sym typeface="Arial Black"/>
              </a:rPr>
              <a:t>más podría ir?</a:t>
            </a:r>
            <a:endParaRPr b="1" sz="6667"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2023-11-10T14:15:58Z</dcterms:created>
  <dc:creator>Diego Tobón</dc:creator>
</cp:coreProperties>
</file>
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3kFtKS1XR7l3bHMfYqi92lx11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8" name="Google Shape;38;p16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9" name="Google Shape;39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7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7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7" name="Google Shape;47;p17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8" name="Google Shape;48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63" name="Google Shape;63;p20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4" name="Google Shape;64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1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1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1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3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idx="1" type="body"/>
          </p:nvPr>
        </p:nvSpPr>
        <p:spPr>
          <a:xfrm>
            <a:off x="885337" y="343227"/>
            <a:ext cx="10363826" cy="73420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None/>
            </a:pPr>
            <a:r>
              <a:rPr b="1" lang="es-VE" sz="4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TEMPRANO YO TE BUSCARÉ</a:t>
            </a:r>
            <a:endParaRPr/>
          </a:p>
          <a:p>
            <a:pPr indent="0" lvl="0" marL="0" rtl="0" algn="ctr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b="1" sz="36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Temprano yo te buscaré, </a:t>
            </a:r>
            <a:b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de madrugada yo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Me acercaré a ti </a:t>
            </a:r>
            <a:b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s-VE" sz="4400">
                <a:latin typeface="Arial Black"/>
                <a:ea typeface="Arial Black"/>
                <a:cs typeface="Arial Black"/>
                <a:sym typeface="Arial Black"/>
              </a:rPr>
            </a:br>
            <a:endParaRPr sz="44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idx="1" type="body"/>
          </p:nvPr>
        </p:nvSpPr>
        <p:spPr>
          <a:xfrm>
            <a:off x="913774" y="510988"/>
            <a:ext cx="10363826" cy="5795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</a:t>
            </a:r>
            <a:r>
              <a:rPr lang="es-VE" sz="72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i alma te anhela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tiene sed </a:t>
            </a:r>
            <a:br>
              <a:rPr lang="es-VE" sz="72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72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para ver tu gloria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tu poder</a:t>
            </a:r>
            <a:r>
              <a:rPr lang="es-VE" sz="80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. </a:t>
            </a:r>
            <a:br>
              <a:rPr lang="es-VE" sz="72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846539" y="522089"/>
            <a:ext cx="10363826" cy="5569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Mi socorro has sido tú, </a:t>
            </a:r>
            <a:b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En la sombra de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tus alas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 yo me gozaré, </a:t>
            </a:r>
            <a:b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</a:br>
            <a:endParaRPr sz="6000" cap="none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idx="1" type="body"/>
          </p:nvPr>
        </p:nvSpPr>
        <p:spPr>
          <a:xfrm>
            <a:off x="895486" y="133934"/>
            <a:ext cx="10363826" cy="67240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Mi alma está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apegada a ti, 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Por que tu diestra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>
                <a:latin typeface="Arial Black"/>
                <a:ea typeface="Arial Black"/>
                <a:cs typeface="Arial Black"/>
                <a:sym typeface="Arial Black"/>
              </a:rPr>
              <a:t>m</a:t>
            </a: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e ha sostenido, </a:t>
            </a:r>
            <a:b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oh, tu diestra me ha sostenido. </a:t>
            </a:r>
            <a:b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</a:br>
            <a:endParaRPr sz="6600" cap="none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885337" y="343227"/>
            <a:ext cx="10363826" cy="73420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None/>
            </a:pPr>
            <a:r>
              <a:rPr b="1" lang="es-VE" sz="4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TEMPRANO YO TE BUSCARÉ</a:t>
            </a:r>
            <a:endParaRPr/>
          </a:p>
          <a:p>
            <a:pPr indent="0" lvl="0" marL="0" rtl="0" algn="ctr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b="1" sz="36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Temprano yo te buscaré, </a:t>
            </a:r>
            <a:b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de madrugada yo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Me acercaré a ti </a:t>
            </a:r>
            <a:b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s-VE" sz="4400">
                <a:latin typeface="Arial Black"/>
                <a:ea typeface="Arial Black"/>
                <a:cs typeface="Arial Black"/>
                <a:sym typeface="Arial Black"/>
              </a:rPr>
            </a:br>
            <a:endParaRPr sz="44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1076099" y="531150"/>
            <a:ext cx="10363800" cy="57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</a:t>
            </a:r>
            <a:r>
              <a:rPr lang="es-VE" sz="72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i alma te anhela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tiene sed </a:t>
            </a:r>
            <a:br>
              <a:rPr lang="es-VE" sz="72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72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para ver tu gloria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tu poder</a:t>
            </a:r>
            <a:r>
              <a:rPr lang="es-VE" sz="80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. </a:t>
            </a:r>
            <a:br>
              <a:rPr lang="es-VE" sz="72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sz="4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idx="1" type="body"/>
          </p:nvPr>
        </p:nvSpPr>
        <p:spPr>
          <a:xfrm>
            <a:off x="846539" y="522089"/>
            <a:ext cx="10363826" cy="5569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Mi socorro has sido tú, </a:t>
            </a:r>
            <a:b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En la sombra de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tus alas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 yo me gozaré, </a:t>
            </a:r>
            <a:b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</a:br>
            <a:endParaRPr sz="6000" cap="none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idx="1" type="body"/>
          </p:nvPr>
        </p:nvSpPr>
        <p:spPr>
          <a:xfrm>
            <a:off x="895486" y="133934"/>
            <a:ext cx="10363826" cy="67240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Mi alma está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apegada a ti, 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Por que tu diestra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>
                <a:latin typeface="Arial Black"/>
                <a:ea typeface="Arial Black"/>
                <a:cs typeface="Arial Black"/>
                <a:sym typeface="Arial Black"/>
              </a:rPr>
              <a:t>m</a:t>
            </a: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e ha sostenido, </a:t>
            </a:r>
            <a:b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oh, tu diestra me ha sostenido. </a:t>
            </a:r>
            <a:b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</a:br>
            <a:endParaRPr sz="6600" cap="none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 txBox="1"/>
          <p:nvPr>
            <p:ph idx="1" type="body"/>
          </p:nvPr>
        </p:nvSpPr>
        <p:spPr>
          <a:xfrm>
            <a:off x="846539" y="522089"/>
            <a:ext cx="10363826" cy="5569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Mi socorro has sido tú, </a:t>
            </a:r>
            <a:b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En la sombra de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tus alas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 yo me gozaré, </a:t>
            </a:r>
            <a:b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</a:br>
            <a:endParaRPr sz="6000" cap="none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/>
          <p:nvPr>
            <p:ph idx="1" type="body"/>
          </p:nvPr>
        </p:nvSpPr>
        <p:spPr>
          <a:xfrm>
            <a:off x="895486" y="133934"/>
            <a:ext cx="10363826" cy="67240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Mi alma está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apegada a ti, 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Por que tu diestra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>
                <a:latin typeface="Arial Black"/>
                <a:ea typeface="Arial Black"/>
                <a:cs typeface="Arial Black"/>
                <a:sym typeface="Arial Black"/>
              </a:rPr>
              <a:t>m</a:t>
            </a: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e ha sostenido, </a:t>
            </a:r>
            <a:b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  <a:t>oh, tu diestra me ha sostenido. </a:t>
            </a:r>
            <a:br>
              <a:rPr lang="es-VE" sz="6600" cap="none">
                <a:latin typeface="Arial Black"/>
                <a:ea typeface="Arial Black"/>
                <a:cs typeface="Arial Black"/>
                <a:sym typeface="Arial Black"/>
              </a:rPr>
            </a:br>
            <a:endParaRPr sz="6600" cap="none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2017-09-02T23:30:30Z</dcterms:created>
  <dc:creator>Kadiesa</dc:creator>
</cp:coreProperties>
</file>
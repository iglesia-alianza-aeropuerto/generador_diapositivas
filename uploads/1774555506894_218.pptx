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NEbBrvWAdPklZN+q0AFWC6Qlj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032717" y="335846"/>
            <a:ext cx="812656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 Dios de mi salvación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ha sido tan bueno para mí.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1295469" y="1166845"/>
            <a:ext cx="986360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rey mi salvador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he puesto mi esperanza en Él.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1276352" y="835760"/>
            <a:ext cx="10004700" cy="41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día de angustia en Él esperaré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día de felicidad también le buscaré</a:t>
            </a:r>
            <a:r>
              <a:rPr b="0" i="0" lang="es-VE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s-VE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1029744" y="1378125"/>
            <a:ext cx="974930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todo tiempo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todo lugar bendeciré a mi Señor.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2032717" y="335846"/>
            <a:ext cx="8126569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 Dios de mi salvación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ha sido tan bueno para mí.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1295469" y="1166845"/>
            <a:ext cx="986360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rey mi salvador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he puesto mi esperanza en Él.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1276352" y="835760"/>
            <a:ext cx="10004723" cy="4196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día de angustia en Él esperaré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día de felicidad también le buscaré ,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1029744" y="1378125"/>
            <a:ext cx="974930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todo tiempo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todo lugar bendeciré a mi Señor.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2023-12-15T17:13:36Z</dcterms:created>
  <dc:creator>joynner stik lamus Pabon</dc:creator>
</cp:coreProperties>
</file>
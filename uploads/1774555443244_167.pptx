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Arial Black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qzUeKNkf7skLSdD2cwj9vF1F3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ArialBlack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5D8F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1"/>
            <a:ext cx="9144000" cy="7632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61 EL SEÑOR ES MI PASTOR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2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5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•1. El Señor es mi pastor, y nada, pues, me faltará; Entre pastos delicados me hará él descansar; Junto a aguas de reposo siempre me pastoreará,</a:t>
            </a:r>
            <a:endParaRPr b="0" i="0" sz="5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524000" y="1"/>
            <a:ext cx="9144000" cy="615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Señor es mi pastor,</a:t>
            </a:r>
            <a:r>
              <a:rPr lang="es-ES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1" lang="es-ES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Nada, pues, me faltará.</a:t>
            </a:r>
            <a:endParaRPr sz="8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524000" y="214290"/>
            <a:ext cx="9144000" cy="8925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•2. Fortalecerá mi alma cuando débil yo esté; Guiaráme por las sendas de justicia por amor; Aunque ande entre sombras, mal ninguno temeré,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1"/>
            <a:ext cx="9144000" cy="615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Señor es mi pastor,</a:t>
            </a:r>
            <a:r>
              <a:rPr lang="es-ES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1" lang="es-ES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Nada, pues, me faltará.</a:t>
            </a:r>
            <a:endParaRPr sz="8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524000" y="214290"/>
            <a:ext cx="9144000" cy="7478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Con tu vara y tú cayado siempre aliento me darás; Aderezarás mi mesa ante todo angustiador; Tú ungiste mi cabeza y mi copa llena está,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24000" y="1"/>
            <a:ext cx="9144000" cy="615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Señor es mi pastor,</a:t>
            </a:r>
            <a:r>
              <a:rPr lang="es-ES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1" lang="es-ES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Nada, pues, me faltará.</a:t>
            </a:r>
            <a:endParaRPr sz="8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1524000" y="1"/>
            <a:ext cx="9144000" cy="7263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5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4. Ciertamente sus bondades cada día gozaré, Y en la casa de mi Padre largos días moraré;</a:t>
            </a:r>
            <a:r>
              <a:rPr lang="es-ES" sz="5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ES" sz="5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Mientras tanto por su gracia este salmo cantaré:</a:t>
            </a:r>
            <a:endParaRPr sz="5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2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1524000" y="1"/>
            <a:ext cx="9144000" cy="615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Señor es mi pastor,</a:t>
            </a:r>
            <a:r>
              <a:rPr lang="es-ES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1" lang="es-ES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Nada, pues, me faltará.</a:t>
            </a:r>
            <a:endParaRPr sz="8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2017-03-02T19:09:16Z</dcterms:created>
  <dc:creator>Kadiesa</dc:creator>
</cp:coreProperties>
</file>
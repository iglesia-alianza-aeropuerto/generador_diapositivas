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23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862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276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105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9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493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513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909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536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642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946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353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0"/>
            <a:ext cx="9144000" cy="7693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321 PAZ CON DIOS</a:t>
            </a:r>
            <a:endParaRPr lang="es-CO" sz="4000" i="1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  <a:cs typeface="Arial" pitchFamily="34" charset="0"/>
            </a:endParaRPr>
          </a:p>
          <a:p>
            <a:pPr algn="ctr"/>
            <a:r>
              <a:rPr lang="es-CO" sz="28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 </a:t>
            </a:r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cs typeface="Arial" pitchFamily="34" charset="0"/>
            </a:endParaRPr>
          </a:p>
          <a:p>
            <a:pPr algn="ctr"/>
            <a:r>
              <a:rPr lang="es-CO" sz="6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1. Paz con Dios, busqué </a:t>
            </a:r>
            <a:r>
              <a:rPr lang="es-CO" sz="6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ganarla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lang="es-CO" sz="6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con </a:t>
            </a:r>
            <a:r>
              <a:rPr lang="es-CO" sz="6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febril </a:t>
            </a:r>
            <a:r>
              <a:rPr lang="es-CO" sz="6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solicitud, Mas </a:t>
            </a:r>
            <a:r>
              <a:rPr lang="es-CO" sz="6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mis obras meritorias no </a:t>
            </a:r>
            <a:r>
              <a:rPr lang="es-CO" sz="6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me dieron </a:t>
            </a:r>
            <a:r>
              <a:rPr lang="es-CO" sz="6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la salud.</a:t>
            </a:r>
            <a:endParaRPr lang="es-CO" sz="6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cs typeface="Arial" pitchFamily="34" charset="0"/>
            </a:endParaRPr>
          </a:p>
          <a:p>
            <a:pPr algn="ctr"/>
            <a:r>
              <a:rPr lang="es-CO" sz="2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 </a:t>
            </a:r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33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214290"/>
            <a:ext cx="9144000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Coro</a:t>
            </a:r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: </a:t>
            </a:r>
            <a:endParaRPr lang="es-CO" sz="4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cs typeface="Arial" pitchFamily="34" charset="0"/>
            </a:endParaRPr>
          </a:p>
          <a:p>
            <a:pPr algn="ctr"/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¡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Oh, qué paz Jesús me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da!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Paz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que antes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ignoré; Todo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nuevo se tornó, desde que su paz hallé.</a:t>
            </a:r>
            <a:endParaRPr lang="es-CO" sz="6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cs typeface="Arial" pitchFamily="34" charset="0"/>
            </a:endParaRPr>
          </a:p>
          <a:p>
            <a:pPr algn="ctr"/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 </a:t>
            </a:r>
            <a:endParaRPr lang="es-CO" sz="6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9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214290"/>
            <a:ext cx="9144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2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. Lleno estaba yo de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dudas,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temeroso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de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morir, Hoy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en paz, mañana triste con temor del porvenir.</a:t>
            </a:r>
            <a:endParaRPr lang="es-CO" sz="6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cs typeface="Arial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108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214290"/>
            <a:ext cx="9144000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Coro</a:t>
            </a:r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: </a:t>
            </a:r>
            <a:endParaRPr lang="es-CO" sz="4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cs typeface="Arial" pitchFamily="34" charset="0"/>
            </a:endParaRPr>
          </a:p>
          <a:p>
            <a:pPr algn="ctr"/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¡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Oh, qué paz Jesús me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da!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Paz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que antes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ignoré; Todo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nuevo se tornó, desde que su paz hallé.</a:t>
            </a:r>
            <a:endParaRPr lang="es-CO" sz="6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cs typeface="Arial" pitchFamily="34" charset="0"/>
            </a:endParaRPr>
          </a:p>
          <a:p>
            <a:pPr algn="ctr"/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 </a:t>
            </a:r>
            <a:endParaRPr lang="es-CO" sz="6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059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Al final en desespero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“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Ya no puedo”, dije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yo;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del cielo oí respuesta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“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Todo hecho ya quedó”.</a:t>
            </a:r>
            <a:endParaRPr lang="es-CO" sz="6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2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791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214290"/>
            <a:ext cx="9144000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Coro</a:t>
            </a:r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: </a:t>
            </a:r>
            <a:endParaRPr lang="es-CO" sz="4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cs typeface="Arial" pitchFamily="34" charset="0"/>
            </a:endParaRPr>
          </a:p>
          <a:p>
            <a:pPr algn="ctr"/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¡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Oh, qué paz Jesús me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da!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Paz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que antes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ignoré; Todo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nuevo se tornó, desde que su paz hallé.</a:t>
            </a:r>
            <a:endParaRPr lang="es-CO" sz="6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cs typeface="Arial" pitchFamily="34" charset="0"/>
            </a:endParaRPr>
          </a:p>
          <a:p>
            <a:pPr algn="ctr"/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 </a:t>
            </a:r>
            <a:endParaRPr lang="es-CO" sz="6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941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4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De mis obras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despojado,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vi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la obra de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Jesús;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Supe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la paz fue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hecha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 sangre en la cruz.</a:t>
            </a:r>
            <a:endParaRPr lang="es-CO" sz="6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837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214290"/>
            <a:ext cx="9144000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Coro</a:t>
            </a:r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: </a:t>
            </a:r>
            <a:endParaRPr lang="es-CO" sz="4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cs typeface="Arial" pitchFamily="34" charset="0"/>
            </a:endParaRPr>
          </a:p>
          <a:p>
            <a:pPr algn="ctr"/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¡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Oh, qué paz Jesús me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da!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Paz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que antes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ignoré; Todo 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nuevo se tornó, desde que su paz hallé.</a:t>
            </a:r>
            <a:endParaRPr lang="es-CO" sz="6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cs typeface="Arial" pitchFamily="34" charset="0"/>
            </a:endParaRPr>
          </a:p>
          <a:p>
            <a:pPr algn="ctr"/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 </a:t>
            </a:r>
            <a:endParaRPr lang="es-CO" sz="6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889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Panorámica</PresentationFormat>
  <Paragraphs>20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2017-05-27T15:29:08Z</dcterms:created>
  <dcterms:modified xsi:type="dcterms:W3CDTF">2017-05-27T15:29:22Z</dcterms:modified>
</cp:coreProperties>
</file>
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9fFwTCi0dFXIOkeuMxDSxMnwg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87757" y="705177"/>
            <a:ext cx="10616485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20 ALABAD AL GRAN REY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914400" lvl="0" marL="9144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AutoNum type="arabicPeriod"/>
            </a:pPr>
            <a:r>
              <a:rPr b="0" i="0" lang="es-ES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Solemnes resuenen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las voces de amor,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 gran regocijo tributen loor, </a:t>
            </a:r>
            <a:r>
              <a:rPr b="1" i="0" lang="es-ES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43097" y="1228397"/>
            <a:ext cx="1030580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0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Rey Soberano,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buen Salvador; Dignísimo es él del más alto honor.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375138" y="689788"/>
            <a:ext cx="11441723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alabad,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 al gran Rey.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adorad, adoradle su grey. 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742005" y="1379577"/>
            <a:ext cx="1070799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nuestro escudo, baluarte y sostén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Omnipotente por siglos, Amén.</a:t>
            </a:r>
            <a:endParaRPr b="0" i="0" sz="7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68128" y="689788"/>
            <a:ext cx="10255743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Su amor infinito, ¿Qué lengua dirá?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¿Quién sus bondades jamás sondeará? 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968128" y="1228397"/>
            <a:ext cx="10255800" cy="4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Su misericordia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no puede faltar,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Mil himnos alaben, su nombre sin par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5138" y="666928"/>
            <a:ext cx="11441723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alabad,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 al gran Rey.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adorad, adoradle su grey. 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742005" y="1228397"/>
            <a:ext cx="1070799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nuestro escudo, baluarte y sostén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Omnipotente por siglos, Amén.</a:t>
            </a:r>
            <a:endParaRPr b="0" i="0" sz="7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926156" y="1106592"/>
            <a:ext cx="10339687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Inmensa la obra de Cristo en la cruz, Enorme la culpa se ve por su luz. 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349347" y="951398"/>
            <a:ext cx="11493305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mundo él vino, nos iluminó,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nuestras culpas el Justo murió.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375138" y="689788"/>
            <a:ext cx="11441723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alabad,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 al gran Rey.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adorad, adoradle su grey. 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742005" y="1379577"/>
            <a:ext cx="1070799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nuestro escudo, baluarte y sostén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Omnipotente por siglos, Amén.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965387" y="1351508"/>
            <a:ext cx="1026122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4. Velad, fieles todos, velad con fervor,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viene muy pronto Jesús, el Señor.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/>
        </p:nvSpPr>
        <p:spPr>
          <a:xfrm>
            <a:off x="1088430" y="982176"/>
            <a:ext cx="1001514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notas alegres vendrá a reinar;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su eterna gloria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os ha de llevar.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/>
        </p:nvSpPr>
        <p:spPr>
          <a:xfrm>
            <a:off x="375138" y="689788"/>
            <a:ext cx="11441723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Alabad, alabad,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alabad al gran Rey.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Adorad, adorad, adoradle su grey. 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/>
        </p:nvSpPr>
        <p:spPr>
          <a:xfrm>
            <a:off x="742005" y="1379577"/>
            <a:ext cx="1070799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nuestro escudo, baluarte y sostén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Omnipotente por siglos, Amén.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2017-03-02T16:53:08Z</dcterms:created>
  <dc:creator>Kadiesa</dc:creator>
</cp:coreProperties>
</file>
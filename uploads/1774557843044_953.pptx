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33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92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15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54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53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17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0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454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99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55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1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1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310 PECADOR, VEN A CRISTO JESÚS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Pecador, ven a Cristo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Jesús,</a:t>
            </a:r>
            <a:r>
              <a:rPr lang="es-CO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feliz para siempre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serás,</a:t>
            </a:r>
            <a:r>
              <a:rPr lang="es-CO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tú le quisieres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tener,</a:t>
            </a:r>
            <a:r>
              <a:rPr lang="es-CO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divino Señor hallarás.</a:t>
            </a:r>
            <a:endParaRPr lang="es-CO" sz="5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4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828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//Ven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él, (pecador,) ven a él, (pecador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,)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espera tu buen Salvador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.//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69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Si cual hijo que necio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pecó,</a:t>
            </a:r>
            <a:r>
              <a:rPr lang="es-CO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vas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buscando a sus pies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compasión,</a:t>
            </a:r>
            <a:r>
              <a:rPr lang="es-CO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Tierno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Padre en Jesús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hallarás,</a:t>
            </a:r>
            <a:r>
              <a:rPr lang="es-CO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tendrás en sus brazos perdón</a:t>
            </a:r>
            <a:r>
              <a:rPr lang="es-ES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es-CO" sz="5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91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//Ven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él, (pecador,) ven a él, (pecador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,)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espera tu buen Salvador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.//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468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0"/>
            <a:ext cx="914399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Si en pecado te sientes morir,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él será tu Doctor celestial,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hallarás en su sangre también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medicina que cure tu mal.</a:t>
            </a:r>
            <a:endParaRPr lang="es-CO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58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//Ven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él, (pecador,) ven a él, (pecador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,)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espera tu buen Salvador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.//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2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0"/>
            <a:ext cx="914399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Ovejuela que huyó del redil,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¡he aquí tu benigno Señor!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en los hombros llevada serás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tan dulce y amante Pastor.</a:t>
            </a:r>
            <a:endParaRPr lang="es-CO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noFill/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425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//Ven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él, (pecador,) ven a él, (pecador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,)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espera tu buen Salvador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.//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10110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Panorámica</PresentationFormat>
  <Paragraphs>18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2017-05-27T14:31:47Z</dcterms:created>
  <dcterms:modified xsi:type="dcterms:W3CDTF">2017-05-27T14:31:51Z</dcterms:modified>
</cp:coreProperties>
</file>
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Ogw/cvPrKjy4FG67Xq/DZxz6B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CB8C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8125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220 A TI LA GLORIA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1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1. A ti la gloria ¡oh nuestro Señor! A ti la victoria, gran Libertador. Te alzaste pujante, lleno de poder, Más que el sol radiante al amanecer.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9144000" cy="7437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 ti la gloria ¡oh nuestro Señor! A ti la victoria, gran Libertador.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1"/>
            <a:ext cx="9144000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Gozo, alegría, reinen por doquier, Porque Cristo hoy día muestra su poder; Ángeles cantando himnos al Señor Van le aclamando como vencedor.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"/>
            <a:ext cx="9144000" cy="7437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 ti la gloria ¡oh nuestro Señor! A ti la victoria, gran Libertador.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14290"/>
            <a:ext cx="9144000" cy="69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3. Libre de penas, nuestro rey Jesús Rompe las cadenas de la esclavitud. ¡Ha resucitado, ya no morirá! Quien muera al pecado en Dios vivirá.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"/>
            <a:ext cx="9144000" cy="7437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 ti la gloria ¡oh nuestro Señor! A ti la victoria, gran Libertador.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2017-05-10T21:10:31Z</dcterms:created>
  <dc:creator>Kadiesa</dc:creator>
</cp:coreProperties>
</file>
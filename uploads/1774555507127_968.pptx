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Libre Franklin"/>
      <p:regular r:id="rId17"/>
      <p:bold r:id="rId18"/>
      <p:italic r:id="rId19"/>
      <p:boldItalic r:id="rId20"/>
    </p:embeddedFon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LE5cKI2DVdCIk4LxHfwazGqaB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bold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ibreFranklin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LibreFranklin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ibreFranklin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bg>
      <p:bgPr>
        <a:solidFill>
          <a:schemeClr val="lt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" type="subTitle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/>
            </a:lvl1pPr>
            <a:lvl2pPr lvl="1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6pPr>
            <a:lvl7pPr lvl="6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7pPr>
            <a:lvl8pPr lvl="7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8pPr>
            <a:lvl9pPr lvl="8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0" name="Google Shape;90;p24"/>
          <p:cNvSpPr txBox="1"/>
          <p:nvPr>
            <p:ph idx="10" type="dt"/>
          </p:nvPr>
        </p:nvSpPr>
        <p:spPr>
          <a:xfrm>
            <a:off x="752858" y="6453386"/>
            <a:ext cx="1607944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1" type="ftr"/>
          </p:nvPr>
        </p:nvSpPr>
        <p:spPr>
          <a:xfrm>
            <a:off x="2584054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grpSp>
        <p:nvGrpSpPr>
          <p:cNvPr id="93" name="Google Shape;93;p24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94" name="Google Shape;94;p24"/>
            <p:cNvSpPr/>
            <p:nvPr/>
          </p:nvSpPr>
          <p:spPr>
            <a:xfrm>
              <a:off x="8151962" y="1685652"/>
              <a:ext cx="3275013" cy="4408488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95" name="Google Shape;95;p24"/>
            <p:cNvSpPr/>
            <p:nvPr/>
          </p:nvSpPr>
          <p:spPr>
            <a:xfrm rot="10800000">
              <a:off x="752858" y="744469"/>
              <a:ext cx="3275668" cy="4408488"/>
            </a:xfrm>
            <a:custGeom>
              <a:rect b="b" l="l" r="r" t="t"/>
              <a:pathLst>
                <a:path extrusionOk="0" h="10000" w="10002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dk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Libre Franklin"/>
              <a:buNone/>
              <a:defRPr sz="7200" cap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765025" y="4216328"/>
            <a:ext cx="9612971" cy="114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6"/>
          <p:cNvSpPr txBox="1"/>
          <p:nvPr>
            <p:ph idx="10" type="dt"/>
          </p:nvPr>
        </p:nvSpPr>
        <p:spPr>
          <a:xfrm>
            <a:off x="738908" y="6453386"/>
            <a:ext cx="162240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1" type="ftr"/>
          </p:nvPr>
        </p:nvSpPr>
        <p:spPr>
          <a:xfrm>
            <a:off x="2584312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08" name="Google Shape;108;p26" title="Crop Mark"/>
          <p:cNvSpPr/>
          <p:nvPr/>
        </p:nvSpPr>
        <p:spPr>
          <a:xfrm>
            <a:off x="8151962" y="1685652"/>
            <a:ext cx="3275013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1371600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2" type="body"/>
          </p:nvPr>
        </p:nvSpPr>
        <p:spPr>
          <a:xfrm>
            <a:off x="6525403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1371600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1371600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525014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p28"/>
          <p:cNvSpPr txBox="1"/>
          <p:nvPr>
            <p:ph idx="4" type="body"/>
          </p:nvPr>
        </p:nvSpPr>
        <p:spPr>
          <a:xfrm>
            <a:off x="6525014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0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0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1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1"/>
          <p:cNvSpPr txBox="1"/>
          <p:nvPr>
            <p:ph idx="1" type="body"/>
          </p:nvPr>
        </p:nvSpPr>
        <p:spPr>
          <a:xfrm>
            <a:off x="6256020" y="685801"/>
            <a:ext cx="521208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/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5pPr>
            <a:lvl6pPr indent="-3302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7pPr>
            <a:lvl8pPr indent="-3302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138" name="Google Shape;138;p31"/>
          <p:cNvSpPr txBox="1"/>
          <p:nvPr>
            <p:ph idx="2" type="body"/>
          </p:nvPr>
        </p:nvSpPr>
        <p:spPr>
          <a:xfrm>
            <a:off x="723900" y="2856344"/>
            <a:ext cx="3855720" cy="3011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9" name="Google Shape;139;p31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42" name="Google Shape;142;p31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2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2"/>
          <p:cNvSpPr/>
          <p:nvPr>
            <p:ph idx="2" type="pic"/>
          </p:nvPr>
        </p:nvSpPr>
        <p:spPr>
          <a:xfrm>
            <a:off x="5532120" y="0"/>
            <a:ext cx="665988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32"/>
          <p:cNvSpPr txBox="1"/>
          <p:nvPr>
            <p:ph idx="1" type="body"/>
          </p:nvPr>
        </p:nvSpPr>
        <p:spPr>
          <a:xfrm>
            <a:off x="723900" y="2855968"/>
            <a:ext cx="3855720" cy="3011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32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2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51" name="Google Shape;151;p32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3"/>
          <p:cNvSpPr txBox="1"/>
          <p:nvPr>
            <p:ph idx="1" type="body"/>
          </p:nvPr>
        </p:nvSpPr>
        <p:spPr>
          <a:xfrm rot="5400000">
            <a:off x="4386263" y="-719137"/>
            <a:ext cx="3571875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55" name="Google Shape;155;p33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3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3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>
            <p:ph type="title"/>
          </p:nvPr>
        </p:nvSpPr>
        <p:spPr>
          <a:xfrm rot="5400000">
            <a:off x="7757822" y="2462895"/>
            <a:ext cx="5243244" cy="156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4"/>
          <p:cNvSpPr txBox="1"/>
          <p:nvPr>
            <p:ph idx="1" type="body"/>
          </p:nvPr>
        </p:nvSpPr>
        <p:spPr>
          <a:xfrm rot="5400000">
            <a:off x="2839799" y="-844042"/>
            <a:ext cx="5243244" cy="8179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61" name="Google Shape;161;p34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4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4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b="0" i="0" sz="4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23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b="0" i="1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42900" lvl="2" marL="1371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b="0" i="1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30200" lvl="4" marL="22860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30200" lvl="5" marL="27432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b="0" i="1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b="0" i="1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3" name="Google Shape;83;p23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4" name="Google Shape;84;p23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86" name="Google Shape;86;p23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/>
        </p:nvSpPr>
        <p:spPr>
          <a:xfrm>
            <a:off x="1007437" y="231839"/>
            <a:ext cx="10744201" cy="6236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Libre Franklin"/>
              <a:buNone/>
            </a:pPr>
            <a:r>
              <a:rPr b="1" i="0" lang="es-CO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SOMOS EL PUEBLO DE DIOS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</a:pPr>
            <a:r>
              <a:t/>
            </a:r>
            <a:endParaRPr b="1" i="0" sz="28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Somos el pueblo 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Dios,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Somos un pueblo 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Especial,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/>
          <p:nvPr/>
        </p:nvSpPr>
        <p:spPr>
          <a:xfrm>
            <a:off x="365311" y="1412330"/>
            <a:ext cx="11461500" cy="5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Llamados para anunciar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Las virtudes de aquel,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nos llamó a su luz.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/>
        </p:nvSpPr>
        <p:spPr>
          <a:xfrm>
            <a:off x="-240098" y="591669"/>
            <a:ext cx="12432098" cy="626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Libre Franklin"/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Somos el pueblo de Dios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Libre Franklin"/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sangre nos redimió,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Libre Franklin"/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su espíritu dio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Libre Franklin"/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para darnos poder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Libre Franklin"/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ser testigos de Él.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Libre Franklin"/>
              <a:buNone/>
            </a:pPr>
            <a:r>
              <a:t/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 txBox="1"/>
          <p:nvPr>
            <p:ph idx="1" type="body"/>
          </p:nvPr>
        </p:nvSpPr>
        <p:spPr>
          <a:xfrm>
            <a:off x="623392" y="8367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None/>
            </a:pPr>
            <a:r>
              <a:rPr lang="es-CO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lang="es-CO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llevaremos su gloria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lang="es-CO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cada pueblo y nación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lang="es-CO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Trayéndoles esperanza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lang="es-CO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nuevas de salvación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 txBox="1"/>
          <p:nvPr>
            <p:ph idx="1" type="body"/>
          </p:nvPr>
        </p:nvSpPr>
        <p:spPr>
          <a:xfrm>
            <a:off x="527381" y="932723"/>
            <a:ext cx="10972800" cy="4986204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su amor nos impulsa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 nos podemos callar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Anunciaremos al mundo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su amor y verdad.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/>
          <p:nvPr/>
        </p:nvSpPr>
        <p:spPr>
          <a:xfrm>
            <a:off x="1007437" y="231839"/>
            <a:ext cx="10744201" cy="6236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Libre Franklin"/>
              <a:buNone/>
            </a:pPr>
            <a:r>
              <a:rPr b="1" i="0" lang="es-CO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SOMOS EL PUEBLO DE DIOS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</a:pPr>
            <a:r>
              <a:t/>
            </a:r>
            <a:endParaRPr b="1" i="0" sz="28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Somos el pueblo 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Dios,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Somos un pueblo 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Especial,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 txBox="1"/>
          <p:nvPr/>
        </p:nvSpPr>
        <p:spPr>
          <a:xfrm>
            <a:off x="365311" y="1412330"/>
            <a:ext cx="11461377" cy="5899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Llamados para anunciar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Las virtudes de aquel,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Libre Franklin"/>
              <a:buNone/>
            </a:pP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nos llamó a su luz.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/>
          <p:nvPr/>
        </p:nvSpPr>
        <p:spPr>
          <a:xfrm>
            <a:off x="-240098" y="591669"/>
            <a:ext cx="12432098" cy="626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Libre Franklin"/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Somos el pueblo de Dios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Libre Franklin"/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sangre nos redimió,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Libre Franklin"/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su espíritu dio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Libre Franklin"/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para darnos poder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Libre Franklin"/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ser testigos de Él.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Libre Franklin"/>
              <a:buNone/>
            </a:pPr>
            <a:r>
              <a:t/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 txBox="1"/>
          <p:nvPr>
            <p:ph idx="1" type="body"/>
          </p:nvPr>
        </p:nvSpPr>
        <p:spPr>
          <a:xfrm>
            <a:off x="623392" y="8367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None/>
            </a:pPr>
            <a:r>
              <a:rPr lang="es-CO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lang="es-CO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llevaremos su gloria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lang="es-CO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cada pueblo y nación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lang="es-CO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Trayéndoles esperanza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lang="es-CO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nuevas de salvación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 txBox="1"/>
          <p:nvPr>
            <p:ph idx="1" type="body"/>
          </p:nvPr>
        </p:nvSpPr>
        <p:spPr>
          <a:xfrm>
            <a:off x="527381" y="932723"/>
            <a:ext cx="10972800" cy="4986204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su amor nos impulsa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 nos podemos callar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Anunciaremos al mundo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su amor y verdad.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2018-04-14T21:36:58Z</dcterms:created>
  <dc:creator>Familia Tobón Ch</dc:creator>
</cp:coreProperties>
</file>
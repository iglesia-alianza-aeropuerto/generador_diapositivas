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0601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2346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5571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1231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3275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7752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3361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970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6662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7717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866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5681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i="1" dirty="0">
                <a:solidFill>
                  <a:srgbClr val="FF0000"/>
                </a:solidFill>
                <a:latin typeface="Arial Black" pitchFamily="34" charset="0"/>
              </a:rPr>
              <a:t>285 REFLEXION:</a:t>
            </a:r>
          </a:p>
          <a:p>
            <a:pPr algn="ctr"/>
            <a:r>
              <a:rPr lang="es-CO" sz="4000" i="1" dirty="0">
                <a:solidFill>
                  <a:srgbClr val="FF0000"/>
                </a:solidFill>
                <a:latin typeface="Arial Black" pitchFamily="34" charset="0"/>
              </a:rPr>
              <a:t>MI BIBLIA, LA PALABRA DE DIOS</a:t>
            </a:r>
          </a:p>
          <a:p>
            <a:pPr algn="ctr"/>
            <a:endParaRPr lang="es-CO" sz="24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6000" dirty="0">
                <a:solidFill>
                  <a:prstClr val="black"/>
                </a:solidFill>
                <a:latin typeface="Arial Black" pitchFamily="34" charset="0"/>
              </a:rPr>
              <a:t>Te </a:t>
            </a:r>
            <a:r>
              <a:rPr lang="es-CO" sz="6000" dirty="0">
                <a:solidFill>
                  <a:prstClr val="black"/>
                </a:solidFill>
                <a:latin typeface="Arial Black" pitchFamily="34" charset="0"/>
              </a:rPr>
              <a:t>doy gracias, Señor, por tu Palabra, la </a:t>
            </a:r>
            <a:r>
              <a:rPr lang="es-CO" sz="6000" dirty="0">
                <a:solidFill>
                  <a:prstClr val="black"/>
                </a:solidFill>
                <a:latin typeface="Arial Black" pitchFamily="34" charset="0"/>
              </a:rPr>
              <a:t>Santa Biblia</a:t>
            </a:r>
            <a:r>
              <a:rPr lang="es-CO" sz="6000" dirty="0">
                <a:solidFill>
                  <a:prstClr val="black"/>
                </a:solidFill>
                <a:latin typeface="Arial Black" pitchFamily="34" charset="0"/>
              </a:rPr>
              <a:t>. Me deleita leerla, </a:t>
            </a:r>
          </a:p>
          <a:p>
            <a:pPr algn="ctr"/>
            <a:endParaRPr lang="es-CO" sz="2800" b="1" dirty="0"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7817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1"/>
            <a:ext cx="9144000" cy="726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000" dirty="0">
                <a:solidFill>
                  <a:prstClr val="black"/>
                </a:solidFill>
                <a:latin typeface="Arial Black" pitchFamily="34" charset="0"/>
              </a:rPr>
              <a:t>porque </a:t>
            </a:r>
            <a:r>
              <a:rPr lang="es-CO" sz="7000" dirty="0">
                <a:solidFill>
                  <a:prstClr val="black"/>
                </a:solidFill>
                <a:latin typeface="Arial Black" pitchFamily="34" charset="0"/>
              </a:rPr>
              <a:t>por medio de ella </a:t>
            </a:r>
            <a:r>
              <a:rPr lang="es-CO" sz="7000" dirty="0">
                <a:solidFill>
                  <a:prstClr val="black"/>
                </a:solidFill>
                <a:latin typeface="Arial Black" pitchFamily="34" charset="0"/>
              </a:rPr>
              <a:t>te has </a:t>
            </a:r>
            <a:r>
              <a:rPr lang="es-CO" sz="7000" dirty="0">
                <a:solidFill>
                  <a:prstClr val="black"/>
                </a:solidFill>
                <a:latin typeface="Arial Black" pitchFamily="34" charset="0"/>
              </a:rPr>
              <a:t>dado a conocer y me has mostrado el camino </a:t>
            </a:r>
            <a:r>
              <a:rPr lang="es-CO" sz="7000" dirty="0">
                <a:solidFill>
                  <a:prstClr val="black"/>
                </a:solidFill>
                <a:latin typeface="Arial Black" pitchFamily="34" charset="0"/>
              </a:rPr>
              <a:t>de la </a:t>
            </a:r>
            <a:r>
              <a:rPr lang="es-CO" sz="7000" dirty="0">
                <a:solidFill>
                  <a:prstClr val="black"/>
                </a:solidFill>
                <a:latin typeface="Arial Black" pitchFamily="34" charset="0"/>
              </a:rPr>
              <a:t>salvación.</a:t>
            </a:r>
          </a:p>
          <a:p>
            <a:pPr algn="ctr"/>
            <a:endParaRPr lang="es-CO" sz="2800" b="1" dirty="0"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7999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1"/>
            <a:ext cx="914400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800" dirty="0">
                <a:solidFill>
                  <a:prstClr val="black"/>
                </a:solidFill>
                <a:latin typeface="Arial Black" pitchFamily="34" charset="0"/>
              </a:rPr>
              <a:t>Tu Palabra me es más preciosa que el oro. Es lámpara que ilumina mi senda y pan que alimenta mi alma; </a:t>
            </a:r>
            <a:endParaRPr lang="es-CO" sz="6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3008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0"/>
            <a:ext cx="9144000" cy="6832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000" dirty="0">
                <a:solidFill>
                  <a:prstClr val="black"/>
                </a:solidFill>
                <a:latin typeface="Arial Black" pitchFamily="34" charset="0"/>
              </a:rPr>
              <a:t>es agua que refresca y purifica mi espíritu. Es espejo que me muestra cómo soy y espada en mis luchas contra Satanás.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7062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1"/>
            <a:ext cx="9144000" cy="7232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000" dirty="0">
                <a:solidFill>
                  <a:prstClr val="black"/>
                </a:solidFill>
                <a:latin typeface="Arial Black" pitchFamily="34" charset="0"/>
              </a:rPr>
              <a:t>La </a:t>
            </a:r>
            <a:r>
              <a:rPr lang="es-CO" sz="7000" dirty="0">
                <a:solidFill>
                  <a:prstClr val="black"/>
                </a:solidFill>
                <a:latin typeface="Arial Black" pitchFamily="34" charset="0"/>
              </a:rPr>
              <a:t>Biblia proviene de ti y por lo tanto refleja lo </a:t>
            </a:r>
            <a:r>
              <a:rPr lang="es-CO" sz="7000" dirty="0">
                <a:solidFill>
                  <a:prstClr val="black"/>
                </a:solidFill>
                <a:latin typeface="Arial Black" pitchFamily="34" charset="0"/>
              </a:rPr>
              <a:t>que tú </a:t>
            </a:r>
            <a:r>
              <a:rPr lang="es-CO" sz="7000" dirty="0">
                <a:solidFill>
                  <a:prstClr val="black"/>
                </a:solidFill>
                <a:latin typeface="Arial Black" pitchFamily="34" charset="0"/>
              </a:rPr>
              <a:t>eres. Ella es absolutamente confiable, </a:t>
            </a:r>
          </a:p>
          <a:p>
            <a:pPr algn="ctr"/>
            <a:endParaRPr lang="es-CO" sz="2600" b="1" dirty="0"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2651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200" dirty="0">
                <a:solidFill>
                  <a:prstClr val="black"/>
                </a:solidFill>
                <a:latin typeface="Arial Black" pitchFamily="34" charset="0"/>
              </a:rPr>
              <a:t>porque eres fiel </a:t>
            </a:r>
            <a:r>
              <a:rPr lang="es-CO" sz="7200" dirty="0">
                <a:solidFill>
                  <a:prstClr val="black"/>
                </a:solidFill>
                <a:latin typeface="Arial Black" pitchFamily="34" charset="0"/>
              </a:rPr>
              <a:t>y no puedes mentir. Permanece </a:t>
            </a:r>
            <a:r>
              <a:rPr lang="es-CO" sz="7200" dirty="0">
                <a:solidFill>
                  <a:prstClr val="black"/>
                </a:solidFill>
                <a:latin typeface="Arial Black" pitchFamily="34" charset="0"/>
              </a:rPr>
              <a:t>para siempre, porque </a:t>
            </a:r>
            <a:r>
              <a:rPr lang="es-CO" sz="7200" dirty="0">
                <a:solidFill>
                  <a:prstClr val="black"/>
                </a:solidFill>
                <a:latin typeface="Arial Black" pitchFamily="34" charset="0"/>
              </a:rPr>
              <a:t>tú existes eternamente.</a:t>
            </a:r>
          </a:p>
          <a:p>
            <a:pPr algn="ctr"/>
            <a:endParaRPr lang="es-CO" sz="2600" b="1" dirty="0"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867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85728"/>
            <a:ext cx="9144000" cy="7325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0" dirty="0">
                <a:solidFill>
                  <a:prstClr val="black"/>
                </a:solidFill>
                <a:latin typeface="Arial Black" pitchFamily="34" charset="0"/>
              </a:rPr>
              <a:t>Las Escrituras me instruyen en tu voluntad y me capacitan para servirte. </a:t>
            </a:r>
          </a:p>
          <a:p>
            <a:pPr algn="ctr"/>
            <a:endParaRPr lang="es-CO" sz="5200" b="1" dirty="0"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082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85729"/>
            <a:ext cx="9144000" cy="7817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200" dirty="0">
                <a:solidFill>
                  <a:prstClr val="black"/>
                </a:solidFill>
                <a:latin typeface="Arial Black" pitchFamily="34" charset="0"/>
              </a:rPr>
              <a:t>En ellas escucho tu voz y al meditar en su mensaje encuentro consuelo y paz.</a:t>
            </a:r>
          </a:p>
          <a:p>
            <a:pPr algn="ctr"/>
            <a:endParaRPr lang="es-CO" sz="5200" b="1" dirty="0"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5374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500" dirty="0">
                <a:solidFill>
                  <a:prstClr val="black"/>
                </a:solidFill>
                <a:latin typeface="Arial Black" pitchFamily="34" charset="0"/>
              </a:rPr>
              <a:t>Con el salmista exclamo, "¡Oh, cuánto amo yo tu ley!". Tus enseñanzas son el tema de mi cántico. 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1169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7140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800" dirty="0">
                <a:solidFill>
                  <a:prstClr val="black"/>
                </a:solidFill>
                <a:latin typeface="Arial Black" pitchFamily="34" charset="0"/>
              </a:rPr>
              <a:t>Impulsado por tu Palabra, elevo mi voz con notas de loor a ti.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3771520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199</Words>
  <Application>Microsoft Office PowerPoint</Application>
  <PresentationFormat>Panorámica</PresentationFormat>
  <Paragraphs>13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Calibri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Kadiesa</cp:lastModifiedBy>
  <cp:revision>1</cp:revision>
  <dcterms:created xsi:type="dcterms:W3CDTF">2017-05-10T22:17:48Z</dcterms:created>
  <dcterms:modified xsi:type="dcterms:W3CDTF">2017-05-10T22:17:51Z</dcterms:modified>
</cp:coreProperties>
</file>
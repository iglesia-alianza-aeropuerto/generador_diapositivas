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4FxmEm6kfiZRI0RrTzTt/8pjS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31111" y="139861"/>
            <a:ext cx="10529777" cy="683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330 HAY UNA SENDA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Hay una senda que el mundo no conoce; Hay una senda que yo pude encontrar;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911424" y="356659"/>
            <a:ext cx="9660565" cy="629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//En Cristo tengo la salvación de mi alma; Cristo es la senda que me puede salvar//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313723" y="487026"/>
            <a:ext cx="9564555" cy="6340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Las amistades y todos mis parientes fueron las gentes que yo relacioné;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1"/>
            <a:ext cx="9144000" cy="674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//Me aborrecieron por causa de su nombre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Cuando supieron que a Cristo me entregué// </a:t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911424" y="382013"/>
            <a:ext cx="9756576" cy="6063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Y aquel camino de tantos sufrimientos, Aquel camino que el cielo me trazó,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815413" y="452670"/>
            <a:ext cx="10206900" cy="60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//Fue transformado en aquel feliz momento cuando mi Cristo a mí me rescató//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2017-05-27T15:35:33Z</dcterms:created>
  <dc:creator>Kadiesa</dc:creator>
</cp:coreProperties>
</file>
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Arial Black"/>
      <p:regular r:id="rId17"/>
    </p:embeddedFon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r+8zoAmDW20Pd6TU/7IEYPd3K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CenturyGothic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4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2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4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4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0" name="Google Shape;130;p2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6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6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45" name="Google Shape;145;p28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47" name="Google Shape;147;p28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0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7" name="Google Shape;167;p3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1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2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75" name="Google Shape;175;p3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2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2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3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2" name="Google Shape;182;p3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3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3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89" name="Google Shape;189;p34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0" name="Google Shape;190;p3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4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4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  <p:sp>
        <p:nvSpPr>
          <p:cNvPr id="194" name="Google Shape;194;p34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95" name="Google Shape;195;p3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99" name="Google Shape;199;p3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5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5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6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06" name="Google Shape;206;p36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07" name="Google Shape;207;p3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6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6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  <p:sp>
        <p:nvSpPr>
          <p:cNvPr id="211" name="Google Shape;211;p3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12" name="Google Shape;212;p36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16" name="Google Shape;216;p37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17" name="Google Shape;217;p3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7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7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8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24" name="Google Shape;224;p3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9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31" name="Google Shape;231;p3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23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82" name="Google Shape;82;p23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3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3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3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3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3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3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3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3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3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3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3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" name="Google Shape;94;p23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95" name="Google Shape;95;p23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3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3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3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3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3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3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3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3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3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3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3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2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3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0" name="Google Shape;110;p2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1" name="Google Shape;111;p2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2" name="Google Shape;112;p2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"/>
          <p:cNvSpPr/>
          <p:nvPr/>
        </p:nvSpPr>
        <p:spPr>
          <a:xfrm>
            <a:off x="341147" y="812899"/>
            <a:ext cx="11509705" cy="5232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DIGNO ES EL SEÑOR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Gracias por la cruz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oh Dios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precio que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pagaste por mi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"/>
          <p:cNvSpPr/>
          <p:nvPr/>
        </p:nvSpPr>
        <p:spPr>
          <a:xfrm>
            <a:off x="311150" y="1671548"/>
            <a:ext cx="11569700" cy="4154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Llevando mi pecado allí sublime amor tu gracia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me salvó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"/>
          <p:cNvSpPr/>
          <p:nvPr/>
        </p:nvSpPr>
        <p:spPr>
          <a:xfrm>
            <a:off x="467842" y="293507"/>
            <a:ext cx="11256315" cy="6412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Gracias por tu amor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oh Dios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Tus manos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	clavadas por mi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has lavado oh Señor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Conozco hoy tu abrazo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tu perdón.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"/>
          <p:cNvSpPr/>
          <p:nvPr/>
        </p:nvSpPr>
        <p:spPr>
          <a:xfrm>
            <a:off x="311150" y="889843"/>
            <a:ext cx="1156970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 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Digno es el Señor, 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su trono está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Coronado con poder, 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reinas con majestad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"/>
          <p:cNvSpPr/>
          <p:nvPr/>
        </p:nvSpPr>
        <p:spPr>
          <a:xfrm>
            <a:off x="431371" y="257937"/>
            <a:ext cx="11340599" cy="56323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Altísimo Señor,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Jesús hijo de Dios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amado del cielo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la cruz murió,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Digno es el Señor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"/>
          <p:cNvSpPr/>
          <p:nvPr/>
        </p:nvSpPr>
        <p:spPr>
          <a:xfrm>
            <a:off x="341147" y="812899"/>
            <a:ext cx="11509705" cy="5232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DIGNO ES EL SEÑOR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Gracias por la cruz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oh Dios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precio que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pagaste por mi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/>
          <p:nvPr/>
        </p:nvSpPr>
        <p:spPr>
          <a:xfrm>
            <a:off x="311150" y="1671548"/>
            <a:ext cx="11569700" cy="4154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Llevando mi pecado allí sublime amor tu gracia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me salvó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"/>
          <p:cNvSpPr/>
          <p:nvPr/>
        </p:nvSpPr>
        <p:spPr>
          <a:xfrm>
            <a:off x="467842" y="293507"/>
            <a:ext cx="11256315" cy="6412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Gracias por tu amor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oh Dios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Tus manos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	clavadas por mi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has lavado oh Señor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Conozco hoy tu abrazo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tu perdón.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/>
          <p:nvPr/>
        </p:nvSpPr>
        <p:spPr>
          <a:xfrm>
            <a:off x="311150" y="889843"/>
            <a:ext cx="1156970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 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Digno es el Señor, 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su trono está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Coronado con poder, 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reinas con majestad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/>
          <p:nvPr/>
        </p:nvSpPr>
        <p:spPr>
          <a:xfrm>
            <a:off x="431371" y="257937"/>
            <a:ext cx="11340599" cy="56323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Altísimo Señor,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Jesús hijo de Dios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amado del cielo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la cruz murió,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Digno es el Señor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spiral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2017-11-25T22:59:29Z</dcterms:created>
  <dc:creator>Familia Tobón Ch</dc:creator>
</cp:coreProperties>
</file>
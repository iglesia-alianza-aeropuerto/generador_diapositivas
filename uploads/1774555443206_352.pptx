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gogsaI+L/Bd3yna2eVmmZa16N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-130865" y="624369"/>
            <a:ext cx="12453600" cy="5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4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425 BENDITO EL SEÑOR</a:t>
            </a:r>
            <a:endParaRPr b="0" i="1" sz="44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Bendito el Señor por su poder,</a:t>
            </a: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bendito el Señor por su amor.</a:t>
            </a: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Bendito el Señor por su poder,</a:t>
            </a: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bendito el Señor por su amor.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950259" y="325460"/>
            <a:ext cx="10291482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alabamos, Señor, con sinceridad,</a:t>
            </a:r>
            <a:endParaRPr b="0" i="0" sz="7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rendimos a ti con integridad.</a:t>
            </a:r>
            <a:endParaRPr b="0" i="0" sz="7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-130865" y="624369"/>
            <a:ext cx="1245373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425 BENDITO EL SEÑOR</a:t>
            </a:r>
            <a:endParaRPr i="1" sz="44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3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3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Bendito el Señor por su poder,</a:t>
            </a:r>
            <a:r>
              <a:rPr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bendito el Señor por su amor.</a:t>
            </a:r>
            <a:r>
              <a:rPr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Bendito el Señor por su poder,</a:t>
            </a:r>
            <a:r>
              <a:rPr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bendito el Señor por su amor.</a:t>
            </a:r>
            <a:endParaRPr sz="5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950259" y="351964"/>
            <a:ext cx="10291482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alabamos, Señor, con sinceridad,</a:t>
            </a:r>
            <a:endParaRPr sz="7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rendimos a ti con integridad.</a:t>
            </a:r>
            <a:endParaRPr sz="7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2017-05-30T15:20:18Z</dcterms:created>
  <dc:creator>Kadiesa</dc:creator>
</cp:coreProperties>
</file>
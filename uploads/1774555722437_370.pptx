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0499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454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4939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3291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37837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9405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7582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9140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00900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5322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1294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688A0-18C4-40A3-A01E-5D413FC6F3C2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062F1-5CEA-48CC-948B-DB1A2E96A5D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2642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latin typeface="Arial Black" pitchFamily="34" charset="0"/>
              </a:rPr>
              <a:t>17. BUENO ES ALABARTE, OH JEHOVÁ</a:t>
            </a:r>
            <a:endParaRPr lang="es-ES" sz="4000" i="1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4000" i="1" dirty="0">
                <a:ln w="19050">
                  <a:noFill/>
                </a:ln>
                <a:latin typeface="Arial Black" pitchFamily="34" charset="0"/>
              </a:rPr>
              <a:t> </a:t>
            </a:r>
            <a:endParaRPr lang="es-ES" sz="40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Bueno es alabarte, oh </a:t>
            </a:r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Jehová.</a:t>
            </a:r>
            <a:r>
              <a:rPr lang="es-ES" sz="6000" dirty="0">
                <a:ln w="19050">
                  <a:noFill/>
                </a:ln>
                <a:latin typeface="Arial Black" pitchFamily="34" charset="0"/>
              </a:rPr>
              <a:t> </a:t>
            </a:r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Bueno </a:t>
            </a:r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es alabarte, oh </a:t>
            </a:r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Jehová,</a:t>
            </a:r>
            <a:r>
              <a:rPr lang="es-ES" sz="6000" dirty="0">
                <a:ln w="19050">
                  <a:noFill/>
                </a:ln>
                <a:latin typeface="Arial Black" pitchFamily="34" charset="0"/>
              </a:rPr>
              <a:t> </a:t>
            </a:r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Y </a:t>
            </a:r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cantar salmos a </a:t>
            </a:r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tu nombre</a:t>
            </a:r>
            <a:r>
              <a:rPr lang="es-ES" sz="6000" b="1" dirty="0">
                <a:ln w="19050">
                  <a:noFill/>
                </a:ln>
                <a:latin typeface="Arial Black" pitchFamily="34" charset="0"/>
              </a:rPr>
              <a:t>, oh Altísimo; </a:t>
            </a:r>
            <a:endParaRPr lang="es-ES" sz="3200" dirty="0">
              <a:ln w="1905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7043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9050">
                  <a:noFill/>
                </a:ln>
                <a:latin typeface="Arial Black" pitchFamily="34" charset="0"/>
              </a:rPr>
              <a:t>Anunciar </a:t>
            </a:r>
            <a:r>
              <a:rPr lang="es-ES" sz="7200" b="1" dirty="0">
                <a:ln w="19050">
                  <a:noFill/>
                </a:ln>
                <a:latin typeface="Arial Black" pitchFamily="34" charset="0"/>
              </a:rPr>
              <a:t>por la mañana tu misericordia, tu misericordia y tu fidelidad cada noche.</a:t>
            </a:r>
            <a:endParaRPr lang="es-ES" sz="72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3000" b="1" dirty="0">
                <a:ln w="19050">
                  <a:noFill/>
                </a:ln>
                <a:latin typeface="Arial Black" pitchFamily="34" charset="0"/>
              </a:rPr>
              <a:t> </a:t>
            </a:r>
            <a:endParaRPr lang="es-ES" sz="3000" dirty="0">
              <a:ln w="19050">
                <a:noFill/>
              </a:ln>
              <a:latin typeface="Arial Black" pitchFamily="34" charset="0"/>
            </a:endParaRPr>
          </a:p>
          <a:p>
            <a:endParaRPr lang="es-ES" dirty="0">
              <a:ln w="1905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1268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24000" y="0"/>
            <a:ext cx="9144000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500" b="1" dirty="0">
                <a:ln w="19050">
                  <a:noFill/>
                </a:ln>
                <a:latin typeface="Arial Black" pitchFamily="34" charset="0"/>
              </a:rPr>
              <a:t>Bueno es alabarte, oh Jehová.</a:t>
            </a:r>
            <a:r>
              <a:rPr lang="es-ES" sz="6500" dirty="0">
                <a:ln w="19050">
                  <a:noFill/>
                </a:ln>
                <a:latin typeface="Arial Black" pitchFamily="34" charset="0"/>
              </a:rPr>
              <a:t> </a:t>
            </a:r>
            <a:r>
              <a:rPr lang="es-ES" sz="6500" b="1" dirty="0">
                <a:ln w="19050">
                  <a:noFill/>
                </a:ln>
                <a:latin typeface="Arial Black" pitchFamily="34" charset="0"/>
              </a:rPr>
              <a:t>Bueno es alabarte, oh Jehová,</a:t>
            </a:r>
            <a:r>
              <a:rPr lang="es-ES" sz="6500" dirty="0">
                <a:ln w="19050">
                  <a:noFill/>
                </a:ln>
                <a:latin typeface="Arial Black" pitchFamily="34" charset="0"/>
              </a:rPr>
              <a:t> </a:t>
            </a:r>
            <a:r>
              <a:rPr lang="es-ES" sz="6500" b="1" dirty="0">
                <a:ln w="19050">
                  <a:noFill/>
                </a:ln>
                <a:latin typeface="Arial Black" pitchFamily="34" charset="0"/>
              </a:rPr>
              <a:t>Y cantar salmos a tu nombre, oh Altísimo.</a:t>
            </a:r>
            <a:endParaRPr lang="es-ES" sz="6500" dirty="0">
              <a:ln w="19050">
                <a:noFill/>
              </a:ln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7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Panorámica</PresentationFormat>
  <Paragraphs>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2017-03-02T16:50:26Z</dcterms:created>
  <dcterms:modified xsi:type="dcterms:W3CDTF">2017-03-02T16:50:30Z</dcterms:modified>
</cp:coreProperties>
</file>
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6858000" cx="12192000"/>
  <p:notesSz cx="6858000" cy="9144000"/>
  <p:embeddedFontLst>
    <p:embeddedFont>
      <p:font typeface="Arial Black"/>
      <p:regular r:id="rId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0" roundtripDataSignature="AMtx7mjPOd5iZ+r6E5qNkgM/bUQaCvTQ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0" Type="http://customschemas.google.com/relationships/presentationmetadata" Target="metadata"/><Relationship Id="rId9" Type="http://schemas.openxmlformats.org/officeDocument/2006/relationships/font" Target="fonts/ArialBlack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6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6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/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7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7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7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8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8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8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9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9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0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0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1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1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1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1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3"/>
          <p:cNvSpPr txBox="1"/>
          <p:nvPr>
            <p:ph idx="2" type="body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3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4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DADA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5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5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1524000" y="0"/>
            <a:ext cx="9144000" cy="5940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4000" u="none" cap="none" strike="noStrike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CO" sz="40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247 EN MOMENTOS ASÍ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6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0" i="0" lang="es-CO" sz="6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En momentos así levanto mi voz, Levanto mi canto </a:t>
            </a:r>
            <a:endParaRPr b="0" i="0" sz="66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6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 Cristo; </a:t>
            </a:r>
            <a:endParaRPr b="0" i="0" sz="66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/>
          <p:nvPr/>
        </p:nvSpPr>
        <p:spPr>
          <a:xfrm>
            <a:off x="1559858" y="1129553"/>
            <a:ext cx="9036424" cy="61863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6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En momentos así levanto mi ser,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6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Levanto mi alma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6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a él. </a:t>
            </a:r>
            <a:endParaRPr b="0" i="0" sz="66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6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/>
          <p:nvPr/>
        </p:nvSpPr>
        <p:spPr>
          <a:xfrm>
            <a:off x="874058" y="805960"/>
            <a:ext cx="10784400" cy="54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71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Cuánto te amo, Dios, </a:t>
            </a:r>
            <a:endParaRPr b="0" i="0" sz="71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71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cuánto te amo, Dios; </a:t>
            </a:r>
            <a:r>
              <a:rPr lang="es-CO" sz="7100">
                <a:latin typeface="Arial Black"/>
                <a:ea typeface="Arial Black"/>
                <a:cs typeface="Arial Black"/>
                <a:sym typeface="Arial Black"/>
              </a:rPr>
              <a:t>Cuanto</a:t>
            </a:r>
            <a:r>
              <a:rPr b="0" i="0" lang="es-CO" sz="71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te amo, </a:t>
            </a:r>
            <a:endParaRPr b="0" i="0" sz="71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71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Dios, te amo.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 txBox="1"/>
          <p:nvPr/>
        </p:nvSpPr>
        <p:spPr>
          <a:xfrm>
            <a:off x="1524000" y="214290"/>
            <a:ext cx="9144000" cy="66479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6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(Letra optativa)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6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Cuánto te amo, Señor; Cuánto te amo, Señor; Cuánto te amo, Cristo, mi Señor.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2017-05-10T21:46:28Z</dcterms:created>
  <dc:creator>Kadiesa</dc:creator>
</cp:coreProperties>
</file>
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ChuOSnD9798M0ZGoGZCiGrQ+c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rialBlack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8" name="Google Shape;38;p23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9" name="Google Shape;39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2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24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7" name="Google Shape;47;p24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8" name="Google Shape;48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63" name="Google Shape;63;p2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2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94" name="Google Shape;9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2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2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1" name="Google Shape;10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8" name="Google Shape;108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4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5" name="Google Shape;11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36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36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3" name="Google Shape;13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9" name="Google Shape;13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4" name="Google Shape;14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9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9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9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3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2" name="Google Shape;15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0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0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40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6" name="Google Shape;156;p4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0" name="Google Shape;16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1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1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41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4" name="Google Shape;164;p4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4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8" name="Google Shape;16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2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2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1" name="Google Shape;171;p4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5" name="Google Shape;17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43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43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8" name="Google Shape;178;p43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4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sp>
        <p:nvSpPr>
          <p:cNvPr id="182" name="Google Shape;182;p43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3" name="Google Shape;183;p4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5" name="Google Shape;18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4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44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8" name="Google Shape;188;p4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2" name="Google Shape;19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5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5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45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6" name="Google Shape;196;p45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p45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8" name="Google Shape;198;p45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45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0" name="Google Shape;200;p4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4" name="Google Shape;20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6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6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46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8" name="Google Shape;208;p46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9" name="Google Shape;209;p46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0" name="Google Shape;210;p46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1" name="Google Shape;211;p46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2" name="Google Shape;212;p46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46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4" name="Google Shape;214;p46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5" name="Google Shape;215;p4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19" name="Google Shape;21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7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4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6" name="Google Shape;22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8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8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4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7" name="Google Shape;87;p3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9" name="Google Shape;89;p31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0" name="Google Shape;90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1" name="Google Shape;91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2" name="Google Shape;92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 txBox="1"/>
          <p:nvPr>
            <p:ph idx="1" type="subTitle"/>
          </p:nvPr>
        </p:nvSpPr>
        <p:spPr>
          <a:xfrm>
            <a:off x="-147398" y="351223"/>
            <a:ext cx="12486795" cy="5589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400"/>
              <a:buNone/>
            </a:pPr>
            <a:r>
              <a:rPr b="1" lang="es-VE" sz="6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DIOS IMPARABLE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</a:pPr>
            <a:r>
              <a:t/>
            </a:r>
            <a:endParaRPr b="1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alabado,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exaltado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nombre levantamos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Aleluya, Aleluya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"/>
          <p:cNvSpPr txBox="1"/>
          <p:nvPr>
            <p:ph idx="1" type="body"/>
          </p:nvPr>
        </p:nvSpPr>
        <p:spPr>
          <a:xfrm>
            <a:off x="221803" y="679076"/>
            <a:ext cx="11748393" cy="5499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adorado,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glorificamos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nombre levantamos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Aleluya, Aleluya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"/>
          <p:cNvSpPr txBox="1"/>
          <p:nvPr>
            <p:ph idx="1" type="body"/>
          </p:nvPr>
        </p:nvSpPr>
        <p:spPr>
          <a:xfrm>
            <a:off x="325236" y="544958"/>
            <a:ext cx="11541527" cy="5268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None/>
            </a:pPr>
            <a:r>
              <a:rPr b="1" lang="es-VE" sz="8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una sola voz,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None/>
            </a:pPr>
            <a:r>
              <a:rPr b="1" lang="es-VE" sz="8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unimos hoy,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None/>
            </a:pPr>
            <a:r>
              <a:rPr b="1" lang="es-VE" sz="8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cantamos Dios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None/>
            </a:pPr>
            <a:r>
              <a:rPr b="1" lang="es-VE" sz="8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adoración</a:t>
            </a:r>
            <a:endParaRPr b="1"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"/>
          <p:cNvSpPr txBox="1"/>
          <p:nvPr>
            <p:ph idx="1" type="body"/>
          </p:nvPr>
        </p:nvSpPr>
        <p:spPr>
          <a:xfrm>
            <a:off x="1233855" y="1008529"/>
            <a:ext cx="9724290" cy="5849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//Dios imparable,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 de imposibles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Inigualable,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invencible//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304800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t/>
            </a: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"/>
          <p:cNvSpPr txBox="1"/>
          <p:nvPr>
            <p:ph idx="1" type="body"/>
          </p:nvPr>
        </p:nvSpPr>
        <p:spPr>
          <a:xfrm>
            <a:off x="62644" y="370786"/>
            <a:ext cx="12129356" cy="664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t/>
            </a:r>
            <a:endParaRPr sz="5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//No tengo temor,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mi corazón,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Tú tienes el control//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"/>
          <p:cNvSpPr txBox="1"/>
          <p:nvPr>
            <p:ph idx="1" type="body"/>
          </p:nvPr>
        </p:nvSpPr>
        <p:spPr>
          <a:xfrm>
            <a:off x="62644" y="1285186"/>
            <a:ext cx="12129356" cy="664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t/>
            </a:r>
            <a:endParaRPr sz="5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//No me falta nada,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 te tengo a ti//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 txBox="1"/>
          <p:nvPr>
            <p:ph idx="1" type="subTitle"/>
          </p:nvPr>
        </p:nvSpPr>
        <p:spPr>
          <a:xfrm>
            <a:off x="-147398" y="351223"/>
            <a:ext cx="12486795" cy="5589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400"/>
              <a:buNone/>
            </a:pPr>
            <a:r>
              <a:rPr b="1" lang="es-VE" sz="6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DIOS IMPARABLE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</a:pPr>
            <a:r>
              <a:t/>
            </a:r>
            <a:endParaRPr b="1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alabado,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exaltado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nombre levantamos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None/>
            </a:pP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Aleluya, Aleluya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 txBox="1"/>
          <p:nvPr>
            <p:ph idx="1" type="body"/>
          </p:nvPr>
        </p:nvSpPr>
        <p:spPr>
          <a:xfrm>
            <a:off x="221803" y="679076"/>
            <a:ext cx="11748393" cy="5499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adorado,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glorificamos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nombre levantamos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Aleluya, Aleluya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"/>
          <p:cNvSpPr txBox="1"/>
          <p:nvPr>
            <p:ph idx="1" type="body"/>
          </p:nvPr>
        </p:nvSpPr>
        <p:spPr>
          <a:xfrm>
            <a:off x="325236" y="544958"/>
            <a:ext cx="11541527" cy="5268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None/>
            </a:pPr>
            <a:r>
              <a:rPr b="1" lang="es-VE" sz="8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una sola voz,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None/>
            </a:pPr>
            <a:r>
              <a:rPr b="1" lang="es-VE" sz="8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unimos hoy,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None/>
            </a:pPr>
            <a:r>
              <a:rPr b="1" lang="es-VE" sz="8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cantamos Dios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None/>
            </a:pPr>
            <a:r>
              <a:rPr b="1" lang="es-VE" sz="8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adoración</a:t>
            </a:r>
            <a:endParaRPr b="1"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 txBox="1"/>
          <p:nvPr>
            <p:ph idx="1" type="body"/>
          </p:nvPr>
        </p:nvSpPr>
        <p:spPr>
          <a:xfrm>
            <a:off x="1233855" y="1008529"/>
            <a:ext cx="9724290" cy="5849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//Dios imparable,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 de imposibles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Inigualable,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invencible//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52367" lvl="0" marL="457167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t/>
            </a:r>
            <a:endParaRPr sz="4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 txBox="1"/>
          <p:nvPr>
            <p:ph idx="1" type="body"/>
          </p:nvPr>
        </p:nvSpPr>
        <p:spPr>
          <a:xfrm>
            <a:off x="62644" y="370786"/>
            <a:ext cx="12129356" cy="664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t/>
            </a:r>
            <a:endParaRPr sz="5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//No tengo temor,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mi corazón,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Tú tienes el control//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 txBox="1"/>
          <p:nvPr>
            <p:ph idx="1" type="body"/>
          </p:nvPr>
        </p:nvSpPr>
        <p:spPr>
          <a:xfrm>
            <a:off x="62644" y="1285186"/>
            <a:ext cx="12129356" cy="664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t/>
            </a:r>
            <a:endParaRPr sz="5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//No me falta nada,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 te tengo a ti//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 txBox="1"/>
          <p:nvPr>
            <p:ph idx="1" type="body"/>
          </p:nvPr>
        </p:nvSpPr>
        <p:spPr>
          <a:xfrm>
            <a:off x="1233855" y="1008529"/>
            <a:ext cx="9724290" cy="5849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//Dios imparable,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 de imposibles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Inigualable,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invencible//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52367" lvl="0" marL="457167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t/>
            </a:r>
            <a:endParaRPr sz="4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 txBox="1"/>
          <p:nvPr>
            <p:ph idx="1" type="body"/>
          </p:nvPr>
        </p:nvSpPr>
        <p:spPr>
          <a:xfrm>
            <a:off x="62644" y="370786"/>
            <a:ext cx="12129356" cy="664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t/>
            </a:r>
            <a:endParaRPr sz="5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//No tengo temor,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mi corazón,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Tú tienes el control//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"/>
          <p:cNvSpPr txBox="1"/>
          <p:nvPr>
            <p:ph idx="1" type="body"/>
          </p:nvPr>
        </p:nvSpPr>
        <p:spPr>
          <a:xfrm>
            <a:off x="1233855" y="1008529"/>
            <a:ext cx="9724290" cy="5849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//Dios imparable,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 de imposibles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Inigualable,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invencible//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52367" lvl="0" marL="457167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t/>
            </a:r>
            <a:endParaRPr sz="4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 txBox="1"/>
          <p:nvPr>
            <p:ph idx="1" type="body"/>
          </p:nvPr>
        </p:nvSpPr>
        <p:spPr>
          <a:xfrm>
            <a:off x="62644" y="370786"/>
            <a:ext cx="12129356" cy="664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t/>
            </a:r>
            <a:endParaRPr sz="5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//No tengo temor,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mi corazón,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Tú tienes el control//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 txBox="1"/>
          <p:nvPr>
            <p:ph idx="1" type="body"/>
          </p:nvPr>
        </p:nvSpPr>
        <p:spPr>
          <a:xfrm>
            <a:off x="62644" y="1285186"/>
            <a:ext cx="12129356" cy="664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t/>
            </a:r>
            <a:endParaRPr sz="5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//No me falta nada,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None/>
            </a:pPr>
            <a:r>
              <a:rPr b="1" lang="es-VE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 te tengo a ti//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IMNOS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ota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2017-08-26T22:41:17Z</dcterms:created>
  <dc:creator>Kadiesa</dc:creator>
</cp:coreProperties>
</file>
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Arial Black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6hseZrNGS8PgzKpi/YwCUNwT6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font" Target="fonts/ArialBlack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a3bd5734e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2a3bd5734e9_0_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a3bd5734e9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2a3bd5734e9_0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a3bd5734e9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2a3bd5734e9_0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a3bd5734e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2a3bd5734e9_0_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a3bd5734e9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2a3bd5734e9_0_1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a3bd5734e9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2a3bd5734e9_0_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a3bd5734e9_0_132"/>
          <p:cNvSpPr txBox="1"/>
          <p:nvPr>
            <p:ph idx="10" type="dt"/>
          </p:nvPr>
        </p:nvSpPr>
        <p:spPr>
          <a:xfrm>
            <a:off x="609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88" name="Google Shape;88;g2a3bd5734e9_0_132"/>
          <p:cNvSpPr txBox="1"/>
          <p:nvPr>
            <p:ph idx="11" type="ftr"/>
          </p:nvPr>
        </p:nvSpPr>
        <p:spPr>
          <a:xfrm>
            <a:off x="4165600" y="6356352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89" name="Google Shape;89;g2a3bd5734e9_0_132"/>
          <p:cNvSpPr txBox="1"/>
          <p:nvPr>
            <p:ph idx="12" type="sldNum"/>
          </p:nvPr>
        </p:nvSpPr>
        <p:spPr>
          <a:xfrm>
            <a:off x="8737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a3bd5734e9_0_136"/>
          <p:cNvSpPr txBox="1"/>
          <p:nvPr>
            <p:ph type="title"/>
          </p:nvPr>
        </p:nvSpPr>
        <p:spPr>
          <a:xfrm>
            <a:off x="609600" y="274639"/>
            <a:ext cx="109728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92" name="Google Shape;92;g2a3bd5734e9_0_136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1000" lvl="1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81000" lvl="5" marL="2743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93" name="Google Shape;93;g2a3bd5734e9_0_136"/>
          <p:cNvSpPr txBox="1"/>
          <p:nvPr>
            <p:ph idx="10" type="dt"/>
          </p:nvPr>
        </p:nvSpPr>
        <p:spPr>
          <a:xfrm>
            <a:off x="609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94" name="Google Shape;94;g2a3bd5734e9_0_136"/>
          <p:cNvSpPr txBox="1"/>
          <p:nvPr>
            <p:ph idx="11" type="ftr"/>
          </p:nvPr>
        </p:nvSpPr>
        <p:spPr>
          <a:xfrm>
            <a:off x="4165600" y="6356352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95" name="Google Shape;95;g2a3bd5734e9_0_136"/>
          <p:cNvSpPr txBox="1"/>
          <p:nvPr>
            <p:ph idx="12" type="sldNum"/>
          </p:nvPr>
        </p:nvSpPr>
        <p:spPr>
          <a:xfrm>
            <a:off x="8737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a3bd5734e9_0_142"/>
          <p:cNvSpPr txBox="1"/>
          <p:nvPr>
            <p:ph type="ctrTitle"/>
          </p:nvPr>
        </p:nvSpPr>
        <p:spPr>
          <a:xfrm>
            <a:off x="914400" y="2130428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98" name="Google Shape;98;g2a3bd5734e9_0_142"/>
          <p:cNvSpPr txBox="1"/>
          <p:nvPr>
            <p:ph idx="1" type="subTitle"/>
          </p:nvPr>
        </p:nvSpPr>
        <p:spPr>
          <a:xfrm>
            <a:off x="1828800" y="3886200"/>
            <a:ext cx="85344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lvl="0" rtl="0" algn="ctr"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rtl="0" algn="ctr"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rtl="0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rt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rt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rt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rt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rt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rt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9" name="Google Shape;99;g2a3bd5734e9_0_142"/>
          <p:cNvSpPr txBox="1"/>
          <p:nvPr>
            <p:ph idx="10" type="dt"/>
          </p:nvPr>
        </p:nvSpPr>
        <p:spPr>
          <a:xfrm>
            <a:off x="609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00" name="Google Shape;100;g2a3bd5734e9_0_142"/>
          <p:cNvSpPr txBox="1"/>
          <p:nvPr>
            <p:ph idx="11" type="ftr"/>
          </p:nvPr>
        </p:nvSpPr>
        <p:spPr>
          <a:xfrm>
            <a:off x="4165600" y="6356352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01" name="Google Shape;101;g2a3bd5734e9_0_142"/>
          <p:cNvSpPr txBox="1"/>
          <p:nvPr>
            <p:ph idx="12" type="sldNum"/>
          </p:nvPr>
        </p:nvSpPr>
        <p:spPr>
          <a:xfrm>
            <a:off x="8737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a3bd5734e9_0_148"/>
          <p:cNvSpPr txBox="1"/>
          <p:nvPr>
            <p:ph type="title"/>
          </p:nvPr>
        </p:nvSpPr>
        <p:spPr>
          <a:xfrm>
            <a:off x="963084" y="4406901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Calibri"/>
              <a:buNone/>
              <a:defRPr b="1" sz="53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04" name="Google Shape;104;g2a3bd5734e9_0_148"/>
          <p:cNvSpPr txBox="1"/>
          <p:nvPr>
            <p:ph idx="1" type="body"/>
          </p:nvPr>
        </p:nvSpPr>
        <p:spPr>
          <a:xfrm>
            <a:off x="963084" y="2906713"/>
            <a:ext cx="103632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rmAutofit/>
          </a:bodyPr>
          <a:lstStyle>
            <a:lvl1pPr indent="-228600" lvl="0" marL="457200" rtl="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1pPr>
            <a:lvl2pPr indent="-228600" lvl="1" marL="914400" rtl="0" algn="l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indent="-228600" lvl="3" marL="182880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4pPr>
            <a:lvl5pPr indent="-228600" lvl="4" marL="228600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5pPr>
            <a:lvl6pPr indent="-228600" lvl="5" marL="274320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6pPr>
            <a:lvl7pPr indent="-228600" lvl="6" marL="320040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7pPr>
            <a:lvl8pPr indent="-228600" lvl="7" marL="365760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8pPr>
            <a:lvl9pPr indent="-228600" lvl="8" marL="411480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g2a3bd5734e9_0_148"/>
          <p:cNvSpPr txBox="1"/>
          <p:nvPr>
            <p:ph idx="10" type="dt"/>
          </p:nvPr>
        </p:nvSpPr>
        <p:spPr>
          <a:xfrm>
            <a:off x="609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06" name="Google Shape;106;g2a3bd5734e9_0_148"/>
          <p:cNvSpPr txBox="1"/>
          <p:nvPr>
            <p:ph idx="11" type="ftr"/>
          </p:nvPr>
        </p:nvSpPr>
        <p:spPr>
          <a:xfrm>
            <a:off x="4165600" y="6356352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07" name="Google Shape;107;g2a3bd5734e9_0_148"/>
          <p:cNvSpPr txBox="1"/>
          <p:nvPr>
            <p:ph idx="12" type="sldNum"/>
          </p:nvPr>
        </p:nvSpPr>
        <p:spPr>
          <a:xfrm>
            <a:off x="8737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3bd5734e9_0_154"/>
          <p:cNvSpPr txBox="1"/>
          <p:nvPr>
            <p:ph type="title"/>
          </p:nvPr>
        </p:nvSpPr>
        <p:spPr>
          <a:xfrm>
            <a:off x="609600" y="274639"/>
            <a:ext cx="109728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10" name="Google Shape;110;g2a3bd5734e9_0_154"/>
          <p:cNvSpPr txBox="1"/>
          <p:nvPr>
            <p:ph idx="1" type="body"/>
          </p:nvPr>
        </p:nvSpPr>
        <p:spPr>
          <a:xfrm>
            <a:off x="609600" y="1600201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indent="-463550" lvl="0" marL="45720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111" name="Google Shape;111;g2a3bd5734e9_0_154"/>
          <p:cNvSpPr txBox="1"/>
          <p:nvPr>
            <p:ph idx="2" type="body"/>
          </p:nvPr>
        </p:nvSpPr>
        <p:spPr>
          <a:xfrm>
            <a:off x="6197600" y="1600201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indent="-463550" lvl="0" marL="45720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112" name="Google Shape;112;g2a3bd5734e9_0_154"/>
          <p:cNvSpPr txBox="1"/>
          <p:nvPr>
            <p:ph idx="10" type="dt"/>
          </p:nvPr>
        </p:nvSpPr>
        <p:spPr>
          <a:xfrm>
            <a:off x="609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13" name="Google Shape;113;g2a3bd5734e9_0_154"/>
          <p:cNvSpPr txBox="1"/>
          <p:nvPr>
            <p:ph idx="11" type="ftr"/>
          </p:nvPr>
        </p:nvSpPr>
        <p:spPr>
          <a:xfrm>
            <a:off x="4165600" y="6356352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14" name="Google Shape;114;g2a3bd5734e9_0_154"/>
          <p:cNvSpPr txBox="1"/>
          <p:nvPr>
            <p:ph idx="12" type="sldNum"/>
          </p:nvPr>
        </p:nvSpPr>
        <p:spPr>
          <a:xfrm>
            <a:off x="8737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a3bd5734e9_0_161"/>
          <p:cNvSpPr txBox="1"/>
          <p:nvPr>
            <p:ph type="title"/>
          </p:nvPr>
        </p:nvSpPr>
        <p:spPr>
          <a:xfrm>
            <a:off x="609600" y="274639"/>
            <a:ext cx="109728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17" name="Google Shape;117;g2a3bd5734e9_0_161"/>
          <p:cNvSpPr txBox="1"/>
          <p:nvPr>
            <p:ph idx="1" type="body"/>
          </p:nvPr>
        </p:nvSpPr>
        <p:spPr>
          <a:xfrm>
            <a:off x="609600" y="1535113"/>
            <a:ext cx="53868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rmAutofit/>
          </a:bodyPr>
          <a:lstStyle>
            <a:lvl1pPr indent="-228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118" name="Google Shape;118;g2a3bd5734e9_0_161"/>
          <p:cNvSpPr txBox="1"/>
          <p:nvPr>
            <p:ph idx="2" type="body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indent="-4318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119" name="Google Shape;119;g2a3bd5734e9_0_161"/>
          <p:cNvSpPr txBox="1"/>
          <p:nvPr>
            <p:ph idx="3" type="body"/>
          </p:nvPr>
        </p:nvSpPr>
        <p:spPr>
          <a:xfrm>
            <a:off x="6193371" y="1535113"/>
            <a:ext cx="53892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rmAutofit/>
          </a:bodyPr>
          <a:lstStyle>
            <a:lvl1pPr indent="-228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120" name="Google Shape;120;g2a3bd5734e9_0_161"/>
          <p:cNvSpPr txBox="1"/>
          <p:nvPr>
            <p:ph idx="4" type="body"/>
          </p:nvPr>
        </p:nvSpPr>
        <p:spPr>
          <a:xfrm>
            <a:off x="6193371" y="2174875"/>
            <a:ext cx="53892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indent="-4318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121" name="Google Shape;121;g2a3bd5734e9_0_161"/>
          <p:cNvSpPr txBox="1"/>
          <p:nvPr>
            <p:ph idx="10" type="dt"/>
          </p:nvPr>
        </p:nvSpPr>
        <p:spPr>
          <a:xfrm>
            <a:off x="609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22" name="Google Shape;122;g2a3bd5734e9_0_161"/>
          <p:cNvSpPr txBox="1"/>
          <p:nvPr>
            <p:ph idx="11" type="ftr"/>
          </p:nvPr>
        </p:nvSpPr>
        <p:spPr>
          <a:xfrm>
            <a:off x="4165600" y="6356352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23" name="Google Shape;123;g2a3bd5734e9_0_161"/>
          <p:cNvSpPr txBox="1"/>
          <p:nvPr>
            <p:ph idx="12" type="sldNum"/>
          </p:nvPr>
        </p:nvSpPr>
        <p:spPr>
          <a:xfrm>
            <a:off x="8737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a3bd5734e9_0_170"/>
          <p:cNvSpPr txBox="1"/>
          <p:nvPr>
            <p:ph type="title"/>
          </p:nvPr>
        </p:nvSpPr>
        <p:spPr>
          <a:xfrm>
            <a:off x="609600" y="274639"/>
            <a:ext cx="109728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26" name="Google Shape;126;g2a3bd5734e9_0_170"/>
          <p:cNvSpPr txBox="1"/>
          <p:nvPr>
            <p:ph idx="10" type="dt"/>
          </p:nvPr>
        </p:nvSpPr>
        <p:spPr>
          <a:xfrm>
            <a:off x="609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27" name="Google Shape;127;g2a3bd5734e9_0_170"/>
          <p:cNvSpPr txBox="1"/>
          <p:nvPr>
            <p:ph idx="11" type="ftr"/>
          </p:nvPr>
        </p:nvSpPr>
        <p:spPr>
          <a:xfrm>
            <a:off x="4165600" y="6356352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28" name="Google Shape;128;g2a3bd5734e9_0_170"/>
          <p:cNvSpPr txBox="1"/>
          <p:nvPr>
            <p:ph idx="12" type="sldNum"/>
          </p:nvPr>
        </p:nvSpPr>
        <p:spPr>
          <a:xfrm>
            <a:off x="8737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a3bd5734e9_0_175"/>
          <p:cNvSpPr txBox="1"/>
          <p:nvPr>
            <p:ph type="title"/>
          </p:nvPr>
        </p:nvSpPr>
        <p:spPr>
          <a:xfrm>
            <a:off x="609603" y="273049"/>
            <a:ext cx="40113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31" name="Google Shape;131;g2a3bd5734e9_0_175"/>
          <p:cNvSpPr txBox="1"/>
          <p:nvPr>
            <p:ph idx="1" type="body"/>
          </p:nvPr>
        </p:nvSpPr>
        <p:spPr>
          <a:xfrm>
            <a:off x="4766733" y="273053"/>
            <a:ext cx="6815700" cy="58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indent="-50165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63550" lvl="1" marL="91440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2pPr>
            <a:lvl3pPr indent="-431800" lvl="2" marL="13716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00050" lvl="3" marL="18288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indent="-400050" lvl="4" marL="2286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indent="-400050" lvl="5" marL="2743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indent="-400050" lvl="6" marL="3200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indent="-400050" lvl="7" marL="36576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indent="-400050" lvl="8" marL="41148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/>
        </p:txBody>
      </p:sp>
      <p:sp>
        <p:nvSpPr>
          <p:cNvPr id="132" name="Google Shape;132;g2a3bd5734e9_0_175"/>
          <p:cNvSpPr txBox="1"/>
          <p:nvPr>
            <p:ph idx="2" type="body"/>
          </p:nvPr>
        </p:nvSpPr>
        <p:spPr>
          <a:xfrm>
            <a:off x="609603" y="1435104"/>
            <a:ext cx="40113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indent="-2286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3" name="Google Shape;133;g2a3bd5734e9_0_175"/>
          <p:cNvSpPr txBox="1"/>
          <p:nvPr>
            <p:ph idx="10" type="dt"/>
          </p:nvPr>
        </p:nvSpPr>
        <p:spPr>
          <a:xfrm>
            <a:off x="609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34" name="Google Shape;134;g2a3bd5734e9_0_175"/>
          <p:cNvSpPr txBox="1"/>
          <p:nvPr>
            <p:ph idx="11" type="ftr"/>
          </p:nvPr>
        </p:nvSpPr>
        <p:spPr>
          <a:xfrm>
            <a:off x="4165600" y="6356352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35" name="Google Shape;135;g2a3bd5734e9_0_175"/>
          <p:cNvSpPr txBox="1"/>
          <p:nvPr>
            <p:ph idx="12" type="sldNum"/>
          </p:nvPr>
        </p:nvSpPr>
        <p:spPr>
          <a:xfrm>
            <a:off x="8737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a3bd5734e9_0_182"/>
          <p:cNvSpPr txBox="1"/>
          <p:nvPr>
            <p:ph type="title"/>
          </p:nvPr>
        </p:nvSpPr>
        <p:spPr>
          <a:xfrm>
            <a:off x="2389717" y="4800601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38" name="Google Shape;138;g2a3bd5734e9_0_18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2a3bd5734e9_0_182"/>
          <p:cNvSpPr txBox="1"/>
          <p:nvPr>
            <p:ph idx="1" type="body"/>
          </p:nvPr>
        </p:nvSpPr>
        <p:spPr>
          <a:xfrm>
            <a:off x="2389717" y="5367340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indent="-2286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g2a3bd5734e9_0_182"/>
          <p:cNvSpPr txBox="1"/>
          <p:nvPr>
            <p:ph idx="10" type="dt"/>
          </p:nvPr>
        </p:nvSpPr>
        <p:spPr>
          <a:xfrm>
            <a:off x="609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41" name="Google Shape;141;g2a3bd5734e9_0_182"/>
          <p:cNvSpPr txBox="1"/>
          <p:nvPr>
            <p:ph idx="11" type="ftr"/>
          </p:nvPr>
        </p:nvSpPr>
        <p:spPr>
          <a:xfrm>
            <a:off x="4165600" y="6356352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42" name="Google Shape;142;g2a3bd5734e9_0_182"/>
          <p:cNvSpPr txBox="1"/>
          <p:nvPr>
            <p:ph idx="12" type="sldNum"/>
          </p:nvPr>
        </p:nvSpPr>
        <p:spPr>
          <a:xfrm>
            <a:off x="8737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a3bd5734e9_0_189"/>
          <p:cNvSpPr txBox="1"/>
          <p:nvPr>
            <p:ph type="title"/>
          </p:nvPr>
        </p:nvSpPr>
        <p:spPr>
          <a:xfrm>
            <a:off x="609600" y="274639"/>
            <a:ext cx="109728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45" name="Google Shape;145;g2a3bd5734e9_0_189"/>
          <p:cNvSpPr txBox="1"/>
          <p:nvPr>
            <p:ph idx="1" type="body"/>
          </p:nvPr>
        </p:nvSpPr>
        <p:spPr>
          <a:xfrm rot="5400000">
            <a:off x="3832950" y="-1623149"/>
            <a:ext cx="45261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1000" lvl="1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81000" lvl="5" marL="2743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146" name="Google Shape;146;g2a3bd5734e9_0_189"/>
          <p:cNvSpPr txBox="1"/>
          <p:nvPr>
            <p:ph idx="10" type="dt"/>
          </p:nvPr>
        </p:nvSpPr>
        <p:spPr>
          <a:xfrm>
            <a:off x="609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47" name="Google Shape;147;g2a3bd5734e9_0_189"/>
          <p:cNvSpPr txBox="1"/>
          <p:nvPr>
            <p:ph idx="11" type="ftr"/>
          </p:nvPr>
        </p:nvSpPr>
        <p:spPr>
          <a:xfrm>
            <a:off x="4165600" y="6356352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48" name="Google Shape;148;g2a3bd5734e9_0_189"/>
          <p:cNvSpPr txBox="1"/>
          <p:nvPr>
            <p:ph idx="12" type="sldNum"/>
          </p:nvPr>
        </p:nvSpPr>
        <p:spPr>
          <a:xfrm>
            <a:off x="8737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a3bd5734e9_0_195"/>
          <p:cNvSpPr txBox="1"/>
          <p:nvPr>
            <p:ph type="title"/>
          </p:nvPr>
        </p:nvSpPr>
        <p:spPr>
          <a:xfrm rot="5400000">
            <a:off x="7285050" y="1828790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51" name="Google Shape;151;g2a3bd5734e9_0_195"/>
          <p:cNvSpPr txBox="1"/>
          <p:nvPr>
            <p:ph idx="1" type="body"/>
          </p:nvPr>
        </p:nvSpPr>
        <p:spPr>
          <a:xfrm rot="5400000">
            <a:off x="1697000" y="-812860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1000" lvl="1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81000" lvl="2" marL="13716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81000" lvl="3" marL="18288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81000" lvl="4" marL="2286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81000" lvl="5" marL="2743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152" name="Google Shape;152;g2a3bd5734e9_0_195"/>
          <p:cNvSpPr txBox="1"/>
          <p:nvPr>
            <p:ph idx="10" type="dt"/>
          </p:nvPr>
        </p:nvSpPr>
        <p:spPr>
          <a:xfrm>
            <a:off x="609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53" name="Google Shape;153;g2a3bd5734e9_0_195"/>
          <p:cNvSpPr txBox="1"/>
          <p:nvPr>
            <p:ph idx="11" type="ftr"/>
          </p:nvPr>
        </p:nvSpPr>
        <p:spPr>
          <a:xfrm>
            <a:off x="4165600" y="6356352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54" name="Google Shape;154;g2a3bd5734e9_0_195"/>
          <p:cNvSpPr txBox="1"/>
          <p:nvPr>
            <p:ph idx="12" type="sldNum"/>
          </p:nvPr>
        </p:nvSpPr>
        <p:spPr>
          <a:xfrm>
            <a:off x="8737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a3bd5734e9_0_126"/>
          <p:cNvSpPr txBox="1"/>
          <p:nvPr>
            <p:ph type="title"/>
          </p:nvPr>
        </p:nvSpPr>
        <p:spPr>
          <a:xfrm>
            <a:off x="609600" y="274639"/>
            <a:ext cx="109728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 b="0" i="0" sz="5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9pPr>
          </a:lstStyle>
          <a:p/>
        </p:txBody>
      </p:sp>
      <p:sp>
        <p:nvSpPr>
          <p:cNvPr id="82" name="Google Shape;82;g2a3bd5734e9_0_126"/>
          <p:cNvSpPr txBox="1"/>
          <p:nvPr>
            <p:ph idx="1" type="body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indent="-501650" lvl="0" marL="4572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3550" lvl="1" marL="9144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–"/>
              <a:defRPr b="0" i="0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005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–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005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»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005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005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005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005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g2a3bd5734e9_0_126"/>
          <p:cNvSpPr txBox="1"/>
          <p:nvPr>
            <p:ph idx="10" type="dt"/>
          </p:nvPr>
        </p:nvSpPr>
        <p:spPr>
          <a:xfrm>
            <a:off x="609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2a3bd5734e9_0_126"/>
          <p:cNvSpPr txBox="1"/>
          <p:nvPr>
            <p:ph idx="11" type="ftr"/>
          </p:nvPr>
        </p:nvSpPr>
        <p:spPr>
          <a:xfrm>
            <a:off x="4165600" y="6356352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9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2a3bd5734e9_0_126"/>
          <p:cNvSpPr txBox="1"/>
          <p:nvPr>
            <p:ph idx="12" type="sldNum"/>
          </p:nvPr>
        </p:nvSpPr>
        <p:spPr>
          <a:xfrm>
            <a:off x="8737600" y="6356352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a3bd5734e9_0_102"/>
          <p:cNvSpPr txBox="1"/>
          <p:nvPr>
            <p:ph idx="1" type="body"/>
          </p:nvPr>
        </p:nvSpPr>
        <p:spPr>
          <a:xfrm>
            <a:off x="1448850" y="325950"/>
            <a:ext cx="9294300" cy="6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500"/>
              <a:buNone/>
            </a:pPr>
            <a:r>
              <a:rPr b="1" i="1" lang="es-CO" sz="55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FIDELIDAD</a:t>
            </a:r>
            <a:endParaRPr i="1"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 b="1" sz="8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Es su forma de mirar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viendo todo bien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Aún así el cubre mi pesar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Por mostrar su fidelidad.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a3bd5734e9_0_106"/>
          <p:cNvSpPr txBox="1"/>
          <p:nvPr>
            <p:ph idx="1" type="body"/>
          </p:nvPr>
        </p:nvSpPr>
        <p:spPr>
          <a:xfrm>
            <a:off x="1050600" y="620550"/>
            <a:ext cx="10090800" cy="56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Es la forma en que ÉL provee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Toda mi necesidad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Hasta su vida derramar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Por mostrar su fidelidad</a:t>
            </a: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a3bd5734e9_0_110"/>
          <p:cNvSpPr txBox="1"/>
          <p:nvPr>
            <p:ph idx="1" type="body"/>
          </p:nvPr>
        </p:nvSpPr>
        <p:spPr>
          <a:xfrm>
            <a:off x="882775" y="734450"/>
            <a:ext cx="10284300" cy="49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CO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 b="1" sz="60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t/>
            </a:r>
            <a:endParaRPr b="1" sz="8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Fidelidad, su fidelidad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Tan profunda, tan real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En mi vida y caminar, Me basta su fidelidad.</a:t>
            </a:r>
            <a:endParaRPr b="1" sz="60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a3bd5734e9_0_114"/>
          <p:cNvSpPr txBox="1"/>
          <p:nvPr>
            <p:ph idx="1" type="body"/>
          </p:nvPr>
        </p:nvSpPr>
        <p:spPr>
          <a:xfrm>
            <a:off x="1006650" y="897150"/>
            <a:ext cx="10178700" cy="50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Es su forma de cuidar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Cada paso en mi andar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No importando a donde llegará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Por mostrar su fidelidad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a3bd5734e9_0_118"/>
          <p:cNvSpPr txBox="1"/>
          <p:nvPr>
            <p:ph idx="1" type="body"/>
          </p:nvPr>
        </p:nvSpPr>
        <p:spPr>
          <a:xfrm>
            <a:off x="1107600" y="832175"/>
            <a:ext cx="9976800" cy="5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CO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 b="1" sz="60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t/>
            </a:r>
            <a:endParaRPr b="1" sz="8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Fidelidad, su fidelidad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Tan profunda, tan real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En mi vida y caminar, Me basta su fidelidad.</a:t>
            </a:r>
            <a:endParaRPr b="1" sz="60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a3bd5734e9_0_122"/>
          <p:cNvSpPr txBox="1"/>
          <p:nvPr>
            <p:ph idx="1" type="body"/>
          </p:nvPr>
        </p:nvSpPr>
        <p:spPr>
          <a:xfrm>
            <a:off x="1107600" y="832175"/>
            <a:ext cx="9976800" cy="5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CO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 b="1" sz="60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t/>
            </a:r>
            <a:endParaRPr b="1" sz="8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Fidelidad, su fidelidad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Tan profunda, tan real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latin typeface="Arial Black"/>
                <a:ea typeface="Arial Black"/>
                <a:cs typeface="Arial Black"/>
                <a:sym typeface="Arial Black"/>
              </a:rPr>
              <a:t>En mi vida y caminar, Me basta su fidelidad.</a:t>
            </a:r>
            <a:endParaRPr b="1" sz="60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2017-11-07T01:21:49Z</dcterms:created>
  <dc:creator>jhonnier leon</dc:creator>
</cp:coreProperties>
</file>
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86" autoAdjust="0"/>
    <p:restoredTop sz="94707" autoAdjust="0"/>
  </p:normalViewPr>
  <p:slideViewPr>
    <p:cSldViewPr>
      <p:cViewPr varScale="1">
        <p:scale>
          <a:sx n="67" d="100"/>
          <a:sy n="67" d="100"/>
        </p:scale>
        <p:origin x="1482" y="19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F3AFAF-7345-4179-A8CE-99E0DCCFC247}" type="datetimeFigureOut">
              <a:rPr lang="es-ES" smtClean="0"/>
              <a:pPr/>
              <a:t>02/03/2017</a:t>
            </a:fld>
            <a:endParaRPr lang="es-ES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B63FF5-B98C-4438-A72E-BF4A2361D60D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5231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78276-3183-46D7-8823-2655A065960B}" type="datetimeFigureOut">
              <a:rPr lang="es-ES" smtClean="0"/>
              <a:pPr/>
              <a:t>02/03/2017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4DFD0-348C-49C0-A7F9-B35AF1103049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78276-3183-46D7-8823-2655A065960B}" type="datetimeFigureOut">
              <a:rPr lang="es-ES" smtClean="0"/>
              <a:pPr/>
              <a:t>02/03/2017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4DFD0-348C-49C0-A7F9-B35AF1103049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78276-3183-46D7-8823-2655A065960B}" type="datetimeFigureOut">
              <a:rPr lang="es-ES" smtClean="0"/>
              <a:pPr/>
              <a:t>02/03/2017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4DFD0-348C-49C0-A7F9-B35AF1103049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78276-3183-46D7-8823-2655A065960B}" type="datetimeFigureOut">
              <a:rPr lang="es-ES" smtClean="0"/>
              <a:pPr/>
              <a:t>02/03/2017</a:t>
            </a:fld>
            <a:endParaRPr lang="es-ES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4DFD0-348C-49C0-A7F9-B35AF1103049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78276-3183-46D7-8823-2655A065960B}" type="datetimeFigureOut">
              <a:rPr lang="es-ES" smtClean="0"/>
              <a:pPr/>
              <a:t>02/03/2017</a:t>
            </a:fld>
            <a:endParaRPr lang="es-ES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4DFD0-348C-49C0-A7F9-B35AF1103049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78276-3183-46D7-8823-2655A065960B}" type="datetimeFigureOut">
              <a:rPr lang="es-ES" smtClean="0"/>
              <a:pPr/>
              <a:t>02/03/2017</a:t>
            </a:fld>
            <a:endParaRPr lang="es-ES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4DFD0-348C-49C0-A7F9-B35AF1103049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78276-3183-46D7-8823-2655A065960B}" type="datetimeFigureOut">
              <a:rPr lang="es-ES" smtClean="0"/>
              <a:pPr/>
              <a:t>02/03/2017</a:t>
            </a:fld>
            <a:endParaRPr lang="es-ES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4DFD0-348C-49C0-A7F9-B35AF1103049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78276-3183-46D7-8823-2655A065960B}" type="datetimeFigureOut">
              <a:rPr lang="es-ES" smtClean="0"/>
              <a:pPr/>
              <a:t>02/03/2017</a:t>
            </a:fld>
            <a:endParaRPr lang="es-ES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4DFD0-348C-49C0-A7F9-B35AF1103049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78276-3183-46D7-8823-2655A065960B}" type="datetimeFigureOut">
              <a:rPr lang="es-ES" smtClean="0"/>
              <a:pPr/>
              <a:t>02/03/2017</a:t>
            </a:fld>
            <a:endParaRPr lang="es-ES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4DFD0-348C-49C0-A7F9-B35AF1103049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78276-3183-46D7-8823-2655A065960B}" type="datetimeFigureOut">
              <a:rPr lang="es-ES" smtClean="0"/>
              <a:pPr/>
              <a:t>02/03/2017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4DFD0-348C-49C0-A7F9-B35AF1103049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78276-3183-46D7-8823-2655A065960B}" type="datetimeFigureOut">
              <a:rPr lang="es-ES" smtClean="0"/>
              <a:pPr/>
              <a:t>02/03/2017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4DFD0-348C-49C0-A7F9-B35AF1103049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C78276-3183-46D7-8823-2655A065960B}" type="datetimeFigureOut">
              <a:rPr lang="es-ES" smtClean="0"/>
              <a:pPr/>
              <a:t>02/03/2017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74DFD0-348C-49C0-A7F9-B35AF1103049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0" y="0"/>
            <a:ext cx="9144000" cy="7879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i="1" dirty="0" smtClean="0">
                <a:ln w="25400">
                  <a:noFill/>
                </a:ln>
                <a:solidFill>
                  <a:srgbClr val="FF0000"/>
                </a:solidFill>
                <a:latin typeface="Arial Black" pitchFamily="34" charset="0"/>
              </a:rPr>
              <a:t> </a:t>
            </a:r>
            <a:r>
              <a:rPr lang="es-ES" sz="4000" b="1" i="1" dirty="0" smtClean="0">
                <a:ln w="19050">
                  <a:noFill/>
                </a:ln>
                <a:solidFill>
                  <a:srgbClr val="FF0000"/>
                </a:solidFill>
                <a:latin typeface="Arial Black" pitchFamily="34" charset="0"/>
              </a:rPr>
              <a:t>14 LA GRANDEZA DE DIOS</a:t>
            </a:r>
            <a:endParaRPr lang="es-ES" sz="4000" i="1" dirty="0" smtClean="0">
              <a:ln w="19050">
                <a:noFill/>
              </a:ln>
              <a:solidFill>
                <a:srgbClr val="FF0000"/>
              </a:solidFill>
              <a:latin typeface="Arial Black" pitchFamily="34" charset="0"/>
            </a:endParaRPr>
          </a:p>
          <a:p>
            <a:pPr algn="ctr"/>
            <a:r>
              <a:rPr lang="es-ES" sz="3600" dirty="0">
                <a:ln w="19050">
                  <a:noFill/>
                </a:ln>
                <a:latin typeface="Arial Black" pitchFamily="34" charset="0"/>
              </a:rPr>
              <a:t> </a:t>
            </a:r>
          </a:p>
          <a:p>
            <a:pPr algn="ctr"/>
            <a:r>
              <a:rPr lang="es-ES" sz="6800" dirty="0">
                <a:ln w="19050">
                  <a:noFill/>
                </a:ln>
                <a:latin typeface="Arial Black" pitchFamily="34" charset="0"/>
              </a:rPr>
              <a:t>¡Bendito seas tú... nuestro Padre desde la eternidad y hasta la eternidad!</a:t>
            </a:r>
          </a:p>
          <a:p>
            <a:pPr algn="ctr"/>
            <a:r>
              <a:rPr lang="es-ES" sz="3600" dirty="0">
                <a:ln w="19050">
                  <a:noFill/>
                </a:ln>
                <a:latin typeface="Arial Black" pitchFamily="34" charset="0"/>
              </a:rPr>
              <a:t> </a:t>
            </a:r>
          </a:p>
          <a:p>
            <a:pPr algn="ctr"/>
            <a:r>
              <a:rPr lang="es-ES" sz="3600" dirty="0">
                <a:ln w="19050">
                  <a:noFill/>
                </a:ln>
                <a:latin typeface="Arial Black" pitchFamily="34" charset="0"/>
              </a:rPr>
              <a:t> </a:t>
            </a:r>
          </a:p>
          <a:p>
            <a:endParaRPr lang="es-ES" dirty="0">
              <a:ln w="19050">
                <a:solidFill>
                  <a:schemeClr val="tx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78454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0" y="0"/>
            <a:ext cx="9144000" cy="80637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700" b="1" dirty="0" smtClean="0">
                <a:ln w="19050">
                  <a:noFill/>
                </a:ln>
                <a:latin typeface="Arial Black" pitchFamily="34" charset="0"/>
              </a:rPr>
              <a:t>Tuyos </a:t>
            </a:r>
            <a:r>
              <a:rPr lang="es-ES" sz="5700" b="1" dirty="0">
                <a:ln w="19050">
                  <a:noFill/>
                </a:ln>
                <a:latin typeface="Arial Black" pitchFamily="34" charset="0"/>
              </a:rPr>
              <a:t>son, oh Señor, la grandeza, el poder, la gloria, el esplendor y la majestad; porque tuyas son todas las cosas que están en los cielos y en la tierra.</a:t>
            </a:r>
            <a:endParaRPr lang="es-ES" sz="5700" dirty="0">
              <a:ln w="19050">
                <a:noFill/>
              </a:ln>
              <a:latin typeface="Arial Black" pitchFamily="34" charset="0"/>
            </a:endParaRPr>
          </a:p>
          <a:p>
            <a:pPr algn="ctr"/>
            <a:r>
              <a:rPr lang="es-ES" sz="3600" dirty="0">
                <a:ln w="19050">
                  <a:noFill/>
                </a:ln>
                <a:latin typeface="Arial Black" pitchFamily="34" charset="0"/>
              </a:rPr>
              <a:t> </a:t>
            </a:r>
          </a:p>
          <a:p>
            <a:endParaRPr lang="es-ES" dirty="0">
              <a:ln w="19050">
                <a:solidFill>
                  <a:schemeClr val="tx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387991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0" y="285728"/>
            <a:ext cx="9144000" cy="7868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7800" dirty="0" smtClean="0">
                <a:ln w="19050">
                  <a:noFill/>
                </a:ln>
                <a:latin typeface="Arial Black" pitchFamily="34" charset="0"/>
              </a:rPr>
              <a:t>Tuyo es el reino, oh Señor, y tú te enalteces como cabeza sobre todo.</a:t>
            </a:r>
          </a:p>
          <a:p>
            <a:pPr algn="ctr"/>
            <a:r>
              <a:rPr lang="es-ES" sz="4400" b="1" dirty="0" smtClean="0">
                <a:ln w="19050">
                  <a:noFill/>
                </a:ln>
                <a:latin typeface="Arial Black" pitchFamily="34" charset="0"/>
              </a:rPr>
              <a:t> </a:t>
            </a:r>
            <a:endParaRPr lang="es-ES" sz="4400" dirty="0" smtClean="0">
              <a:ln w="19050">
                <a:noFill/>
              </a:ln>
              <a:latin typeface="Arial Black" pitchFamily="34" charset="0"/>
            </a:endParaRPr>
          </a:p>
          <a:p>
            <a:r>
              <a:rPr lang="es-ES" sz="4400" b="1" dirty="0" smtClean="0">
                <a:ln w="19050">
                  <a:solidFill>
                    <a:schemeClr val="tx1"/>
                  </a:solidFill>
                </a:ln>
              </a:rPr>
              <a:t> </a:t>
            </a:r>
            <a:endParaRPr lang="es-ES" dirty="0" smtClean="0">
              <a:ln w="19050">
                <a:solidFill>
                  <a:schemeClr val="tx1"/>
                </a:solidFill>
              </a:ln>
            </a:endParaRP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77788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0" y="0"/>
            <a:ext cx="9144000" cy="80637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7600" b="1" dirty="0" smtClean="0">
                <a:ln w="19050">
                  <a:noFill/>
                </a:ln>
                <a:latin typeface="Arial Black" pitchFamily="34" charset="0"/>
              </a:rPr>
              <a:t> Y ahora, oh Dios nuestro, nosotros te damos gracias y alabamos tu glorioso nombre.</a:t>
            </a:r>
            <a:endParaRPr lang="es-ES" sz="7600" dirty="0" smtClean="0">
              <a:ln w="19050">
                <a:noFill/>
              </a:ln>
              <a:latin typeface="Arial Black" pitchFamily="34" charset="0"/>
            </a:endParaRPr>
          </a:p>
          <a:p>
            <a:r>
              <a:rPr lang="es-ES" sz="4400" b="1" dirty="0" smtClean="0">
                <a:ln w="19050">
                  <a:solidFill>
                    <a:schemeClr val="tx1"/>
                  </a:solidFill>
                </a:ln>
              </a:rPr>
              <a:t> </a:t>
            </a:r>
            <a:endParaRPr lang="es-ES" dirty="0" smtClean="0">
              <a:ln w="19050">
                <a:solidFill>
                  <a:schemeClr val="tx1"/>
                </a:solidFill>
              </a:ln>
            </a:endParaRP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828288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0" y="0"/>
            <a:ext cx="9144000" cy="8463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7000" dirty="0" smtClean="0">
                <a:ln w="19050">
                  <a:noFill/>
                </a:ln>
                <a:latin typeface="Arial Black" pitchFamily="34" charset="0"/>
              </a:rPr>
              <a:t>Señor nuestro, ¡cuán grande es tu nombre en toda la tierra! Has puesto tu gloria sobre los cielos.</a:t>
            </a:r>
          </a:p>
          <a:p>
            <a:pPr algn="ctr"/>
            <a:r>
              <a:rPr lang="es-ES" sz="4000" dirty="0" smtClean="0">
                <a:ln w="19050">
                  <a:noFill/>
                </a:ln>
                <a:latin typeface="Arial Black" pitchFamily="34" charset="0"/>
              </a:rPr>
              <a:t> </a:t>
            </a:r>
          </a:p>
          <a:p>
            <a:pPr algn="ctr"/>
            <a:endParaRPr lang="es-ES" sz="4000" dirty="0" smtClean="0">
              <a:ln w="19050">
                <a:noFill/>
              </a:ln>
              <a:latin typeface="Arial Black" pitchFamily="34" charset="0"/>
            </a:endParaRPr>
          </a:p>
          <a:p>
            <a:pPr algn="ctr"/>
            <a:r>
              <a:rPr lang="es-ES" sz="2600" b="1" dirty="0" smtClean="0">
                <a:ln w="1905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Black" pitchFamily="34" charset="0"/>
              </a:rPr>
              <a:t> </a:t>
            </a:r>
            <a:endParaRPr lang="es-ES" sz="2600" dirty="0" smtClean="0">
              <a:ln w="19050">
                <a:solidFill>
                  <a:schemeClr val="tx1"/>
                </a:solidFill>
              </a:ln>
              <a:solidFill>
                <a:schemeClr val="bg1"/>
              </a:solidFill>
              <a:latin typeface="Arial Black" pitchFamily="34" charset="0"/>
            </a:endParaRPr>
          </a:p>
          <a:p>
            <a:endParaRPr lang="es-ES" dirty="0">
              <a:ln w="19050">
                <a:solidFill>
                  <a:schemeClr val="tx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073552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0" y="0"/>
            <a:ext cx="9144000" cy="741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400" dirty="0" smtClean="0">
                <a:ln w="19050">
                  <a:noFill/>
                </a:ln>
                <a:latin typeface="Arial Black" pitchFamily="34" charset="0"/>
              </a:rPr>
              <a:t>De la boca de los pequeños y de los que todavía maman has establecido la alabanza frente a tus adversarios, para hacer </a:t>
            </a:r>
          </a:p>
          <a:p>
            <a:pPr algn="ctr"/>
            <a:r>
              <a:rPr lang="es-ES" sz="5400" dirty="0" smtClean="0">
                <a:ln w="19050">
                  <a:noFill/>
                </a:ln>
                <a:latin typeface="Arial Black" pitchFamily="34" charset="0"/>
              </a:rPr>
              <a:t>callar al enemigo y al vengativo.</a:t>
            </a:r>
          </a:p>
          <a:p>
            <a:pPr algn="ctr"/>
            <a:r>
              <a:rPr lang="es-ES" sz="2600" b="1" dirty="0" smtClean="0">
                <a:ln w="1905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Black" pitchFamily="34" charset="0"/>
              </a:rPr>
              <a:t> </a:t>
            </a:r>
            <a:endParaRPr lang="es-ES" sz="2600" dirty="0" smtClean="0">
              <a:ln w="19050">
                <a:solidFill>
                  <a:schemeClr val="tx1"/>
                </a:solidFill>
              </a:ln>
              <a:solidFill>
                <a:schemeClr val="bg1"/>
              </a:solidFill>
              <a:latin typeface="Arial Black" pitchFamily="34" charset="0"/>
            </a:endParaRPr>
          </a:p>
          <a:p>
            <a:endParaRPr lang="es-ES" dirty="0">
              <a:ln w="19050">
                <a:solidFill>
                  <a:schemeClr val="tx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273846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0" y="0"/>
            <a:ext cx="9001156" cy="7325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800" dirty="0" smtClean="0">
                <a:ln w="19050">
                  <a:noFill/>
                </a:ln>
                <a:latin typeface="Arial Black" pitchFamily="34" charset="0"/>
              </a:rPr>
              <a:t>Cuando contemplo tus cielos, obra de tus dedos, la luna y las estrellas que tú has formado,</a:t>
            </a:r>
          </a:p>
          <a:p>
            <a:pPr algn="ctr"/>
            <a:r>
              <a:rPr lang="es-ES" sz="4400" b="1" dirty="0" smtClean="0">
                <a:ln w="19050">
                  <a:noFill/>
                </a:ln>
                <a:latin typeface="Arial Black" pitchFamily="34" charset="0"/>
              </a:rPr>
              <a:t> </a:t>
            </a:r>
            <a:endParaRPr lang="es-ES" sz="4400" dirty="0" smtClean="0">
              <a:ln w="19050">
                <a:noFill/>
              </a:ln>
              <a:latin typeface="Arial Black" pitchFamily="34" charset="0"/>
            </a:endParaRP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53131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0" y="0"/>
            <a:ext cx="9001156" cy="6647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800" b="1" dirty="0" smtClean="0">
                <a:ln w="19050">
                  <a:noFill/>
                </a:ln>
                <a:latin typeface="Arial Black" pitchFamily="34" charset="0"/>
              </a:rPr>
              <a:t>Digo: ¡Qué es el hombre, para que de él te acuerdes; y el hijo de hombre, para que lo visites?</a:t>
            </a:r>
            <a:endParaRPr lang="es-ES" sz="6800" dirty="0" smtClean="0">
              <a:ln w="19050">
                <a:noFill/>
              </a:ln>
              <a:latin typeface="Arial Black" pitchFamily="34" charset="0"/>
            </a:endParaRP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65319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1175</TotalTime>
  <Words>152</Words>
  <Application>Microsoft Office PowerPoint</Application>
  <PresentationFormat>Presentación en pantalla (4:3)</PresentationFormat>
  <Paragraphs>22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Arial Black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jesus</dc:creator>
  <cp:lastModifiedBy>Kadiesa</cp:lastModifiedBy>
  <cp:revision>41</cp:revision>
  <dcterms:created xsi:type="dcterms:W3CDTF">2007-10-19T19:27:24Z</dcterms:created>
  <dcterms:modified xsi:type="dcterms:W3CDTF">2017-03-02T16:47:40Z</dcterms:modified>
</cp:coreProperties>
</file>
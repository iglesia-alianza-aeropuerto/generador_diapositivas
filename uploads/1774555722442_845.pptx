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96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10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68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10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81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77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32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56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80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78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534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892971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25 DE JEHOVÁ CANTARÉ</a:t>
            </a:r>
            <a:endParaRPr lang="es-ES" sz="4400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ES" sz="48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ES" sz="4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De Jehová cantaré yo las misericordias,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cantaré, cantaré.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4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02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8929718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Jehová cantaré yo las misericordias,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grandes misericordias cantaré.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mi boca anunciar.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gran verdad y fidelidad;</a:t>
            </a:r>
            <a:endParaRPr lang="es-ES" sz="5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es-ES" sz="5800" b="1" dirty="0">
                <a:solidFill>
                  <a:prstClr val="white"/>
                </a:solidFill>
              </a:rPr>
              <a:t> </a:t>
            </a:r>
            <a:endParaRPr lang="es-ES" sz="5800" dirty="0">
              <a:solidFill>
                <a:prstClr val="white"/>
              </a:solidFill>
            </a:endParaRPr>
          </a:p>
          <a:p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36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mi boca anunciar.</a:t>
            </a:r>
            <a:endParaRPr lang="es-ES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gran verdad por todos los siglos.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Jehová cantaré yo las misericordias,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cantaré, cantaré</a:t>
            </a:r>
            <a:endParaRPr lang="es-CO" sz="32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3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Jehová cantaré yo las misericordias,</a:t>
            </a:r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grandes misericordias cantaré.</a:t>
            </a:r>
            <a:endParaRPr lang="es-ES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9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Con tu pueblo celebraré tus maravillas,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cantaré, cantaré.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tu pueblo celebraré tus maravillas,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6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93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sí, de tus maravillas cantaré.</a:t>
            </a:r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verdad proclamaré,</a:t>
            </a:r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eres Dios poderoso y fiel;</a:t>
            </a:r>
            <a:endParaRPr lang="es-ES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3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539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verdad proclamaré,</a:t>
            </a:r>
            <a:endParaRPr lang="es-ES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eres nuestro Rey y escudo.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tu pueblo celebraré tus maravillas,</a:t>
            </a:r>
            <a:endParaRPr lang="es-ES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cantaré, cantaré. </a:t>
            </a:r>
            <a:endParaRPr lang="es-ES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42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357166"/>
            <a:ext cx="914400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tu pueblo celebraré tus maravillas,</a:t>
            </a:r>
            <a:r>
              <a:rPr lang="es-ES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sí, de tus maravillas cantaré.</a:t>
            </a:r>
            <a:endParaRPr lang="es-ES" sz="7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42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98699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Panorámica</PresentationFormat>
  <Paragraphs>14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2017-03-02T17:01:03Z</dcterms:created>
  <dcterms:modified xsi:type="dcterms:W3CDTF">2017-03-02T17:01:07Z</dcterms:modified>
</cp:coreProperties>
</file>
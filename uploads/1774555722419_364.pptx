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gYjgtOcLjl9b8PBg+e8lDTzEmk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12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1524000" y="36020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3" type="body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2"/>
          <p:cNvSpPr txBox="1"/>
          <p:nvPr>
            <p:ph idx="4" type="body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5183188" y="987426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5"/>
          <p:cNvSpPr txBox="1"/>
          <p:nvPr>
            <p:ph idx="2" type="body"/>
          </p:nvPr>
        </p:nvSpPr>
        <p:spPr>
          <a:xfrm>
            <a:off x="839788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33" name="Google Shape;133;p2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/>
          <p:nvPr>
            <p:ph idx="2" type="pic"/>
          </p:nvPr>
        </p:nvSpPr>
        <p:spPr>
          <a:xfrm>
            <a:off x="5183188" y="987426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839788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0" name="Google Shape;140;p2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 rot="5400000">
            <a:off x="7133401" y="1956626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-38101" y="471051"/>
            <a:ext cx="12191999" cy="5478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5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21 TE ALABARÉ,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914354" lvl="0" marL="91435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mi corazón,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mi corazón,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alabaré, Señor. 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/>
          <p:nvPr/>
        </p:nvSpPr>
        <p:spPr>
          <a:xfrm>
            <a:off x="1204632" y="671692"/>
            <a:ext cx="9937379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Contaré, todas tus maravillas,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todas tus maravillas;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alabaré, Señor//.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1560512" y="1153195"/>
            <a:ext cx="9144000" cy="419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0" i="0" lang="es-ES" sz="5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. </a:t>
            </a: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alegraré en ti y me regocijaré,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y me regocijaré, Te alabaré, Señor. </a:t>
            </a:r>
            <a:endParaRPr b="0" i="0" sz="6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830331" y="991369"/>
            <a:ext cx="10354236" cy="5221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Cantaré a tu nombre, oh, Altísimo;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oh, Altísimo,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alabaré, Señor//.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2017-03-02T16:57:16Z</dcterms:created>
  <dc:creator>Kadiesa</dc:creator>
</cp:coreProperties>
</file>
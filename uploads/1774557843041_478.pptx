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259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7641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121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97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827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2641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420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33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772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398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277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117C3-824E-48E0-A7C9-3C1AD5BF95CE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11BCA-C8F6-460B-AF15-B55CDA3FA572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028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0"/>
            <a:ext cx="9143999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305 VEN A LOS PIES DE JESÚS</a:t>
            </a:r>
            <a:endParaRPr lang="es-CO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ES" sz="3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Ven a los pies de Jesús; Ven, no desprecies su 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cruz.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Ven 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la senda de luz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ES" sz="72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06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1"/>
            <a:ext cx="9143999" cy="8186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//Por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 senda de luz que es tan sólo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Jesús,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quien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tomando su cruz, te brindó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salvación;</a:t>
            </a:r>
            <a:r>
              <a:rPr lang="es-CO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Mira 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al Monte de Sion</a:t>
            </a:r>
            <a:r>
              <a:rPr lang="es-ES" sz="65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.//</a:t>
            </a:r>
            <a:endParaRPr lang="es-CO" sz="65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2800" b="1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062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214291"/>
            <a:ext cx="9143999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</a:t>
            </a:r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 Oye la voz del Señor; Mira su inmenso </a:t>
            </a:r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dolor.</a:t>
            </a:r>
            <a:r>
              <a:rPr lang="es-CO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Piensa </a:t>
            </a:r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que Dios es amor</a:t>
            </a:r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,</a:t>
            </a:r>
            <a:r>
              <a:rPr lang="es-CO" sz="6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//En </a:t>
            </a:r>
            <a:r>
              <a:rPr lang="es-ES" sz="6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que Dios es amor; </a:t>
            </a:r>
            <a:endParaRPr lang="es-CO" sz="6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20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1" y="214291"/>
            <a:ext cx="9143999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Sufrió </a:t>
            </a:r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intenso </a:t>
            </a:r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dolor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Por </a:t>
            </a:r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hacerte el favor de brindarte </a:t>
            </a:r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salud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En </a:t>
            </a:r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su gran plenitud</a:t>
            </a:r>
            <a:r>
              <a:rPr lang="es-ES" sz="72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.//</a:t>
            </a:r>
            <a:endParaRPr lang="es-CO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18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1"/>
            <a:ext cx="9144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Vuelve tus ojos a Dios; Vuelve, escucha su voz.</a:t>
            </a:r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ya no más serán dos,</a:t>
            </a:r>
            <a:r>
              <a:rPr lang="es-CO" sz="78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endParaRPr lang="es-CO" sz="7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13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//Uno solo con Dios, uno solo con Dios;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Ven y busca veloz aquel bello país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Do serás más feliz.//</a:t>
            </a:r>
            <a:endParaRPr lang="es-CO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26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4. Ábrele tu corazón a quien te ofrece perdón,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Quien con su crucifixión</a:t>
            </a:r>
            <a:r>
              <a:rPr lang="es-CO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//Consumó redención, </a:t>
            </a:r>
            <a:endParaRPr lang="es-CO" sz="6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75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142852"/>
            <a:ext cx="9144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ofreciendo el perdón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y la consolación, pues él quiso morir</a:t>
            </a:r>
            <a:r>
              <a:rPr lang="es-CO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2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para hacernos vivir.//</a:t>
            </a:r>
            <a:endParaRPr lang="es-CO" sz="72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05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Panorámica</PresentationFormat>
  <Paragraphs>11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2017-05-27T14:21:01Z</dcterms:created>
  <dcterms:modified xsi:type="dcterms:W3CDTF">2017-05-27T14:21:08Z</dcterms:modified>
</cp:coreProperties>
</file>
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19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23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42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09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3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02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29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617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03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30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18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54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274 DAME DE VIDA EL PAN</a:t>
            </a: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Dame, mi buen Señor, de vida el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pan, Como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lo hiciste un día junto al 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mar; 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751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24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alma te busca a ti, Verbo de 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Dios, Y 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tu Palabra espero oír tu voz.</a:t>
            </a:r>
          </a:p>
          <a:p>
            <a:pPr algn="ctr"/>
            <a:endParaRPr lang="es-CO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27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“El pan de vida soy”, dice el Señor; Ven, alma hambrienta hoy al Salvador.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422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“Hambre jamás tendrá quien viene a mí; Sed nunca más tendrá quien cree en mí”.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53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Bendice, oh Salvador, hoy tu 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verdad, Cual 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bendijiste ayer el fresco 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pan; </a:t>
            </a:r>
            <a:endParaRPr lang="es-CO" sz="8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3400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76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ella nos darás la 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libertad, En </a:t>
            </a:r>
            <a:r>
              <a:rPr lang="es-CO" sz="8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ella encuentro gozo y solaz.</a:t>
            </a:r>
          </a:p>
          <a:p>
            <a:pPr algn="ctr"/>
            <a:endParaRPr lang="es-CO" sz="3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3400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89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4. Con tu Espíritu toca mi ser, Y abre mis ojos tu verdad a ver.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36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Muestra tu voluntad; dame tu luz; Quiero en tu Libro verte a ti, Jesús.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68487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Panorámica</PresentationFormat>
  <Paragraphs>10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2017-05-10T22:09:29Z</dcterms:created>
  <dcterms:modified xsi:type="dcterms:W3CDTF">2017-05-10T22:09:32Z</dcterms:modified>
</cp:coreProperties>
</file>
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DU2EHqP7BJTfhTvjxl374hao9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24000" y="142852"/>
            <a:ext cx="9144000" cy="695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339 COMPRADO CON SANGRE POR CRISTO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Comprado con sangre por Cristo,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gozo al cielo yo voy; </a:t>
            </a:r>
            <a:endParaRPr b="0" i="0" sz="7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1524000" y="920621"/>
            <a:ext cx="9144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Librado por gracia infinita, ya sé que su hijo yo soy. </a:t>
            </a:r>
            <a:endParaRPr sz="8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524000" y="0"/>
            <a:ext cx="9144000" cy="845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sé, lo sé, Comprado con sangre yo soy; Lo sé, lo sé, con Cristo al cielo yo voy.</a:t>
            </a:r>
            <a:endParaRPr sz="6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/>
        </p:nvSpPr>
        <p:spPr>
          <a:xfrm>
            <a:off x="1524000" y="305068"/>
            <a:ext cx="914400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Soy libre de pena y culpa;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gozo Él me hace sentir; </a:t>
            </a:r>
            <a:r>
              <a:rPr lang="es-CO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/>
        </p:nvSpPr>
        <p:spPr>
          <a:xfrm>
            <a:off x="1155895" y="920621"/>
            <a:ext cx="9880209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llena de gracia mi alma;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Él es tan dulce vivir.</a:t>
            </a:r>
            <a:endParaRPr sz="8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1524000" y="0"/>
            <a:ext cx="9144000" cy="845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sé, lo sé, Comprado con sangre yo soy; Lo sé, lo sé, con Cristo al cielo yo voy.</a:t>
            </a:r>
            <a:endParaRPr sz="6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/>
        </p:nvSpPr>
        <p:spPr>
          <a:xfrm>
            <a:off x="1524000" y="1228397"/>
            <a:ext cx="91440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En Cristo yo siempre medito,</a:t>
            </a: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nunca le puedo olvidar.</a:t>
            </a:r>
            <a:endParaRPr sz="7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1524000" y="1228397"/>
            <a:ext cx="91440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Callar sus favores no quiero;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Voy siempre a Jesús alabar.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1524000" y="0"/>
            <a:ext cx="9144000" cy="845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sé, lo sé, Comprado con sangre yo soy; Lo sé, lo sé, con Cristo al cielo yo voy.</a:t>
            </a:r>
            <a:endParaRPr sz="6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/>
        </p:nvSpPr>
        <p:spPr>
          <a:xfrm>
            <a:off x="1524000" y="1228397"/>
            <a:ext cx="91440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4. Yo sé que me espera corona,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cual a los fieles dará</a:t>
            </a:r>
            <a:endParaRPr sz="7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/>
        </p:nvSpPr>
        <p:spPr>
          <a:xfrm>
            <a:off x="1111347" y="1228397"/>
            <a:ext cx="9969305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Jesús Salvador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cielo;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alma con Él estará.</a:t>
            </a:r>
            <a:endParaRPr sz="7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/>
        </p:nvSpPr>
        <p:spPr>
          <a:xfrm>
            <a:off x="1524000" y="0"/>
            <a:ext cx="9144000" cy="845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sé, lo sé, Comprado con sangre yo soy; Lo sé, lo sé, con Cristo al cielo yo voy.</a:t>
            </a:r>
            <a:endParaRPr sz="6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2017-05-27T15:40:50Z</dcterms:created>
  <dc:creator>Kadiesa</dc:creator>
</cp:coreProperties>
</file>
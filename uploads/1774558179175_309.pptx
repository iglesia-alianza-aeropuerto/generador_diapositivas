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  <p:sldId id="304" r:id="rId3"/>
    <p:sldId id="305" r:id="rId4"/>
    <p:sldId id="306" r:id="rId5"/>
    <p:sldId id="307" r:id="rId6"/>
    <p:sldId id="308" r:id="rId7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3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17/06/2023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37039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17/06/2023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94605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5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1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6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77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2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88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3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17/06/2023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84369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17/06/2023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1905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17/06/2023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3263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17/06/2023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60869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17/06/2023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70054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3" y="1435104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17/06/2023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32536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55" indent="0">
              <a:buNone/>
              <a:defRPr sz="3733"/>
            </a:lvl2pPr>
            <a:lvl3pPr marL="1219110" indent="0">
              <a:buNone/>
              <a:defRPr sz="3200"/>
            </a:lvl3pPr>
            <a:lvl4pPr marL="1828664" indent="0">
              <a:buNone/>
              <a:defRPr sz="2667"/>
            </a:lvl4pPr>
            <a:lvl5pPr marL="2438218" indent="0">
              <a:buNone/>
              <a:defRPr sz="2667"/>
            </a:lvl5pPr>
            <a:lvl6pPr marL="3047772" indent="0">
              <a:buNone/>
              <a:defRPr sz="2667"/>
            </a:lvl6pPr>
            <a:lvl7pPr marL="3657327" indent="0">
              <a:buNone/>
              <a:defRPr sz="2667"/>
            </a:lvl7pPr>
            <a:lvl8pPr marL="4266880" indent="0">
              <a:buNone/>
              <a:defRPr sz="2667"/>
            </a:lvl8pPr>
            <a:lvl9pPr marL="4876435" indent="0">
              <a:buNone/>
              <a:defRPr sz="2667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17/06/2023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09609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17/06/2023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65069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17/06/2023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41493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847CFC-816F-41D0-AAC0-9BF4FEBC753E}" type="datetimeFigureOut">
              <a:rPr lang="es-ES" smtClean="0"/>
              <a:t>17/06/2023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1409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1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67" indent="-457167" algn="l" defTabSz="121911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26" indent="-380972" algn="l" defTabSz="121911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887" indent="-304776" algn="l" defTabSz="121911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440" indent="-304776" algn="l" defTabSz="121911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2994" indent="-304776" algn="l" defTabSz="121911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548" indent="-304776" algn="l" defTabSz="121911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121911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121911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121911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/>
          <p:cNvSpPr txBox="1">
            <a:spLocks/>
          </p:cNvSpPr>
          <p:nvPr/>
        </p:nvSpPr>
        <p:spPr>
          <a:xfrm>
            <a:off x="489763" y="3"/>
            <a:ext cx="11212476" cy="767827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 defTabSz="457178">
              <a:defRPr/>
            </a:pPr>
            <a:r>
              <a:rPr lang="es-VE" sz="6000" dirty="0">
                <a:ln w="19050">
                  <a:noFill/>
                </a:ln>
                <a:solidFill>
                  <a:srgbClr val="FF0000"/>
                </a:solidFill>
                <a:latin typeface="Arial Black" pitchFamily="34" charset="0"/>
              </a:rPr>
              <a:t>GRACIAS</a:t>
            </a:r>
            <a:r>
              <a:rPr lang="es-VE" sz="6600" dirty="0">
                <a:ln w="19050">
                  <a:noFill/>
                </a:ln>
                <a:solidFill>
                  <a:srgbClr val="FF0000"/>
                </a:solidFill>
                <a:latin typeface="Arial Black" pitchFamily="34" charset="0"/>
              </a:rPr>
              <a:t> </a:t>
            </a:r>
            <a:br>
              <a:rPr lang="es-VE" b="1" dirty="0">
                <a:solidFill>
                  <a:prstClr val="black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Palatino Linotype" panose="02040502050505030304" pitchFamily="18" charset="0"/>
              </a:rPr>
            </a:br>
            <a:r>
              <a:rPr lang="es-VE" sz="6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1. M</a:t>
            </a:r>
            <a:r>
              <a:rPr lang="es-VE" sz="6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 has tomado en tus brazos  y me has dado salvación, </a:t>
            </a:r>
            <a:br>
              <a:rPr lang="es-VE" sz="6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</a:br>
            <a:r>
              <a:rPr lang="es-VE" sz="6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De tu amor has derramado en mi corazón. </a:t>
            </a:r>
            <a:br>
              <a:rPr lang="es-VE" sz="6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</a:br>
            <a:br>
              <a:rPr lang="es-VE" sz="4000" dirty="0">
                <a:solidFill>
                  <a:srgbClr val="000000"/>
                </a:solidFill>
                <a:latin typeface="arial" panose="020B0604020202020204" pitchFamily="34" charset="0"/>
              </a:rPr>
            </a:br>
            <a:br>
              <a:rPr lang="es-VE" sz="2000" dirty="0">
                <a:solidFill>
                  <a:srgbClr val="000000"/>
                </a:solidFill>
                <a:latin typeface="arial" panose="020B0604020202020204" pitchFamily="34" charset="0"/>
              </a:rPr>
            </a:br>
            <a:endParaRPr lang="es-VE" sz="2000" dirty="0">
              <a:solidFill>
                <a:srgbClr val="5FCBEF"/>
              </a:solidFill>
              <a:latin typeface="Trebuchet MS" panose="020B0603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77140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4632" y="2766220"/>
            <a:ext cx="10982739" cy="1325563"/>
          </a:xfrm>
        </p:spPr>
        <p:txBody>
          <a:bodyPr>
            <a:noAutofit/>
          </a:bodyPr>
          <a:lstStyle/>
          <a:p>
            <a:pPr algn="ctr"/>
            <a:r>
              <a:rPr lang="es-VE" sz="6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ea typeface="+mn-ea"/>
                <a:cs typeface="+mn-cs"/>
              </a:rPr>
              <a:t>No sabré agradecerte lo que has hecho por mí, </a:t>
            </a:r>
            <a:br>
              <a:rPr lang="es-VE" sz="6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ea typeface="+mn-ea"/>
                <a:cs typeface="+mn-cs"/>
              </a:rPr>
            </a:br>
            <a:r>
              <a:rPr lang="es-VE" sz="6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ea typeface="+mn-ea"/>
                <a:cs typeface="+mn-cs"/>
              </a:rPr>
              <a:t>Solo puedo darte ahora mi canción.</a:t>
            </a:r>
          </a:p>
        </p:txBody>
      </p:sp>
    </p:spTree>
    <p:extLst>
      <p:ext uri="{BB962C8B-B14F-4D97-AF65-F5344CB8AC3E}">
        <p14:creationId xmlns:p14="http://schemas.microsoft.com/office/powerpoint/2010/main" val="1250462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357420" y="-715616"/>
            <a:ext cx="11477163" cy="86792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1219080"/>
            <a:r>
              <a:rPr lang="es-VE" sz="6200" dirty="0">
                <a:ln w="19050">
                  <a:noFill/>
                </a:ln>
                <a:solidFill>
                  <a:srgbClr val="FF0000"/>
                </a:solidFill>
                <a:latin typeface="Arial Black" pitchFamily="34" charset="0"/>
              </a:rPr>
              <a:t>CORO: </a:t>
            </a:r>
          </a:p>
          <a:p>
            <a:pPr algn="ctr" defTabSz="1219080"/>
            <a:r>
              <a:rPr lang="es-VE" sz="6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//Gracias, gracias Señor, gracias mi Señor Jesús, </a:t>
            </a:r>
            <a:br>
              <a:rPr lang="es-VE" sz="6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</a:br>
            <a:r>
              <a:rPr lang="es-VE" sz="6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Gracias, gracias </a:t>
            </a:r>
            <a:r>
              <a:rPr lang="es-VE" sz="6200" dirty="0" err="1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eñor</a:t>
            </a:r>
            <a:r>
              <a:rPr lang="es-VE" sz="6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, gracias mi Señor Jesús //</a:t>
            </a:r>
            <a:br>
              <a:rPr lang="es-VE" sz="6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</a:br>
            <a:br>
              <a:rPr lang="es-VE" sz="6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</a:br>
            <a:endParaRPr lang="es-VE" sz="62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4789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3120" y="902775"/>
            <a:ext cx="10905760" cy="5052453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defRPr/>
            </a:pPr>
            <a:r>
              <a:rPr lang="es-VE" sz="6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  <a:ea typeface="+mn-ea"/>
                <a:cs typeface="+mn-cs"/>
              </a:rPr>
              <a:t>2. En la cruz diste tu vida y entregaste todo allí vida eterna regalaste al morir.</a:t>
            </a:r>
          </a:p>
        </p:txBody>
      </p:sp>
    </p:spTree>
    <p:extLst>
      <p:ext uri="{BB962C8B-B14F-4D97-AF65-F5344CB8AC3E}">
        <p14:creationId xmlns:p14="http://schemas.microsoft.com/office/powerpoint/2010/main" val="649739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039653"/>
            <a:ext cx="10515600" cy="4351339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spcBef>
                <a:spcPts val="0"/>
              </a:spcBef>
              <a:buNone/>
              <a:defRPr/>
            </a:pPr>
            <a:r>
              <a:rPr lang="es-VE" b="1" kern="0" dirty="0">
                <a:solidFill>
                  <a:prstClr val="black"/>
                </a:solidFill>
                <a:latin typeface="Calibri" panose="020F0502020204030204" pitchFamily="34" charset="0"/>
                <a:ea typeface="MS PGothic" panose="020B0600070205080204" pitchFamily="34" charset="-128"/>
              </a:rPr>
              <a:t> </a:t>
            </a:r>
            <a:r>
              <a:rPr lang="es-VE" sz="6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Por tu sangre tengo entrada ante el trono celestial</a:t>
            </a:r>
          </a:p>
          <a:p>
            <a:pPr marL="0" indent="0" algn="ctr">
              <a:spcBef>
                <a:spcPts val="0"/>
              </a:spcBef>
              <a:buNone/>
              <a:defRPr/>
            </a:pPr>
            <a:r>
              <a:rPr lang="es-VE" sz="6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Puedo entrar confiadamente ante ti. </a:t>
            </a:r>
          </a:p>
        </p:txBody>
      </p:sp>
    </p:spTree>
    <p:extLst>
      <p:ext uri="{BB962C8B-B14F-4D97-AF65-F5344CB8AC3E}">
        <p14:creationId xmlns:p14="http://schemas.microsoft.com/office/powerpoint/2010/main" val="4156179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357420" y="-715616"/>
            <a:ext cx="11477163" cy="86792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1219080"/>
            <a:r>
              <a:rPr lang="es-VE" sz="6200" dirty="0">
                <a:ln w="19050">
                  <a:noFill/>
                </a:ln>
                <a:solidFill>
                  <a:srgbClr val="FF0000"/>
                </a:solidFill>
                <a:latin typeface="Arial Black" pitchFamily="34" charset="0"/>
              </a:rPr>
              <a:t>CORO: </a:t>
            </a:r>
          </a:p>
          <a:p>
            <a:pPr algn="ctr" defTabSz="1219080"/>
            <a:r>
              <a:rPr lang="es-VE" sz="6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//Gracias, </a:t>
            </a:r>
            <a:r>
              <a:rPr lang="es-VE" sz="620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gracias Señor</a:t>
            </a:r>
            <a:r>
              <a:rPr lang="es-VE" sz="6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, gracias mi Señor Jesús, </a:t>
            </a:r>
            <a:br>
              <a:rPr lang="es-VE" sz="6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</a:br>
            <a:r>
              <a:rPr lang="es-VE" sz="6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Gracias, </a:t>
            </a:r>
            <a:r>
              <a:rPr lang="es-VE" sz="620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gracias Señor</a:t>
            </a:r>
            <a:r>
              <a:rPr lang="es-VE" sz="6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, gracias </a:t>
            </a:r>
            <a:r>
              <a:rPr lang="es-VE" sz="620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mi Señor </a:t>
            </a:r>
            <a:r>
              <a:rPr lang="es-VE" sz="6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Jesús //</a:t>
            </a:r>
            <a:br>
              <a:rPr lang="es-VE" sz="6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</a:br>
            <a:br>
              <a:rPr lang="es-VE" sz="6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</a:br>
            <a:endParaRPr lang="es-VE" sz="62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8061744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icin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cin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134</Words>
  <Application>Microsoft Office PowerPoint</Application>
  <PresentationFormat>Panorámica</PresentationFormat>
  <Paragraphs>9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2" baseType="lpstr">
      <vt:lpstr>Arial</vt:lpstr>
      <vt:lpstr>Arial</vt:lpstr>
      <vt:lpstr>Arial Black</vt:lpstr>
      <vt:lpstr>Calibri</vt:lpstr>
      <vt:lpstr>Trebuchet MS</vt:lpstr>
      <vt:lpstr>1_Tema de Office</vt:lpstr>
      <vt:lpstr>Presentación de PowerPoint</vt:lpstr>
      <vt:lpstr>No sabré agradecerte lo que has hecho por mí,  Solo puedo darte ahora mi canción.</vt:lpstr>
      <vt:lpstr>Presentación de PowerPoint</vt:lpstr>
      <vt:lpstr>2. En la cruz diste tu vida y entregaste todo allí vida eterna regalaste al morir.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Kadiesa</dc:creator>
  <cp:lastModifiedBy>Diego Tobón</cp:lastModifiedBy>
  <cp:revision>8</cp:revision>
  <dcterms:created xsi:type="dcterms:W3CDTF">2017-05-27T19:34:49Z</dcterms:created>
  <dcterms:modified xsi:type="dcterms:W3CDTF">2023-06-17T23:46:14Z</dcterms:modified>
</cp:coreProperties>
</file>
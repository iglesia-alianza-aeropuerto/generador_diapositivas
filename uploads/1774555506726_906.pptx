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Arial Black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glUR0hQhpnfNBn6yEru5cLogbY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ArialBlack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196715" y="210026"/>
            <a:ext cx="9798600" cy="52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33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361 GRANDE GOZO HAY EN MI ALMA</a:t>
            </a:r>
            <a:endParaRPr b="0" i="1" sz="33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33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3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895350" lvl="0" marL="91440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 Black"/>
              <a:buAutoNum type="arabicPeriod"/>
            </a:pPr>
            <a:r>
              <a:rPr b="1" i="0" lang="es-CO" sz="51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Grande gozo hay en mi alma hoy, pues Jesús conmigo está, 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51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su paz, que ya gozando estoy, por siempre durará.</a:t>
            </a:r>
            <a:endParaRPr b="0" i="0" sz="51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524000" y="0"/>
            <a:ext cx="9144000" cy="79098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Grande gozo, ¡Cuán hermoso!</a:t>
            </a:r>
            <a:r>
              <a:rPr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Paso todo el tiempo bien feliz; Porque veo de Cristo la sonriente faz, Grande gozo siento en mí.</a:t>
            </a:r>
            <a:endParaRPr sz="59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4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524000" y="214290"/>
            <a:ext cx="9144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Hay un canto en mi alma hoy,</a:t>
            </a:r>
            <a:r>
              <a:rPr lang="es-CO" sz="3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3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Melodías a mi Rey; en su amor feliz</a:t>
            </a:r>
            <a:r>
              <a:rPr lang="es-CO" sz="3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3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libre soy, y salvo por la fe.</a:t>
            </a:r>
            <a:endParaRPr sz="3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0"/>
            <a:ext cx="9144000" cy="79098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Grande gozo, ¡Cuán hermoso!</a:t>
            </a:r>
            <a:r>
              <a:rPr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Paso todo el tiempo bien feliz; Porque veo de Cristo la sonriente faz, Grande gozo siento en mí.</a:t>
            </a:r>
            <a:endParaRPr sz="59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4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524000" y="285729"/>
            <a:ext cx="91440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Paz divina hay en mi alma hoy, porque Cristo me salvó; las cadenas rotas ya están; Jesús me libertó.</a:t>
            </a:r>
            <a:endParaRPr sz="3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2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 </a:t>
            </a:r>
            <a:endParaRPr sz="2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524000" y="0"/>
            <a:ext cx="9144000" cy="79098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Grande gozo, ¡Cuán hermoso!</a:t>
            </a:r>
            <a:r>
              <a:rPr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Paso todo el tiempo bien feliz; Porque veo de Cristo la sonriente faz, Grande gozo siento en mí.</a:t>
            </a:r>
            <a:endParaRPr sz="59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4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1524000" y="1"/>
            <a:ext cx="9144000" cy="31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r>
              <a:rPr b="1" lang="es-CO" sz="3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4. Gratitud hay en mi alma hoy, y alabanzas a Jesús; por su gracia a la gloria voy, gozándome en la luz.</a:t>
            </a:r>
            <a:endParaRPr sz="3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/>
        </p:nvSpPr>
        <p:spPr>
          <a:xfrm>
            <a:off x="1524000" y="0"/>
            <a:ext cx="9144000" cy="79098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Grande gozo, ¡Cuán hermoso!</a:t>
            </a:r>
            <a:r>
              <a:rPr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59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Paso todo el tiempo bien feliz; Porque veo de Cristo la sonriente faz, Grande gozo siento en mí.</a:t>
            </a:r>
            <a:endParaRPr sz="59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4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1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2017-05-27T15:59:08Z</dcterms:created>
  <dc:creator>Kadiesa</dc:creator>
</cp:coreProperties>
</file>
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91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8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86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050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6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209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72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32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722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872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66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354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1"/>
            <a:ext cx="914399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308 TAL COMO SOY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0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4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ES" sz="4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Tal como soy, de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pecador,</a:t>
            </a:r>
            <a:r>
              <a:rPr lang="es-CO" sz="5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Sin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más confianza que tu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amor,</a:t>
            </a:r>
            <a:r>
              <a:rPr lang="es-CO" sz="5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me llamas,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acudí;</a:t>
            </a:r>
            <a:r>
              <a:rPr lang="es-CO" sz="57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Cordero </a:t>
            </a:r>
            <a:r>
              <a:rPr lang="es-ES" sz="57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Dios, heme aquí.</a:t>
            </a:r>
            <a:endParaRPr lang="es-CO" sz="57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4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97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CuadroTexto"/>
          <p:cNvSpPr txBox="1"/>
          <p:nvPr/>
        </p:nvSpPr>
        <p:spPr>
          <a:xfrm>
            <a:off x="1524001" y="214289"/>
            <a:ext cx="914399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Tal como soy, buscando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paz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 desgracia y mal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tenaz,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Conflicto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grande siento en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mí;</a:t>
            </a:r>
            <a:r>
              <a:rPr lang="es-CO" sz="6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Cordero </a:t>
            </a:r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 Dios, heme aquí.</a:t>
            </a:r>
            <a:endParaRPr lang="es-CO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3200" b="1" dirty="0">
              <a:solidFill>
                <a:prstClr val="black"/>
              </a:solidFill>
            </a:endParaRPr>
          </a:p>
          <a:p>
            <a:endParaRPr lang="es-CO" sz="32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29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Tal como soy, me acogerás;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Perdón, alivio me darás,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Pues tu promesa ya creí;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Cordero de Dios, heme aquí.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4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53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85729"/>
            <a:ext cx="9143999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•4. Tal como soy, tu compasión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Vencido ha toda oposición;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Ya pertenezco sólo a ti;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Cordero de Dios, heme aquí.</a:t>
            </a:r>
            <a:endParaRPr lang="es-CO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4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39283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Panorámica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2017-05-27T14:25:57Z</dcterms:created>
  <dcterms:modified xsi:type="dcterms:W3CDTF">2017-05-27T14:26:02Z</dcterms:modified>
</cp:coreProperties>
</file>
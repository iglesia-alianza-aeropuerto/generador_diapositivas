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96RPhxI7WWU3MUC+oAlr+9Qfs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ArialBla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50" name="Google Shape;50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85 DIOS ESTÁ AQUÍ</a:t>
            </a:r>
            <a:endParaRPr b="0" i="0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//Dios está aquí,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está aquí//</a:t>
            </a:r>
            <a:endParaRPr b="1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cierto como el aire que respiro,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1877786" y="302359"/>
            <a:ext cx="8572499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cierto como la mañana se levanta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sol,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Tan cierto que cuando  le canto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Él</a:t>
            </a: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puede oír.</a:t>
            </a:r>
            <a:endParaRPr b="0" i="0" sz="6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1991544" y="-11385"/>
            <a:ext cx="8229600" cy="6912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</a:pP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Santo , Santo, Santo es el Señor </a:t>
            </a:r>
            <a:b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mi corazón </a:t>
            </a:r>
            <a:b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adora, </a:t>
            </a:r>
            <a:b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mi corazón sabe decir,</a:t>
            </a:r>
            <a:b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ES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///Santo eres tú.///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2017-03-02T19:30:58Z</dcterms:created>
  <dc:creator>Kadiesa</dc:creator>
</cp:coreProperties>
</file>
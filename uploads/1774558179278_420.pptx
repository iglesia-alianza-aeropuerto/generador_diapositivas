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Arial Black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8Yfx6XVKgrUiWNreqNDQm1+Bw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ArialBlac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V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7" name="Google Shape;1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1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24" name="Google Shape;2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2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1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1" name="Google Shape;3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3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8" name="Google Shape;3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4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6" name="Google Shape;4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5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5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5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56" name="Google Shape;5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62" name="Google Shape;6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67" name="Google Shape;67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8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75" name="Google Shape;7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9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1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83" name="Google Shape;8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0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0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20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7" name="Google Shape;87;p2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91" name="Google Shape;9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1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4" name="Google Shape;94;p2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98" name="Google Shape;9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2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1" name="Google Shape;101;p22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2" name="Google Shape;102;p2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  <p:sp>
        <p:nvSpPr>
          <p:cNvPr id="105" name="Google Shape;105;p2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VE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06" name="Google Shape;106;p22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VE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8" name="Google Shape;10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3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11" name="Google Shape;111;p2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5" name="Google Shape;11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4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24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9" name="Google Shape;119;p24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24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1" name="Google Shape;121;p24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24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7" name="Google Shape;127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5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0" name="Google Shape;130;p25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1" name="Google Shape;131;p25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2" name="Google Shape;132;p25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3" name="Google Shape;133;p25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4" name="Google Shape;134;p25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5" name="Google Shape;135;p25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6" name="Google Shape;136;p25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7" name="Google Shape;137;p25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8" name="Google Shape;138;p2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2" name="Google Shape;14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2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9" name="Google Shape;14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7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10" name="Google Shape;10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0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0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>
            <p:ph idx="4294967295" type="body"/>
          </p:nvPr>
        </p:nvSpPr>
        <p:spPr>
          <a:xfrm>
            <a:off x="285750" y="90480"/>
            <a:ext cx="11201401" cy="6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s-VE" sz="6000" cap="non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La higuera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</a:pPr>
            <a:r>
              <a:rPr b="1" lang="es-VE" sz="9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m</a:t>
            </a:r>
            <a:endParaRPr b="1" sz="100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5400"/>
              <a:buNone/>
            </a:pPr>
            <a: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Aunque la higuera no florezca 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5400"/>
              <a:buNone/>
            </a:pPr>
            <a: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en las vides no haya fruto,</a:t>
            </a:r>
            <a:b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aunque falte del olivo el producto </a:t>
            </a:r>
            <a:br>
              <a:rPr b="1" lang="es-VE" sz="48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1" lang="es-VE" sz="440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b="1" sz="4400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"/>
          <p:cNvSpPr/>
          <p:nvPr/>
        </p:nvSpPr>
        <p:spPr>
          <a:xfrm>
            <a:off x="1343025" y="585788"/>
            <a:ext cx="9901239" cy="5846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los labrados no den mantenimiento,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las ovejas sean quitadas de las ma</a:t>
            </a:r>
            <a:r>
              <a:rPr b="1" lang="es-VE" sz="6000">
                <a:latin typeface="Arial Black"/>
                <a:ea typeface="Arial Black"/>
                <a:cs typeface="Arial Black"/>
                <a:sym typeface="Arial Black"/>
              </a:rPr>
              <a:t>j</a:t>
            </a:r>
            <a:r>
              <a:rPr b="1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adas Y no haya vacas </a:t>
            </a:r>
            <a:r>
              <a:rPr b="1" lang="es-VE" sz="6000">
                <a:latin typeface="Arial Black"/>
                <a:ea typeface="Arial Black"/>
                <a:cs typeface="Arial Black"/>
                <a:sym typeface="Arial Black"/>
              </a:rPr>
              <a:t>en</a:t>
            </a:r>
            <a:r>
              <a:rPr b="1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los corrales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/>
          <p:nvPr>
            <p:ph idx="4294967295" type="body"/>
          </p:nvPr>
        </p:nvSpPr>
        <p:spPr>
          <a:xfrm>
            <a:off x="871538" y="914400"/>
            <a:ext cx="10515599" cy="5157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s-VE" sz="60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todo yo me alegraré en Jehová 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000"/>
              <a:buNone/>
            </a:pPr>
            <a:r>
              <a:rPr b="1" lang="es-VE" sz="60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me gozaré en el Dios de mi salvación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/>
          <p:nvPr>
            <p:ph idx="4294967295" type="body"/>
          </p:nvPr>
        </p:nvSpPr>
        <p:spPr>
          <a:xfrm>
            <a:off x="285750" y="90480"/>
            <a:ext cx="11201401" cy="6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s-VE" sz="6000" cap="non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La higuera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</a:pPr>
            <a:r>
              <a:rPr b="1" lang="es-VE" sz="9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m</a:t>
            </a:r>
            <a:endParaRPr b="1" sz="100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5400"/>
              <a:buNone/>
            </a:pPr>
            <a: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Aunque la higuera no florezca 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5400"/>
              <a:buNone/>
            </a:pPr>
            <a: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en las vides no haya fruto,</a:t>
            </a:r>
            <a:b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aunque falte del olivo el producto </a:t>
            </a:r>
            <a:br>
              <a:rPr b="1" lang="es-VE" sz="48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1" lang="es-VE" sz="440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b="1" sz="4400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/>
          <p:nvPr/>
        </p:nvSpPr>
        <p:spPr>
          <a:xfrm>
            <a:off x="1343025" y="585788"/>
            <a:ext cx="9901239" cy="5846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los labrados no den mantenimiento,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las ovejas sean quitadas de la manada Y las vacas de los corrales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>
            <p:ph idx="4294967295" type="body"/>
          </p:nvPr>
        </p:nvSpPr>
        <p:spPr>
          <a:xfrm>
            <a:off x="871538" y="914400"/>
            <a:ext cx="10515599" cy="5157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s-VE" sz="60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todo yo me alegraré en Jehová 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000"/>
              <a:buNone/>
            </a:pPr>
            <a:r>
              <a:rPr b="1" lang="es-VE" sz="60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me gozaré en el Dios de mi salvación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/>
          <p:nvPr>
            <p:ph idx="4294967295" type="body"/>
          </p:nvPr>
        </p:nvSpPr>
        <p:spPr>
          <a:xfrm>
            <a:off x="285750" y="90480"/>
            <a:ext cx="11201401" cy="6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s-VE" sz="6000" cap="non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La higuera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</a:pPr>
            <a:r>
              <a:rPr b="1" lang="es-VE" sz="9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m</a:t>
            </a:r>
            <a:endParaRPr b="1" sz="100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5400"/>
              <a:buNone/>
            </a:pPr>
            <a: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Aunque la higuera no florezca 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5400"/>
              <a:buNone/>
            </a:pPr>
            <a: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en las vides no haya fruto,</a:t>
            </a:r>
            <a:b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aunque falte del olivo el producto </a:t>
            </a:r>
            <a:br>
              <a:rPr b="1" lang="es-VE" sz="48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1" lang="es-VE" sz="440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b="1" sz="4400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1343025" y="585788"/>
            <a:ext cx="9901239" cy="5846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los labrados no den mantenimiento,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las ovejas sean quitadas de la manada Y las vacas de los corrales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>
            <p:ph idx="4294967295" type="body"/>
          </p:nvPr>
        </p:nvSpPr>
        <p:spPr>
          <a:xfrm>
            <a:off x="871538" y="914400"/>
            <a:ext cx="10515599" cy="5157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s-VE" sz="60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todo yo me alegraré en Jehová 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000"/>
              <a:buNone/>
            </a:pPr>
            <a:r>
              <a:rPr b="1" lang="es-VE" sz="60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me gozaré en el Dios de mi salvación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ota">
  <a:themeElements>
    <a:clrScheme name="Gota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2021-01-24T00:03:35Z</dcterms:created>
  <dc:creator>Familia Tobón Ch</dc:creator>
</cp:coreProperties>
</file>
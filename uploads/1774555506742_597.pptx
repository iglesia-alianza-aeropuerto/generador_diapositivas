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Arial Black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gS7PmSgaHTIC8JTFSMR7FpFsnj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ArialBlack-regular.fnt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9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9" name="Google Shape;89;p2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3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3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2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7" name="Google Shape;107;p32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8" name="Google Shape;108;p3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3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5" name="Google Shape;115;p33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33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7" name="Google Shape;117;p3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6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6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36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3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3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3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8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9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9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3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5DFEC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2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/>
        </p:nvSpPr>
        <p:spPr>
          <a:xfrm>
            <a:off x="815414" y="-25936"/>
            <a:ext cx="10488149" cy="700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r>
              <a:rPr b="1" i="1" lang="es-CO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367 CONFIADO ESTOY</a:t>
            </a:r>
            <a:endParaRPr b="0" i="1" sz="5467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54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5467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142971" lvl="0" marL="1142971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6"/>
              <a:buFont typeface="Arial Black"/>
              <a:buAutoNum type="arabicPeriod"/>
            </a:pPr>
            <a:r>
              <a:rPr b="1" i="0" lang="es-CO" sz="7066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 oculta el sol;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066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noche cerca está</a:t>
            </a:r>
            <a:r>
              <a:rPr b="0" i="0" lang="es-CO" sz="7066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7066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el día que se fue no volverá jamás;</a:t>
            </a:r>
            <a:r>
              <a:rPr b="0" i="0" lang="es-CO" sz="7066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"/>
          <p:cNvSpPr txBox="1"/>
          <p:nvPr/>
        </p:nvSpPr>
        <p:spPr>
          <a:xfrm>
            <a:off x="429335" y="1220755"/>
            <a:ext cx="11734800" cy="4319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yo seguro dormiré,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sabiendo que mi Dios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velará también.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/>
          <p:nvPr/>
        </p:nvSpPr>
        <p:spPr>
          <a:xfrm>
            <a:off x="1924050" y="214291"/>
            <a:ext cx="9001156" cy="61247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72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Confiado estoy en mi Señor; Libra mi alma de temor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/>
          <p:nvPr/>
        </p:nvSpPr>
        <p:spPr>
          <a:xfrm>
            <a:off x="1847851" y="752433"/>
            <a:ext cx="9001156" cy="5386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Le obedecí;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rescató y con sus alas me cubrió. 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/>
          <p:nvPr/>
        </p:nvSpPr>
        <p:spPr>
          <a:xfrm>
            <a:off x="431371" y="228700"/>
            <a:ext cx="11468100" cy="7273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Confiado estoy en mi Señor;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Él es mi guía  y pastor;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Sé que mi vida cuidará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que hasta el fin me guardará.</a:t>
            </a:r>
            <a:endParaRPr b="0" i="0" sz="6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/>
        </p:nvSpPr>
        <p:spPr>
          <a:xfrm>
            <a:off x="781051" y="260649"/>
            <a:ext cx="10629900" cy="6042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Igual que hoy más días pasarán,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algunos que,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tal vez,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sol no lucirá.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667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667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/>
          <p:nvPr/>
        </p:nvSpPr>
        <p:spPr>
          <a:xfrm>
            <a:off x="1092629" y="548680"/>
            <a:ext cx="10668000" cy="6042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Sé bien que Dios conmigo está,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aquel que espera en Él, en paz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descansará.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667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667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/>
        </p:nvSpPr>
        <p:spPr>
          <a:xfrm>
            <a:off x="1924050" y="214291"/>
            <a:ext cx="9001156" cy="61247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72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Confiado estoy en mi Señor; Libra mi alma de temor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/>
        </p:nvSpPr>
        <p:spPr>
          <a:xfrm>
            <a:off x="1847851" y="752433"/>
            <a:ext cx="9001156" cy="5386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Le obedecí;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rescató y con sus alas me cubrió. 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 txBox="1"/>
          <p:nvPr/>
        </p:nvSpPr>
        <p:spPr>
          <a:xfrm>
            <a:off x="431371" y="164638"/>
            <a:ext cx="11468100" cy="7273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Confiado estoy en mi Señor;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Él es mi guía  y pastor;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Sé que mi vida cuidará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que hasta el fin me guardará.</a:t>
            </a:r>
            <a:endParaRPr b="0" i="0" sz="6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 txBox="1"/>
          <p:nvPr/>
        </p:nvSpPr>
        <p:spPr>
          <a:xfrm>
            <a:off x="781051" y="900092"/>
            <a:ext cx="10820400" cy="5118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466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Pensando estoy que triste debe ser</a:t>
            </a:r>
            <a:r>
              <a:rPr b="0" i="0" lang="es-CO" sz="7466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466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Vivir sin su calor, vivir sin entender</a:t>
            </a:r>
            <a:r>
              <a:rPr b="0" i="0" lang="es-CO" sz="7466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0" i="0" lang="es-CO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 txBox="1"/>
          <p:nvPr/>
        </p:nvSpPr>
        <p:spPr>
          <a:xfrm>
            <a:off x="1143000" y="42042"/>
            <a:ext cx="10363200" cy="6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al fin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vida acabará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verás que andar sin Dios es sólo vanidad.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667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1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/>
          <p:nvPr/>
        </p:nvSpPr>
        <p:spPr>
          <a:xfrm>
            <a:off x="1924050" y="214291"/>
            <a:ext cx="9001156" cy="61247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72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Confiado estoy en mi Señor; Libra mi alma de temor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 txBox="1"/>
          <p:nvPr/>
        </p:nvSpPr>
        <p:spPr>
          <a:xfrm>
            <a:off x="1847851" y="752433"/>
            <a:ext cx="9001156" cy="5386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Le obedecí;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rescató y con sus alas me cubrió. 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"/>
          <p:cNvSpPr txBox="1"/>
          <p:nvPr/>
        </p:nvSpPr>
        <p:spPr>
          <a:xfrm>
            <a:off x="388541" y="164638"/>
            <a:ext cx="11468100" cy="7273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Confiado estoy en mi Señor;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Él es mi guía  y pastor;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Sé que mi vida cuidará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que hasta el fin me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guardará.</a:t>
            </a:r>
            <a:endParaRPr b="0" i="0" sz="6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2017-05-27T16:04:40Z</dcterms:created>
  <dc:creator>Kadiesa</dc:creator>
</cp:coreProperties>
</file>
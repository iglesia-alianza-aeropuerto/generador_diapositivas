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ZrKcpTXMOY/mr2NWS7jdG+hIm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59850" y="388749"/>
            <a:ext cx="9144000" cy="5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65 QUÉ MARAVILLA ES</a:t>
            </a:r>
            <a:endParaRPr b="0" i="1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2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-990575" lvl="0" marL="990575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 Black"/>
              <a:buAutoNum type="arabicPeriod"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Cuán hermosa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la luz del ocaso,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precioso es el amanecer.</a:t>
            </a:r>
            <a:r>
              <a:rPr b="0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42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2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775520" y="1124744"/>
            <a:ext cx="9144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Pero más glorioso es el gran amor Que el Señor derramó en mi ser.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2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2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761603"/>
            <a:ext cx="9144000" cy="5221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5333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 ¡Qué maravilla es, qué maravilla 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el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ama a mí! //</a:t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762000" y="914979"/>
            <a:ext cx="106680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Admirable es la siega abundante, Las estrellas,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luna y el sol. </a:t>
            </a:r>
            <a:endParaRPr b="0" i="0" sz="21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995942" y="1124745"/>
            <a:ext cx="10200117" cy="616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Pero más glorioso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es el gran amor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me da nueva vida y perdón</a:t>
            </a:r>
            <a:r>
              <a:rPr b="0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267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761603"/>
            <a:ext cx="9144000" cy="5221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5333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 ¡Qué maravilla es, qué maravilla 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el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ama a mí! //</a:t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2017-03-02T19:13:40Z</dcterms:created>
  <dc:creator>Kadiesa</dc:creator>
</cp:coreProperties>
</file>
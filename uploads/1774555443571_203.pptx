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ibre Franklin"/>
      <p:regular r:id="rId20"/>
      <p:bold r:id="rId21"/>
      <p:italic r:id="rId22"/>
      <p:boldItalic r:id="rId23"/>
    </p:embeddedFon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wvHIClRi4kgzxFD88E5TZZ9gH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regular.fntdata"/><Relationship Id="rId22" Type="http://schemas.openxmlformats.org/officeDocument/2006/relationships/font" Target="fonts/LibreFranklin-italic.fntdata"/><Relationship Id="rId21" Type="http://schemas.openxmlformats.org/officeDocument/2006/relationships/font" Target="fonts/LibreFranklin-bold.fntdata"/><Relationship Id="rId24" Type="http://schemas.openxmlformats.org/officeDocument/2006/relationships/font" Target="fonts/ArialBlack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l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27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93" name="Google Shape;93;p27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94" name="Google Shape;94;p27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95" name="Google Shape;95;p27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9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8" name="Google Shape;108;p29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31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31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4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34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42" name="Google Shape;142;p34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5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5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5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51" name="Google Shape;151;p35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6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5" name="Google Shape;155;p3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7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1" name="Google Shape;161;p3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6" name="Google Shape;86;p26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534908" y="204953"/>
            <a:ext cx="11122184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PUEDE SALVAR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Todos necesitan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Amor que nunca falla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Tu gracia y compasión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idx="1" type="body"/>
          </p:nvPr>
        </p:nvSpPr>
        <p:spPr>
          <a:xfrm>
            <a:off x="175206" y="0"/>
            <a:ext cx="11841588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t/>
            </a:r>
            <a:endParaRPr b="1" sz="5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 Todos necesitan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Perdón y esperanza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Y un Dios que salva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-567690" y="189963"/>
            <a:ext cx="13327500" cy="6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Cristo puede mover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montes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¡Solo puede Dios salvar!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/>
          <p:nvPr/>
        </p:nvSpPr>
        <p:spPr>
          <a:xfrm>
            <a:off x="-258540" y="786016"/>
            <a:ext cx="12709080" cy="4524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autor de salvación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la muerte venció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la muerte venció.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267454" y="1065727"/>
            <a:ext cx="11657092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b="1" sz="4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latin typeface="Arial Black"/>
                <a:ea typeface="Arial Black"/>
                <a:cs typeface="Arial Black"/>
                <a:sym typeface="Arial Black"/>
              </a:rPr>
              <a:t>Aún con mis temores,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latin typeface="Arial Black"/>
                <a:ea typeface="Arial Black"/>
                <a:cs typeface="Arial Black"/>
                <a:sym typeface="Arial Black"/>
              </a:rPr>
              <a:t>sé que me aceptas,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latin typeface="Arial Black"/>
                <a:ea typeface="Arial Black"/>
                <a:cs typeface="Arial Black"/>
                <a:sym typeface="Arial Black"/>
              </a:rPr>
              <a:t>me has perdonado.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t/>
            </a:r>
            <a:endParaRPr b="1" sz="72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t/>
            </a:r>
            <a:endParaRPr b="1" sz="72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idx="1" type="body"/>
          </p:nvPr>
        </p:nvSpPr>
        <p:spPr>
          <a:xfrm>
            <a:off x="630918" y="-205740"/>
            <a:ext cx="10930163" cy="45034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b="1" lang="es-CO" sz="54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Mi vida entera ofrezco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Para seguir tus pasos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CO" sz="8000">
                <a:latin typeface="Arial Black"/>
                <a:ea typeface="Arial Black"/>
                <a:cs typeface="Arial Black"/>
                <a:sym typeface="Arial Black"/>
              </a:rPr>
              <a:t>A ti me rindo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idx="1" type="body"/>
          </p:nvPr>
        </p:nvSpPr>
        <p:spPr>
          <a:xfrm>
            <a:off x="-567690" y="189963"/>
            <a:ext cx="13327380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Cristo puede mover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montes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¡Solo puede Dios salvar!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-258540" y="786016"/>
            <a:ext cx="12709080" cy="4524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autor de salvación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la muerte venció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la muerte venció.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-258540" y="305070"/>
            <a:ext cx="12709080" cy="6247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//En la tierra,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luz brillará.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Cantamos por la gloria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majestad.//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-567690" y="189963"/>
            <a:ext cx="13327380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Cristo puede mover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montes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¡Solo puede Dios salvar!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-258540" y="786016"/>
            <a:ext cx="12709080" cy="4524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autor de salvación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la muerte venció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la muerte venció.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-567690" y="189963"/>
            <a:ext cx="13327380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Cristo puede mover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montes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¡Solo puede Dios salvar!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-258540" y="786016"/>
            <a:ext cx="12709080" cy="4524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autor de salvación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la muerte venció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la muerte venció.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2018-06-09T20:43:29Z</dcterms:created>
  <dc:creator>Familia Tobón Ch</dc:creator>
</cp:coreProperties>
</file>
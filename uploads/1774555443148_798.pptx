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S5bbxgkhO4QNSw+BFfmS5mCk1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4E5B6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62000" y="509583"/>
            <a:ext cx="106680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293 OH, BONDAD TAN INFINITA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 Black"/>
              <a:buAutoNum type="arabicPeriod"/>
            </a:pP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¡Oh, bondad tan infinita,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Hacia el mundo pecador, Dios, en Cristo revelando Su eternal y santo amor!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23507" y="51152"/>
            <a:ext cx="9944986" cy="675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s-CO" sz="7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Jesús para mí, La esperanza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salud;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Sólo en él hallaré la divina plenitud.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4675" y="890619"/>
            <a:ext cx="120573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Como el vasto firmamento,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el insondable mar,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la gracia salvadora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Jesús al alma da.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123507" y="51152"/>
            <a:ext cx="9944986" cy="675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Jesús para mí, La esperanza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salud;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Sólo en él hallaré la divina plenitud.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687572" y="525624"/>
            <a:ext cx="10816856" cy="5601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Aunque fueran tus pecados rojos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el carmesí,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río del Calvario Hay limpieza para ti.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123507" y="51152"/>
            <a:ext cx="9944986" cy="675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Jesús para mí, La esperanza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salud;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Sólo en él hallaré la divina plenitud.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2017-05-10T22:21:47Z</dcterms:created>
  <dc:creator>Kadiesa</dc:creator>
</cp:coreProperties>
</file>
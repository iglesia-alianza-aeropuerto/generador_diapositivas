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17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97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76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97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628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899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60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72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40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21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26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094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940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312 A JESUCRISTO VEN SIN TARDAR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0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A Jesucristo ven sin 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tardar,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entre nosotros hoy él </a:t>
            </a:r>
            <a:r>
              <a:rPr lang="es-ES" sz="7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está,</a:t>
            </a:r>
            <a:r>
              <a:rPr lang="es-CO" sz="70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81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63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convida con dulce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afán,</a:t>
            </a:r>
            <a:r>
              <a:rPr lang="es-CO" sz="8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Tierno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diciendo: “Ven”.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10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 cuán grata nuestra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reunión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allá, Señor, en tu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mansión,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07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Contigo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estemos en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comunión</a:t>
            </a:r>
            <a:r>
              <a:rPr lang="es-CO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Gozando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eterno bien!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29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3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Piensa que él sólo puede colmar</a:t>
            </a:r>
            <a:r>
              <a:rPr lang="es-CO" sz="8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2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triste pecho de gozo y paz,</a:t>
            </a:r>
            <a:r>
              <a:rPr lang="es-CO" sz="82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endParaRPr lang="es-ES" sz="30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76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porque anhela tu bienestar,</a:t>
            </a:r>
            <a:r>
              <a:rPr lang="es-CO" sz="8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Vuelve a decirte: “Ven”.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0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408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 cuán grata nuestra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reunión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allá, Señor, en tu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mansión,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62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Contigo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estemos en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comunión</a:t>
            </a:r>
            <a:r>
              <a:rPr lang="es-CO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Gozando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eterno bien!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36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•3. Su voz escucha sin vacilar,</a:t>
            </a:r>
            <a:r>
              <a:rPr lang="es-CO" sz="8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grato acepta lo que hoy te da;</a:t>
            </a:r>
            <a:r>
              <a:rPr lang="es-CO" sz="8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400" dirty="0">
              <a:ln w="12700">
                <a:solidFill>
                  <a:prstClr val="black"/>
                </a:solidFill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71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Tal vez mañana no habrá lugar;</a:t>
            </a:r>
            <a:r>
              <a:rPr lang="es-CO" sz="8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No te detengas, ven.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2700">
                <a:solidFill>
                  <a:prstClr val="black"/>
                </a:solidFill>
              </a:ln>
              <a:solidFill>
                <a:prstClr val="black"/>
              </a:solidFill>
            </a:endParaRPr>
          </a:p>
          <a:p>
            <a:endParaRPr lang="es-CO" dirty="0">
              <a:ln w="12700">
                <a:solidFill>
                  <a:prstClr val="black"/>
                </a:solidFill>
              </a:ln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0960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Oh cuán grata nuestra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reunión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allá, Señor, en tu </a:t>
            </a:r>
            <a:r>
              <a:rPr lang="es-ES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mansión,</a:t>
            </a:r>
            <a:r>
              <a:rPr lang="es-CO" sz="80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80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38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Contigo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estemos en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comunión</a:t>
            </a:r>
            <a:r>
              <a:rPr lang="es-CO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Gozando </a:t>
            </a:r>
            <a:r>
              <a:rPr lang="es-ES" sz="8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eterno bien!</a:t>
            </a:r>
            <a:endParaRPr lang="es-CO" sz="8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38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</Words>
  <Application>Microsoft Office PowerPoint</Application>
  <PresentationFormat>Panorámica</PresentationFormat>
  <Paragraphs>17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2017-05-27T14:35:54Z</dcterms:created>
  <dcterms:modified xsi:type="dcterms:W3CDTF">2017-05-27T14:35:56Z</dcterms:modified>
</cp:coreProperties>
</file>
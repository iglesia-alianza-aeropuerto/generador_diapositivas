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6858000" cx="12192000"/>
  <p:notesSz cx="6858000" cy="9144000"/>
  <p:embeddedFontLst>
    <p:embeddedFont>
      <p:font typeface="Arial Black"/>
      <p:regular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6" roundtripDataSignature="AMtx7mgtEtFUvXkfgEcZLXLwDydmNyyi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ArialBlack-regular.fntdata"/><Relationship Id="rId14" Type="http://schemas.openxmlformats.org/officeDocument/2006/relationships/slide" Target="slides/slide10.xml"/><Relationship Id="rId16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2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2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2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3"/>
          <p:cNvSpPr txBox="1"/>
          <p:nvPr>
            <p:ph type="ctrTitle"/>
          </p:nvPr>
        </p:nvSpPr>
        <p:spPr>
          <a:xfrm>
            <a:off x="914400" y="2130426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3"/>
          <p:cNvSpPr txBox="1"/>
          <p:nvPr>
            <p:ph idx="1" type="subTitle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3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3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3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4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4"/>
          <p:cNvSpPr txBox="1"/>
          <p:nvPr>
            <p:ph idx="1" type="body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4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4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4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5"/>
          <p:cNvSpPr txBox="1"/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5"/>
          <p:cNvSpPr txBox="1"/>
          <p:nvPr>
            <p:ph idx="1" type="body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5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5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5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6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6"/>
          <p:cNvSpPr txBox="1"/>
          <p:nvPr>
            <p:ph idx="1" type="body"/>
          </p:nvPr>
        </p:nvSpPr>
        <p:spPr>
          <a:xfrm>
            <a:off x="609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6"/>
          <p:cNvSpPr txBox="1"/>
          <p:nvPr>
            <p:ph idx="2" type="body"/>
          </p:nvPr>
        </p:nvSpPr>
        <p:spPr>
          <a:xfrm>
            <a:off x="6197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6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6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6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7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7"/>
          <p:cNvSpPr txBox="1"/>
          <p:nvPr>
            <p:ph idx="1" type="body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7"/>
          <p:cNvSpPr txBox="1"/>
          <p:nvPr>
            <p:ph idx="2" type="body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7"/>
          <p:cNvSpPr txBox="1"/>
          <p:nvPr>
            <p:ph idx="3" type="body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7"/>
          <p:cNvSpPr txBox="1"/>
          <p:nvPr>
            <p:ph idx="4" type="body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7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7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7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ólo el título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8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8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8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8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9"/>
          <p:cNvSpPr txBox="1"/>
          <p:nvPr>
            <p:ph type="title"/>
          </p:nvPr>
        </p:nvSpPr>
        <p:spPr>
          <a:xfrm>
            <a:off x="609601" y="273050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9"/>
          <p:cNvSpPr txBox="1"/>
          <p:nvPr>
            <p:ph idx="1" type="body"/>
          </p:nvPr>
        </p:nvSpPr>
        <p:spPr>
          <a:xfrm>
            <a:off x="4766733" y="273051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9"/>
          <p:cNvSpPr txBox="1"/>
          <p:nvPr>
            <p:ph idx="2" type="body"/>
          </p:nvPr>
        </p:nvSpPr>
        <p:spPr>
          <a:xfrm>
            <a:off x="609601" y="1435101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9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9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9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0"/>
          <p:cNvSpPr txBox="1"/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0"/>
          <p:cNvSpPr/>
          <p:nvPr>
            <p:ph idx="2" type="pic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0"/>
          <p:cNvSpPr txBox="1"/>
          <p:nvPr>
            <p:ph idx="1" type="body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0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0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0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1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1"/>
          <p:cNvSpPr txBox="1"/>
          <p:nvPr>
            <p:ph idx="1" type="body"/>
          </p:nvPr>
        </p:nvSpPr>
        <p:spPr>
          <a:xfrm rot="5400000">
            <a:off x="3833019" y="-1623218"/>
            <a:ext cx="4525963" cy="109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1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1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1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2"/>
          <p:cNvSpPr txBox="1"/>
          <p:nvPr>
            <p:ph type="title"/>
          </p:nvPr>
        </p:nvSpPr>
        <p:spPr>
          <a:xfrm rot="5400000">
            <a:off x="7285038" y="1828802"/>
            <a:ext cx="5851525" cy="27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2"/>
          <p:cNvSpPr txBox="1"/>
          <p:nvPr>
            <p:ph idx="1" type="body"/>
          </p:nvPr>
        </p:nvSpPr>
        <p:spPr>
          <a:xfrm rot="5400000">
            <a:off x="1697038" y="-812799"/>
            <a:ext cx="5851525" cy="80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2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2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2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5DFEC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1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1"/>
          <p:cNvSpPr txBox="1"/>
          <p:nvPr>
            <p:ph idx="1" type="body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1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1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1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/>
        </p:nvSpPr>
        <p:spPr>
          <a:xfrm>
            <a:off x="1524000" y="214290"/>
            <a:ext cx="9144000" cy="70173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4000" u="none" cap="none" strike="noStrike"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rPr>
              <a:t>614. AMÉRICA SERÁ PARA CRISTO</a:t>
            </a:r>
            <a:endParaRPr b="0" i="0" sz="4000" u="none" cap="none" strike="noStrike">
              <a:solidFill>
                <a:srgbClr val="FF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s-CO" sz="28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 </a:t>
            </a:r>
            <a:endParaRPr b="0" i="0" sz="28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54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1. América será para Cristo,</a:t>
            </a:r>
            <a:r>
              <a:rPr b="0" i="0" lang="es-CO" sz="54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b="1" i="0" lang="es-CO" sz="54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el único camino hacia Dios;</a:t>
            </a:r>
            <a:r>
              <a:rPr b="0" i="0" lang="es-CO" sz="54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b="1" i="0" lang="es-CO" sz="54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Verá lo que sus ojos no han visto,</a:t>
            </a:r>
            <a:r>
              <a:rPr b="0" i="0" lang="es-CO" sz="54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b="1" i="0" lang="es-CO" sz="54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con sólo caminar de él en pos.</a:t>
            </a:r>
            <a:endParaRPr b="0" i="0" sz="54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"/>
          <p:cNvSpPr txBox="1"/>
          <p:nvPr/>
        </p:nvSpPr>
        <p:spPr>
          <a:xfrm>
            <a:off x="1738282" y="1"/>
            <a:ext cx="8715436" cy="72623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62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América será para el cielo, el cielo que Jesús preparó,</a:t>
            </a:r>
            <a:r>
              <a:rPr lang="es-CO" sz="62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b="1" lang="es-CO" sz="62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El día que tras rápido vuelo, al lado de Jehová se sentó.</a:t>
            </a:r>
            <a:endParaRPr sz="6200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"/>
          <p:cNvSpPr txBox="1"/>
          <p:nvPr/>
        </p:nvSpPr>
        <p:spPr>
          <a:xfrm>
            <a:off x="1666844" y="142852"/>
            <a:ext cx="8787000" cy="74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60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2. Despierta, pues, América amada;</a:t>
            </a:r>
            <a:r>
              <a:rPr lang="es-CO" sz="60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b="1" lang="es-CO" sz="60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alístate en las filas de Dios;</a:t>
            </a:r>
            <a:r>
              <a:rPr lang="es-CO" sz="60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b="1" lang="es-CO" sz="60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Escucha del Señor la llamada,</a:t>
            </a:r>
            <a:r>
              <a:rPr lang="es-CO" sz="60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b="1" lang="es-CO" sz="60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pues es tan cariñosa su voz.</a:t>
            </a:r>
            <a:r>
              <a:rPr lang="es-CO" sz="60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60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 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"/>
          <p:cNvSpPr txBox="1"/>
          <p:nvPr/>
        </p:nvSpPr>
        <p:spPr>
          <a:xfrm>
            <a:off x="1524000" y="214290"/>
            <a:ext cx="9144000" cy="70173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58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Llamando está a tu puerta el Cordero</a:t>
            </a:r>
            <a:r>
              <a:rPr lang="es-CO" sz="58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b="1" lang="es-CO" sz="58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que derramó su sangre en la cruz;</a:t>
            </a:r>
            <a:r>
              <a:rPr lang="es-CO" sz="58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b="1" lang="es-CO" sz="58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Que sea el Nuevo Mundo el primero,</a:t>
            </a:r>
            <a:r>
              <a:rPr lang="es-CO" sz="58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b="1" lang="es-CO" sz="58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en ir a las mansiones de luz.</a:t>
            </a:r>
            <a:endParaRPr sz="5800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44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 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5"/>
          <p:cNvSpPr txBox="1"/>
          <p:nvPr/>
        </p:nvSpPr>
        <p:spPr>
          <a:xfrm>
            <a:off x="1524000" y="142853"/>
            <a:ext cx="9144000" cy="65556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60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3. Colombia, Panamá y Venezuela,</a:t>
            </a:r>
            <a:r>
              <a:rPr lang="es-CO" sz="60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b="1" lang="es-CO" sz="60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Bolivia, Paraguay, Ecuador,</a:t>
            </a:r>
            <a:r>
              <a:rPr lang="es-CO" sz="60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b="1" lang="es-CO" sz="60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Tendrán la paz de Dios que consuela,</a:t>
            </a:r>
            <a:r>
              <a:rPr lang="es-CO" sz="60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b="1" lang="es-CO" sz="60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la paz que nos dejó el Redentor.</a:t>
            </a:r>
            <a:r>
              <a:rPr lang="es-CO" sz="60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endParaRPr sz="6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6"/>
          <p:cNvSpPr txBox="1"/>
          <p:nvPr/>
        </p:nvSpPr>
        <p:spPr>
          <a:xfrm>
            <a:off x="1524000" y="142852"/>
            <a:ext cx="9144000" cy="72019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60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Y Chile, el Perú, la Argentina,</a:t>
            </a:r>
            <a:r>
              <a:rPr lang="es-CO" sz="60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b="1" lang="es-CO" sz="60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y Cuba, Uruguay y el Brasil,</a:t>
            </a:r>
            <a:endParaRPr sz="6000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60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Y el grupo de las islas marinas,</a:t>
            </a:r>
            <a:r>
              <a:rPr lang="es-CO" sz="60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b="1" lang="es-CO" sz="60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tendrán sus bendiciones a mil.</a:t>
            </a:r>
            <a:endParaRPr sz="6000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7"/>
          <p:cNvSpPr txBox="1"/>
          <p:nvPr/>
        </p:nvSpPr>
        <p:spPr>
          <a:xfrm>
            <a:off x="1524000" y="142852"/>
            <a:ext cx="9144000" cy="74789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60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4. Los pueblos que han estado dormidos</a:t>
            </a:r>
            <a:r>
              <a:rPr lang="es-CO" sz="60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b="1" lang="es-CO" sz="60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sabrán que Dios les ama en verdad:</a:t>
            </a:r>
            <a:r>
              <a:rPr lang="es-CO" sz="60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b="1" lang="es-CO" sz="60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Jamaica, los Estados Unidos,</a:t>
            </a:r>
            <a:r>
              <a:rPr lang="es-CO" sz="60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b="1" lang="es-CO" sz="60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y México y también Canadá.</a:t>
            </a:r>
            <a:r>
              <a:rPr lang="es-CO" sz="60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60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 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8"/>
          <p:cNvSpPr txBox="1"/>
          <p:nvPr/>
        </p:nvSpPr>
        <p:spPr>
          <a:xfrm>
            <a:off x="1524000" y="0"/>
            <a:ext cx="9144000" cy="77603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56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Los pueblos que componen el Istmo,</a:t>
            </a:r>
            <a:r>
              <a:rPr lang="es-CO" sz="56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b="1" lang="es-CO" sz="56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y todos los del sur lo sabrán;</a:t>
            </a:r>
            <a:r>
              <a:rPr lang="es-CO" sz="56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b="1" lang="es-CO" sz="56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Sin Cristo nunca habrá cristianismo;</a:t>
            </a:r>
            <a:r>
              <a:rPr lang="es-CO" sz="56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b="1" lang="es-CO" sz="56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sin Cristo sólo reina Satán.</a:t>
            </a:r>
            <a:endParaRPr sz="5600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41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 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9"/>
          <p:cNvSpPr txBox="1"/>
          <p:nvPr/>
        </p:nvSpPr>
        <p:spPr>
          <a:xfrm>
            <a:off x="1738282" y="142853"/>
            <a:ext cx="8715436" cy="64017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56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5. La bella Guatemala y Honduras,</a:t>
            </a:r>
            <a:r>
              <a:rPr lang="es-CO" sz="56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b="1" lang="es-CO" sz="56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la hermosa Nicaragua, también,</a:t>
            </a:r>
            <a:r>
              <a:rPr lang="es-CO" sz="56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b="1" lang="es-CO" sz="56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Tendrán en las edades futuras</a:t>
            </a:r>
            <a:endParaRPr sz="5600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56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la vida y la salud del Edén.</a:t>
            </a:r>
            <a:r>
              <a:rPr lang="es-CO" sz="56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0"/>
          <p:cNvSpPr txBox="1"/>
          <p:nvPr/>
        </p:nvSpPr>
        <p:spPr>
          <a:xfrm>
            <a:off x="1524000" y="142852"/>
            <a:ext cx="9144000" cy="6832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60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Y Dios bendecirá a Costa Rica;</a:t>
            </a:r>
            <a:r>
              <a:rPr lang="es-CO" sz="60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b="1" lang="es-CO" sz="60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y Dios bendecirá a El Salvador,</a:t>
            </a:r>
            <a:r>
              <a:rPr lang="es-CO" sz="60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b="1" lang="es-CO" sz="60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Naciones que, aunque sean tan chicas,</a:t>
            </a:r>
            <a:r>
              <a:rPr lang="es-CO" sz="60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b="1" lang="es-CO" sz="60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son grandes a la faz del Señor.</a:t>
            </a:r>
            <a:endParaRPr sz="6000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1_Tema de Offi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2017-06-07T15:57:42Z</dcterms:created>
  <dc:creator>Kadiesa</dc:creator>
</cp:coreProperties>
</file>
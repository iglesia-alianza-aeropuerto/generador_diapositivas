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ibre Franklin"/>
      <p:regular r:id="rId17"/>
      <p:bold r:id="rId18"/>
      <p:italic r:id="rId19"/>
      <p:boldItalic r:id="rId20"/>
    </p:embeddedFon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H+d+OmgRJdPrec9H2+eQW6cfN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bold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ibreFranklin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LibreFranklin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ibreFrankl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bg>
      <p:bgPr>
        <a:solidFill>
          <a:schemeClr val="l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ctrTitle"/>
          </p:nvPr>
        </p:nvSpPr>
        <p:spPr>
          <a:xfrm>
            <a:off x="1915128" y="1788454"/>
            <a:ext cx="83613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subTitle"/>
          </p:nvPr>
        </p:nvSpPr>
        <p:spPr>
          <a:xfrm>
            <a:off x="2679906" y="3956279"/>
            <a:ext cx="68316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rtl="0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rtl="0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752858" y="6453386"/>
            <a:ext cx="1608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2584054" y="6453386"/>
            <a:ext cx="702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9830683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grpSp>
        <p:nvGrpSpPr>
          <p:cNvPr id="93" name="Google Shape;93;p24"/>
          <p:cNvGrpSpPr/>
          <p:nvPr/>
        </p:nvGrpSpPr>
        <p:grpSpPr>
          <a:xfrm>
            <a:off x="752846" y="744457"/>
            <a:ext cx="10674141" cy="5349695"/>
            <a:chOff x="752846" y="744457"/>
            <a:chExt cx="10674141" cy="5349695"/>
          </a:xfrm>
        </p:grpSpPr>
        <p:sp>
          <p:nvSpPr>
            <p:cNvPr id="94" name="Google Shape;94;p24"/>
            <p:cNvSpPr/>
            <p:nvPr/>
          </p:nvSpPr>
          <p:spPr>
            <a:xfrm>
              <a:off x="8151962" y="1685652"/>
              <a:ext cx="3275025" cy="4408500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95" name="Google Shape;95;p24"/>
            <p:cNvSpPr/>
            <p:nvPr/>
          </p:nvSpPr>
          <p:spPr>
            <a:xfrm rot="10800000">
              <a:off x="752846" y="744457"/>
              <a:ext cx="3275680" cy="4408500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765025" y="1301360"/>
            <a:ext cx="9612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765025" y="4216328"/>
            <a:ext cx="96129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738908" y="6453386"/>
            <a:ext cx="1622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2584312" y="6453386"/>
            <a:ext cx="702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9830683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08" name="Google Shape;108;p26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1371600" y="2285999"/>
            <a:ext cx="44478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2" type="body"/>
          </p:nvPr>
        </p:nvSpPr>
        <p:spPr>
          <a:xfrm>
            <a:off x="6525403" y="2285999"/>
            <a:ext cx="44478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1371600" y="2340864"/>
            <a:ext cx="4443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1371600" y="3305207"/>
            <a:ext cx="44439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525014" y="2340864"/>
            <a:ext cx="4443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8"/>
          <p:cNvSpPr txBox="1"/>
          <p:nvPr>
            <p:ph idx="4" type="body"/>
          </p:nvPr>
        </p:nvSpPr>
        <p:spPr>
          <a:xfrm>
            <a:off x="6525014" y="3305207"/>
            <a:ext cx="44439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8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 title="Background Shape"/>
          <p:cNvSpPr/>
          <p:nvPr/>
        </p:nvSpPr>
        <p:spPr>
          <a:xfrm>
            <a:off x="0" y="376"/>
            <a:ext cx="5303400" cy="685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1"/>
          <p:cNvSpPr txBox="1"/>
          <p:nvPr>
            <p:ph type="title"/>
          </p:nvPr>
        </p:nvSpPr>
        <p:spPr>
          <a:xfrm>
            <a:off x="723900" y="685800"/>
            <a:ext cx="38556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6256020" y="685801"/>
            <a:ext cx="5212200" cy="51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138" name="Google Shape;138;p31"/>
          <p:cNvSpPr txBox="1"/>
          <p:nvPr>
            <p:ph idx="2" type="body"/>
          </p:nvPr>
        </p:nvSpPr>
        <p:spPr>
          <a:xfrm>
            <a:off x="723900" y="2856344"/>
            <a:ext cx="38556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31"/>
          <p:cNvSpPr txBox="1"/>
          <p:nvPr>
            <p:ph idx="10" type="dt"/>
          </p:nvPr>
        </p:nvSpPr>
        <p:spPr>
          <a:xfrm>
            <a:off x="72390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1" type="ftr"/>
          </p:nvPr>
        </p:nvSpPr>
        <p:spPr>
          <a:xfrm>
            <a:off x="2205945" y="6453386"/>
            <a:ext cx="2373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9883140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42" name="Google Shape;142;p31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 title="Background Shape"/>
          <p:cNvSpPr/>
          <p:nvPr/>
        </p:nvSpPr>
        <p:spPr>
          <a:xfrm>
            <a:off x="0" y="376"/>
            <a:ext cx="5303400" cy="685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2"/>
          <p:cNvSpPr txBox="1"/>
          <p:nvPr>
            <p:ph type="title"/>
          </p:nvPr>
        </p:nvSpPr>
        <p:spPr>
          <a:xfrm>
            <a:off x="723900" y="685800"/>
            <a:ext cx="3855600" cy="2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2"/>
          <p:cNvSpPr/>
          <p:nvPr>
            <p:ph idx="2" type="pic"/>
          </p:nvPr>
        </p:nvSpPr>
        <p:spPr>
          <a:xfrm>
            <a:off x="5532120" y="0"/>
            <a:ext cx="6660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723900" y="2855968"/>
            <a:ext cx="3855600" cy="30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2"/>
          <p:cNvSpPr txBox="1"/>
          <p:nvPr>
            <p:ph idx="10" type="dt"/>
          </p:nvPr>
        </p:nvSpPr>
        <p:spPr>
          <a:xfrm>
            <a:off x="72390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1" type="ftr"/>
          </p:nvPr>
        </p:nvSpPr>
        <p:spPr>
          <a:xfrm>
            <a:off x="2205945" y="6453386"/>
            <a:ext cx="2373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9883140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51" name="Google Shape;151;p32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 rot="5400000">
            <a:off x="4386300" y="-719175"/>
            <a:ext cx="3571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5" name="Google Shape;155;p33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3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type="title"/>
          </p:nvPr>
        </p:nvSpPr>
        <p:spPr>
          <a:xfrm rot="5400000">
            <a:off x="7757927" y="2462856"/>
            <a:ext cx="52431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" type="body"/>
          </p:nvPr>
        </p:nvSpPr>
        <p:spPr>
          <a:xfrm rot="5400000">
            <a:off x="2839941" y="-844044"/>
            <a:ext cx="5243100" cy="8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1390650" y="6453386"/>
            <a:ext cx="12045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2893564" y="6453386"/>
            <a:ext cx="62808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9472736" y="6453386"/>
            <a:ext cx="1596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6" name="Google Shape;86;p23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1487488" y="379927"/>
            <a:ext cx="9634696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INCOMPARABLE</a:t>
            </a:r>
            <a:endParaRPr/>
          </a:p>
          <a:p>
            <a:pPr indent="0" lvl="0" marL="0" rtl="0" algn="ctr">
              <a:spcBef>
                <a:spcPts val="81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Dios de mi corazón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En ti encontré mi salvación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Tu gloria y majestad quiero siempre contemplar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idx="1" type="body"/>
          </p:nvPr>
        </p:nvSpPr>
        <p:spPr>
          <a:xfrm>
            <a:off x="630918" y="527539"/>
            <a:ext cx="10930163" cy="4994031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Tú eres mi adoración y mi eterna canción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Todo mi interior es cautivado por tu amor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1539899" y="201034"/>
            <a:ext cx="9294255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Eres Dios eterno,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solo tú eres bueno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Dios incomparable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eres tú.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/>
          <p:nvPr/>
        </p:nvSpPr>
        <p:spPr>
          <a:xfrm>
            <a:off x="815413" y="1062305"/>
            <a:ext cx="107572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me separaré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gran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mi salvador.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1487488" y="379927"/>
            <a:ext cx="9634696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INCOMPARABLE</a:t>
            </a:r>
            <a:endParaRPr/>
          </a:p>
          <a:p>
            <a:pPr indent="0" lvl="0" marL="0" rtl="0" algn="ctr">
              <a:spcBef>
                <a:spcPts val="81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Dios de mi corazón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En ti encontré mi salvación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Tu gloria y majestad quiero siempre contemplar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idx="1" type="body"/>
          </p:nvPr>
        </p:nvSpPr>
        <p:spPr>
          <a:xfrm>
            <a:off x="630918" y="679939"/>
            <a:ext cx="10930163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Tú eres mi adoración y mi eterna canción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Todo mi interior es cautivado por tu amor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idx="1" type="body"/>
          </p:nvPr>
        </p:nvSpPr>
        <p:spPr>
          <a:xfrm>
            <a:off x="1539899" y="201034"/>
            <a:ext cx="9294255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Eres Dios eterno,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solo tú eres bueno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Dios incomparable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eres tú.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815413" y="1107133"/>
            <a:ext cx="107572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me separaré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gran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mi salvador.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1539899" y="201034"/>
            <a:ext cx="9294255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 Eres Dios eterno,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solo tú eres bueno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Dios incomparable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b="1" lang="es-CO" sz="6700">
                <a:latin typeface="Arial Black"/>
                <a:ea typeface="Arial Black"/>
                <a:cs typeface="Arial Black"/>
                <a:sym typeface="Arial Black"/>
              </a:rPr>
              <a:t>eres tú.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1243015" y="1062305"/>
            <a:ext cx="1075728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Nunca me separaré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tu gran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Señor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mi salvador.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2018-06-09T20:43:29Z</dcterms:created>
  <dc:creator>Familia Tobón Ch</dc:creator>
</cp:coreProperties>
</file>
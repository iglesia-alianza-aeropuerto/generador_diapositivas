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35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40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341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01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77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975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00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20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457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19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7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0747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24 BENDITO ES EL SEÑOR</a:t>
            </a:r>
            <a:endParaRPr lang="es-ES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r>
              <a:rPr lang="es-ES" sz="3200" b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 </a:t>
            </a:r>
            <a:endParaRPr lang="es-ES" sz="3200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Bendito es el Señor, enaltecido sea Dios. Bendito es el Señor,</a:t>
            </a:r>
            <a:endParaRPr lang="es-ES" sz="6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enaltecido sea Dios</a:t>
            </a:r>
            <a:r>
              <a:rPr lang="es-ES" sz="3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</a:t>
            </a:r>
            <a:endParaRPr lang="es-ES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3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ES" sz="3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941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24000" y="0"/>
            <a:ext cx="914400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5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¡Hosanna! Bendita sea la Roca, Bendita sea la Roca de mi salvación.</a:t>
            </a:r>
            <a:endParaRPr lang="es-ES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¡Hosanna! Bendita sea la Roca,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Bendita sea la Roca de mi salvación.</a:t>
            </a:r>
            <a:endParaRPr lang="es-ES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ES" sz="3200" b="1" i="1" dirty="0">
                <a:solidFill>
                  <a:prstClr val="white"/>
                </a:solidFill>
                <a:latin typeface="Arial Black" pitchFamily="34" charset="0"/>
              </a:rPr>
              <a:t> </a:t>
            </a:r>
            <a:endParaRPr lang="es-ES" sz="3200" dirty="0">
              <a:solidFill>
                <a:prstClr val="white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69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Yo te amo, oh Señor, mi roca y libertador. Yo te amo, oh Señor, mi roca y libertador.</a:t>
            </a:r>
            <a:endParaRPr lang="es-ES" sz="74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0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66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24000" y="0"/>
            <a:ext cx="914400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5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¡Hosanna! Bendita sea la Roca, Bendita sea la Roca de mi salvación.</a:t>
            </a:r>
            <a:endParaRPr lang="es-ES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¡Hosanna! Bendita sea la Roca,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Bendita sea la Roca de mi salvación.</a:t>
            </a:r>
            <a:endParaRPr lang="es-ES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ES" sz="3200" b="1" i="1" dirty="0">
                <a:solidFill>
                  <a:prstClr val="white"/>
                </a:solidFill>
                <a:latin typeface="Arial Black" pitchFamily="34" charset="0"/>
              </a:rPr>
              <a:t> </a:t>
            </a:r>
            <a:endParaRPr lang="es-ES" sz="3200" dirty="0">
              <a:solidFill>
                <a:prstClr val="white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86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Yo te confesaré, y a tu nombre cantaré. Yo te confesaré, y a tu nombre cantaré.</a:t>
            </a:r>
          </a:p>
          <a:p>
            <a:endParaRPr lang="es-CO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95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524000" y="0"/>
            <a:ext cx="9144000" cy="6586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54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¡Hosanna! Bendita sea la Roca, Bendita sea la Roca de mi salvación.</a:t>
            </a:r>
            <a:endParaRPr lang="es-ES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¡Hosanna! Bendita sea la Roca,</a:t>
            </a:r>
            <a:r>
              <a:rPr lang="es-ES" sz="5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Bendita sea la Roca de mi salvación.</a:t>
            </a:r>
            <a:endParaRPr lang="es-ES" sz="5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r>
              <a:rPr lang="es-ES" sz="3200" b="1" i="1" dirty="0">
                <a:solidFill>
                  <a:prstClr val="white"/>
                </a:solidFill>
                <a:latin typeface="Arial Black" pitchFamily="34" charset="0"/>
              </a:rPr>
              <a:t> </a:t>
            </a:r>
            <a:endParaRPr lang="es-ES" sz="3200" dirty="0">
              <a:solidFill>
                <a:prstClr val="white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42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Panorámica</PresentationFormat>
  <Paragraphs>19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2017-03-02T17:00:22Z</dcterms:created>
  <dcterms:modified xsi:type="dcterms:W3CDTF">2017-03-02T17:00:25Z</dcterms:modified>
</cp:coreProperties>
</file>
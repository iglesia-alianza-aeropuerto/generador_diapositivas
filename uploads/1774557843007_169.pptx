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8739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395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328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191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84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274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214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110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417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746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73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7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402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276 PADRE, TU PALABRA</a:t>
            </a:r>
          </a:p>
          <a:p>
            <a:pPr algn="ctr"/>
            <a:endParaRPr lang="es-CO" sz="3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1. Padre, tu Palabra es mi delicia y mi solaz; Guíe siempre aquí mis pies, y a mi alma traiga paz.</a:t>
            </a:r>
          </a:p>
          <a:p>
            <a:pPr algn="ctr"/>
            <a:endParaRPr lang="es-CO" sz="3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225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662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Coro: </a:t>
            </a:r>
          </a:p>
          <a:p>
            <a:pPr algn="ctr"/>
            <a:r>
              <a:rPr lang="es-CO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Es tu ley, Señor, faro celestial, Que en perenne resplandor, Norte y guía da al mortal.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778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2. Sí, obediente oí tu voz, En tu gracia fuerza hallé, Y con firme pie y veloz por tus sendas caminé.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4854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662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Coro: </a:t>
            </a:r>
          </a:p>
          <a:p>
            <a:pPr algn="ctr"/>
            <a:r>
              <a:rPr lang="es-CO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Es tu ley, Señor, faro celestial, Que en perenne resplandor, Norte y guía da al mortal.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62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3. Tu verdad es mi sostén Contra duda y tentación, Y destila calma y bien Cuando asalta la aflicción.</a:t>
            </a:r>
          </a:p>
          <a:p>
            <a:pPr algn="ctr"/>
            <a:endParaRPr lang="es-CO" sz="3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1239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662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Coro: </a:t>
            </a:r>
          </a:p>
          <a:p>
            <a:pPr algn="ctr"/>
            <a:r>
              <a:rPr lang="es-CO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Es tu ley, Señor, faro celestial, Que en perenne resplandor, Norte y guía da al mortal.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856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4. Son tus dichos, para mí, Prendas fieles de salud; Dame, pues, que te oiga a ti, Con filial solicitud.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647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662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Coro: </a:t>
            </a:r>
          </a:p>
          <a:p>
            <a:pPr algn="ctr"/>
            <a:r>
              <a:rPr lang="es-CO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Es tu ley, Señor, faro celestial, Que en perenne resplandor, Norte y guía da al mortal.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482417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Microsoft Office PowerPoint</Application>
  <PresentationFormat>Panorámica</PresentationFormat>
  <Paragraphs>16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2017-05-10T22:11:37Z</dcterms:created>
  <dcterms:modified xsi:type="dcterms:W3CDTF">2017-05-10T22:11:45Z</dcterms:modified>
</cp:coreProperties>
</file>
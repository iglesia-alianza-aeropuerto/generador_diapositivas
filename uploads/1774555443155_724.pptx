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Corbel"/>
      <p:regular r:id="rId13"/>
      <p:bold r:id="rId14"/>
      <p:italic r:id="rId15"/>
      <p:boldItalic r:id="rId16"/>
    </p:embeddedFon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dVbqw2DHjfzMz9J+B1Zr3cy7g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orbel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bel-italic.fntdata"/><Relationship Id="rId14" Type="http://schemas.openxmlformats.org/officeDocument/2006/relationships/font" Target="fonts/Corbel-bold.fntdata"/><Relationship Id="rId17" Type="http://schemas.openxmlformats.org/officeDocument/2006/relationships/font" Target="fonts/ArialBlack-regular.fntdata"/><Relationship Id="rId16" Type="http://schemas.openxmlformats.org/officeDocument/2006/relationships/font" Target="fonts/Corbel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8" name="Google Shape;28;p11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" name="Google Shape;31;p11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" name="Google Shape;33;p11"/>
          <p:cNvSpPr txBox="1"/>
          <p:nvPr>
            <p:ph type="ctrTitle"/>
          </p:nvPr>
        </p:nvSpPr>
        <p:spPr>
          <a:xfrm>
            <a:off x="1219200" y="4343400"/>
            <a:ext cx="103632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9144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" type="subTitle"/>
          </p:nvPr>
        </p:nvSpPr>
        <p:spPr>
          <a:xfrm>
            <a:off x="1219200" y="2834640"/>
            <a:ext cx="1036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11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" name="Google Shape;36;p11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" name="Google Shape;37;p11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" name="Google Shape;38;p11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6438603" y="1073888"/>
            <a:ext cx="5762848" cy="5791200"/>
          </a:xfrm>
          <a:custGeom>
            <a:rect b="b" l="l" r="r" t="t"/>
            <a:pathLst>
              <a:path extrusionOk="0" h="3648" w="2736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" name="Google Shape;47;p13"/>
          <p:cNvSpPr/>
          <p:nvPr/>
        </p:nvSpPr>
        <p:spPr>
          <a:xfrm>
            <a:off x="498621" y="0"/>
            <a:ext cx="7352715" cy="6615332"/>
          </a:xfrm>
          <a:custGeom>
            <a:rect b="b" l="l" r="r" t="t"/>
            <a:pathLst>
              <a:path extrusionOk="0" h="4128" w="3504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" name="Google Shape;48;p13"/>
          <p:cNvSpPr/>
          <p:nvPr/>
        </p:nvSpPr>
        <p:spPr>
          <a:xfrm rot="5236414">
            <a:off x="6635304" y="1285480"/>
            <a:ext cx="4114800" cy="158496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8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7924800" y="0"/>
            <a:ext cx="3657600" cy="4267200"/>
          </a:xfrm>
          <a:custGeom>
            <a:rect b="b" l="l" r="r" t="t"/>
            <a:pathLst>
              <a:path extrusionOk="0" h="2688" w="172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13"/>
          <p:cNvSpPr/>
          <p:nvPr/>
        </p:nvSpPr>
        <p:spPr>
          <a:xfrm>
            <a:off x="7924800" y="4267200"/>
            <a:ext cx="4267200" cy="1143000"/>
          </a:xfrm>
          <a:custGeom>
            <a:rect b="b" l="l" r="r" t="t"/>
            <a:pathLst>
              <a:path extrusionOk="0" h="720" w="2016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" name="Google Shape;51;p13"/>
          <p:cNvSpPr/>
          <p:nvPr/>
        </p:nvSpPr>
        <p:spPr>
          <a:xfrm>
            <a:off x="7924800" y="0"/>
            <a:ext cx="1828800" cy="4267200"/>
          </a:xfrm>
          <a:custGeom>
            <a:rect b="b" l="l" r="r" t="t"/>
            <a:pathLst>
              <a:path extrusionOk="0" h="2688" w="864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7931152" y="4246564"/>
            <a:ext cx="2787649" cy="2611437"/>
          </a:xfrm>
          <a:custGeom>
            <a:rect b="b" l="l" r="r" t="t"/>
            <a:pathLst>
              <a:path extrusionOk="0" h="1645" w="1317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7924800" y="4267200"/>
            <a:ext cx="2133600" cy="2590800"/>
          </a:xfrm>
          <a:custGeom>
            <a:rect b="b" l="l" r="r" t="t"/>
            <a:pathLst>
              <a:path extrusionOk="0" h="1632" w="1008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7924800" y="1371600"/>
            <a:ext cx="4267200" cy="2895600"/>
          </a:xfrm>
          <a:custGeom>
            <a:rect b="b" l="l" r="r" t="t"/>
            <a:pathLst>
              <a:path extrusionOk="0" h="1824" w="2016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924800" y="1752600"/>
            <a:ext cx="4267200" cy="2514600"/>
          </a:xfrm>
          <a:custGeom>
            <a:rect b="b" l="l" r="r" t="t"/>
            <a:pathLst>
              <a:path extrusionOk="0" h="1584" w="2016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320800" y="4267200"/>
            <a:ext cx="6604000" cy="2590800"/>
          </a:xfrm>
          <a:custGeom>
            <a:rect b="b" l="l" r="r" t="t"/>
            <a:pathLst>
              <a:path extrusionOk="0" h="1632" w="3120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11200" y="4267200"/>
            <a:ext cx="7112000" cy="2590800"/>
          </a:xfrm>
          <a:custGeom>
            <a:rect b="b" l="l" r="r" t="t"/>
            <a:pathLst>
              <a:path extrusionOk="0" h="1632" w="3360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89099" y="2438400"/>
            <a:ext cx="7518400" cy="1828800"/>
          </a:xfrm>
          <a:custGeom>
            <a:rect b="b" l="l" r="r" t="t"/>
            <a:pathLst>
              <a:path extrusionOk="0" h="1152" w="35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489099" y="2133600"/>
            <a:ext cx="7518400" cy="213360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096000" y="4267200"/>
            <a:ext cx="1828800" cy="2590800"/>
          </a:xfrm>
          <a:custGeom>
            <a:rect b="b" l="l" r="r" t="t"/>
            <a:pathLst>
              <a:path extrusionOk="0" h="1632" w="864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rgbClr val="C8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942536" y="1351672"/>
            <a:ext cx="7624064" cy="977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rgbClr val="C8EE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942536" y="512064"/>
            <a:ext cx="10875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6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3800"/>
              <a:buFont typeface="Consolas"/>
              <a:buNone/>
              <a:defRPr b="0" sz="3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13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" name="Google Shape;69;p13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" name="Google Shape;70;p13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09600" y="512064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619125" y="17705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2" type="body"/>
          </p:nvPr>
        </p:nvSpPr>
        <p:spPr>
          <a:xfrm>
            <a:off x="6207125" y="17705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rgbClr val="C8EE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673099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609600" y="1809750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2" type="body"/>
          </p:nvPr>
        </p:nvSpPr>
        <p:spPr>
          <a:xfrm>
            <a:off x="6193368" y="1809750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3" type="body"/>
          </p:nvPr>
        </p:nvSpPr>
        <p:spPr>
          <a:xfrm>
            <a:off x="609600" y="2459037"/>
            <a:ext cx="5386917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4" type="body"/>
          </p:nvPr>
        </p:nvSpPr>
        <p:spPr>
          <a:xfrm>
            <a:off x="6193368" y="2459037"/>
            <a:ext cx="5389033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" name="Google Shape;93;p15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" name="Google Shape;94;p15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15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15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914400" y="273050"/>
            <a:ext cx="109728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3600"/>
              <a:buFont typeface="Consola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914400" y="1435100"/>
            <a:ext cx="3352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2" type="body"/>
          </p:nvPr>
        </p:nvSpPr>
        <p:spPr>
          <a:xfrm>
            <a:off x="4572000" y="14351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2" name="Google Shape;112;p18"/>
          <p:cNvCxnSpPr/>
          <p:nvPr/>
        </p:nvCxnSpPr>
        <p:spPr>
          <a:xfrm>
            <a:off x="484260" y="1885028"/>
            <a:ext cx="11710163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3" name="Google Shape;113;p18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14" name="Google Shape;114;p18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" name="Google Shape;117;p18"/>
          <p:cNvSpPr txBox="1"/>
          <p:nvPr>
            <p:ph type="title"/>
          </p:nvPr>
        </p:nvSpPr>
        <p:spPr>
          <a:xfrm>
            <a:off x="1219200" y="441252"/>
            <a:ext cx="9144000" cy="701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2100"/>
              <a:buFont typeface="Consolas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/>
          <p:nvPr>
            <p:ph idx="2" type="pic"/>
          </p:nvPr>
        </p:nvSpPr>
        <p:spPr>
          <a:xfrm>
            <a:off x="490709" y="1893781"/>
            <a:ext cx="11704320" cy="496014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1219200" y="1150144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FFFFFF"/>
                </a:solidFill>
              </a:defRPr>
            </a:lvl1pPr>
            <a:lvl2pPr indent="-297180" lvl="1" marL="914400" algn="l">
              <a:spcBef>
                <a:spcPts val="240"/>
              </a:spcBef>
              <a:spcAft>
                <a:spcPts val="0"/>
              </a:spcAft>
              <a:buSzPts val="1080"/>
              <a:buChar char="🢭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grpSp>
        <p:nvGrpSpPr>
          <p:cNvPr id="120" name="Google Shape;120;p18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21" name="Google Shape;121;p18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18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" name="Google Shape;124;p18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25" name="Google Shape;125;p18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8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8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8" name="Google Shape;128;p18"/>
          <p:cNvSpPr txBox="1"/>
          <p:nvPr>
            <p:ph idx="10" type="dt"/>
          </p:nvPr>
        </p:nvSpPr>
        <p:spPr>
          <a:xfrm>
            <a:off x="8636000" y="5549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8"/>
          <p:cNvSpPr txBox="1"/>
          <p:nvPr>
            <p:ph idx="11" type="ftr"/>
          </p:nvPr>
        </p:nvSpPr>
        <p:spPr>
          <a:xfrm>
            <a:off x="1219200" y="55499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11480800" y="55499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 rot="5400000">
            <a:off x="4114800" y="-1112040"/>
            <a:ext cx="4572000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 rot="5400000">
            <a:off x="7234238" y="1879603"/>
            <a:ext cx="5851525" cy="26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 rot="5400000">
            <a:off x="1798638" y="-711197"/>
            <a:ext cx="5851525" cy="7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80000" ty="0" sy="80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7;p9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" name="Google Shape;8;p9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" name="Google Shape;9;p9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" name="Google Shape;10;p9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9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9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b="0" i="0" sz="4000" u="none" cap="none" strike="noStrike">
                <a:solidFill>
                  <a:srgbClr val="3D577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9"/>
          <p:cNvSpPr txBox="1"/>
          <p:nvPr>
            <p:ph idx="1" type="body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9575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/>
        </p:nvSpPr>
        <p:spPr>
          <a:xfrm>
            <a:off x="1524000" y="1"/>
            <a:ext cx="9144000" cy="6663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298 ¿QUÉ ME PUEDE DAR PERDÓN?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¿Qué me puede dar perdón? Sólo de Jesús la sangre; ¿Y un nuevo corazón? Sólo de Jesús la sangre.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/>
        </p:nvSpPr>
        <p:spPr>
          <a:xfrm>
            <a:off x="1524000" y="0"/>
            <a:ext cx="9144000" cy="632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0" i="1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Precioso es el raudal Que limpia todo mal; No hay otro manantial, Sólo de Jesús</a:t>
            </a:r>
            <a:endParaRPr b="0" i="0" sz="73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1524000" y="214291"/>
            <a:ext cx="91440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Fue el rescate eficaz, sólo de Jesús la sangre; Trajo santidad y paz, sólo de Jesús la sangre.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/>
        </p:nvSpPr>
        <p:spPr>
          <a:xfrm>
            <a:off x="1524000" y="0"/>
            <a:ext cx="9144000" cy="632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Precioso es el raudal Que limpia todo mal; No hay otro manantial, Sólo de Jesús</a:t>
            </a:r>
            <a:endParaRPr sz="73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/>
        </p:nvSpPr>
        <p:spPr>
          <a:xfrm>
            <a:off x="1524000" y="0"/>
            <a:ext cx="9144000" cy="7509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Veo para mi salud, sólo de Jesús la sangre; Tiene de sanar virtud, sólo de Jesús la sangre.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/>
        </p:nvSpPr>
        <p:spPr>
          <a:xfrm>
            <a:off x="1524000" y="0"/>
            <a:ext cx="9144000" cy="632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Precioso es el raudal Que limpia todo mal; No hay otro manantial, Sólo de Jesús</a:t>
            </a:r>
            <a:endParaRPr sz="73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/>
        </p:nvSpPr>
        <p:spPr>
          <a:xfrm>
            <a:off x="1524000" y="214290"/>
            <a:ext cx="9144000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4. Cantaré junto a sus pies, Sólo de Jesús la sangre; El Cordero digno es, sólo de Jesús la sangre.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/>
        </p:nvSpPr>
        <p:spPr>
          <a:xfrm>
            <a:off x="1524000" y="0"/>
            <a:ext cx="9144000" cy="632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Precioso es el raudal Que limpia todo mal; No hay otro manantial, Sólo de Jesús</a:t>
            </a:r>
            <a:endParaRPr sz="73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2017-05-10T22:26:25Z</dcterms:created>
  <dc:creator>Kadiesa</dc:creator>
</cp:coreProperties>
</file>
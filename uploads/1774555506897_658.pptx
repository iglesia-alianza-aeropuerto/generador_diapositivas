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6" r:id="rId3"/>
    <p:sldId id="347" r:id="rId4"/>
    <p:sldId id="348" r:id="rId5"/>
    <p:sldId id="349" r:id="rId6"/>
    <p:sldId id="350" r:id="rId7"/>
    <p:sldId id="351" r:id="rId8"/>
    <p:sldId id="352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100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B01E4-F264-A3D3-D950-A2E4977D9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742FC0-9870-0569-0A21-8DE67060C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27E2AC-C4CB-FA3A-5CDA-320698F1D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C6F3-2C33-4118-AAB6-30F3EA3ED0BE}" type="datetimeFigureOut">
              <a:rPr lang="es-ES" smtClean="0"/>
              <a:t>10/11/2023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75AD79-1D49-C4E2-1FD8-62311872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6E4CB3-B29A-5F47-C9EA-2AF70D683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4B31D-D49B-4886-9F7E-438EB73441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8629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4C5765-39B6-A202-D2BF-ABBBEA6F2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BB370C-D644-5A8E-63DB-7D3A285D8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F72353-58BB-CB06-D440-96FCE4E54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C6F3-2C33-4118-AAB6-30F3EA3ED0BE}" type="datetimeFigureOut">
              <a:rPr lang="es-ES" smtClean="0"/>
              <a:t>10/11/2023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CE4248-3DFD-DE19-8E71-084269B86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EDB4BC-4472-5B26-FAF1-A16133AC4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4B31D-D49B-4886-9F7E-438EB73441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3535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9DEDE-3E5B-3DA5-DC0C-EF51B8568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D3F730-B694-121D-F29D-DBB247575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58A627-6327-05E0-5ADA-C29ACB238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C6F3-2C33-4118-AAB6-30F3EA3ED0BE}" type="datetimeFigureOut">
              <a:rPr lang="es-ES" smtClean="0"/>
              <a:t>10/11/2023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C8E881-A08A-72BA-FEFF-F7600937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B2D604-677C-729A-B70A-49D012637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4B31D-D49B-4886-9F7E-438EB73441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2635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B4033-CCC1-39FA-62E7-2C2482BB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ED998C-9D33-D135-A88D-FBBD66050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3EB9EF-CD3E-4990-8AD2-FD427DF1A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0BE073-B586-F59A-9FF9-D9D9544F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C6F3-2C33-4118-AAB6-30F3EA3ED0BE}" type="datetimeFigureOut">
              <a:rPr lang="es-ES" smtClean="0"/>
              <a:t>10/11/2023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EE0FA17-C237-8A25-D83E-E30031B49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C8F7DC-5D79-2509-7E3C-23CC20F93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4B31D-D49B-4886-9F7E-438EB73441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9350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D3A6C-E000-531E-AF79-82533B194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E187E9-5BFD-208C-02F9-FA64BBD73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DE4C43-0224-4CB8-90E4-2671D549C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BECDE4E-5EBB-F6E7-48DA-9BBD00D85D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A1868F6-901C-15E8-ED78-711FE9B91A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CDC3D13-21F8-83BC-8498-F2EEC958F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C6F3-2C33-4118-AAB6-30F3EA3ED0BE}" type="datetimeFigureOut">
              <a:rPr lang="es-ES" smtClean="0"/>
              <a:t>10/11/2023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DB3C18E-7B99-D91D-C8E3-5626CFDF3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E76C06A-D23E-5EB0-F0B1-1426B8509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4B31D-D49B-4886-9F7E-438EB73441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466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C06D9-5C09-BCE9-431E-4B176143F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9C2B5D-02A0-656C-C99E-572034F08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C6F3-2C33-4118-AAB6-30F3EA3ED0BE}" type="datetimeFigureOut">
              <a:rPr lang="es-ES" smtClean="0"/>
              <a:t>10/11/2023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A605E80-EAB6-B542-3B5A-2842E67E0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1D659DF-6219-431C-A517-EF7CB509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4B31D-D49B-4886-9F7E-438EB73441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1596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B269B2F-83FF-F8AE-844F-89BBD7325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C6F3-2C33-4118-AAB6-30F3EA3ED0BE}" type="datetimeFigureOut">
              <a:rPr lang="es-ES" smtClean="0"/>
              <a:t>10/11/2023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E98BDFC-FCBB-9CEE-E4E0-F58A552AE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4A666F-612E-C225-6F10-2B8950A31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4B31D-D49B-4886-9F7E-438EB73441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7554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14842-DA2C-F806-7E07-F6F47230D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ADB1D1-1A3B-0E99-C1DD-48B6E40EF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55DADFC-0E26-7014-FD07-C90CA547A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9FA407-7115-3FFF-15D5-B55352A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C6F3-2C33-4118-AAB6-30F3EA3ED0BE}" type="datetimeFigureOut">
              <a:rPr lang="es-ES" smtClean="0"/>
              <a:t>10/11/2023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7641AD-2C32-9CE0-916E-9BF66E620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59B8C5-719B-5F03-77F6-5017F2671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4B31D-D49B-4886-9F7E-438EB73441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3457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6512E-BDB7-3C47-2821-713C48613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59ECAC0-AE25-3CA8-F40C-30603D10D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FDA381-8648-1E35-CBC4-69345E88E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2495A02-5641-5422-2AB0-3482CBFB0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C6F3-2C33-4118-AAB6-30F3EA3ED0BE}" type="datetimeFigureOut">
              <a:rPr lang="es-ES" smtClean="0"/>
              <a:t>10/11/2023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021DAB-601B-B7AE-E597-1FC2D76DE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56ACA0-EB0B-689D-E34A-833C452C7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4B31D-D49B-4886-9F7E-438EB73441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7045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3C54C-D707-1384-ADA5-EA501C2F7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08803D-DCBB-31BF-9B39-1E7503AA8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B97120-C422-8423-1AE7-6512887B7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C6F3-2C33-4118-AAB6-30F3EA3ED0BE}" type="datetimeFigureOut">
              <a:rPr lang="es-ES" smtClean="0"/>
              <a:t>10/11/2023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549E3D-4B38-58C7-0685-40DF20E6C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87E705-B925-ACE1-3CE8-74733204C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4B31D-D49B-4886-9F7E-438EB73441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178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653F39-AE75-CC62-71C3-C5DF791E52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C8CE4F9-0303-1FE9-96E1-E3868C069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7A11AC-E0AA-C0B8-1873-358492E3F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C6F3-2C33-4118-AAB6-30F3EA3ED0BE}" type="datetimeFigureOut">
              <a:rPr lang="es-ES" smtClean="0"/>
              <a:t>10/11/2023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0833F2-4ED3-582C-8851-5B24E4F39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9B2EA6-51A0-8C49-FC2C-DFCB2C69B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4B31D-D49B-4886-9F7E-438EB73441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4492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8D21CB4-A22E-5FDA-E2D0-E912558BF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5FA6EA-EC15-9DFF-0CCE-FD16B11B9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EFA133-589F-CA65-3A0E-E4107DCD3E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4C6F3-2C33-4118-AAB6-30F3EA3ED0BE}" type="datetimeFigureOut">
              <a:rPr lang="es-ES" smtClean="0"/>
              <a:t>10/11/2023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B675BB-D5F4-8385-D513-B433DA77B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64F3A7-9B0E-41B6-B352-10F73602E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4B31D-D49B-4886-9F7E-438EB73441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1782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4294967295"/>
          </p:nvPr>
        </p:nvSpPr>
        <p:spPr>
          <a:xfrm>
            <a:off x="719406" y="123395"/>
            <a:ext cx="10755087" cy="6858000"/>
          </a:xfrm>
          <a:prstGeom prst="rect">
            <a:avLst/>
          </a:prstGeom>
        </p:spPr>
        <p:txBody>
          <a:bodyPr vert="horz" lIns="91436" tIns="45719" rIns="91436" bIns="45719" rtlCol="0"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VE" sz="6000" dirty="0">
                <a:solidFill>
                  <a:srgbClr val="FF0000"/>
                </a:solidFill>
                <a:latin typeface="Arial Black" panose="020B0A04020102020204" pitchFamily="34" charset="0"/>
              </a:rPr>
              <a:t>CANTE AL SEÑOR</a:t>
            </a:r>
          </a:p>
          <a:p>
            <a:pPr marL="0" indent="0" algn="ctr">
              <a:buNone/>
            </a:pPr>
            <a:endParaRPr lang="es-VE" sz="40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Mi Cristo, mi rey,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nadie es como tú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Toda mi vida quiero exaltar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Las maravillas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de tu amor</a:t>
            </a:r>
            <a:endParaRPr lang="es-VE" sz="6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912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4294967295"/>
          </p:nvPr>
        </p:nvSpPr>
        <p:spPr>
          <a:xfrm>
            <a:off x="830975" y="709341"/>
            <a:ext cx="10755087" cy="5322491"/>
          </a:xfrm>
          <a:prstGeom prst="rect">
            <a:avLst/>
          </a:prstGeom>
        </p:spPr>
        <p:txBody>
          <a:bodyPr vert="horz" lIns="91436" tIns="45719" rIns="91436" bIns="45719" rtlCol="0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Consuelo, refugio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Torre de fuerza y poder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Todo mi ser,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lo que yo soy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Nunca cese de adorar</a:t>
            </a:r>
            <a:endParaRPr lang="es-VE" sz="51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43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4294967295"/>
          </p:nvPr>
        </p:nvSpPr>
        <p:spPr>
          <a:xfrm>
            <a:off x="718458" y="338424"/>
            <a:ext cx="10755087" cy="6181152"/>
          </a:xfrm>
          <a:prstGeom prst="rect">
            <a:avLst/>
          </a:prstGeom>
        </p:spPr>
        <p:txBody>
          <a:bodyPr vert="horz" lIns="91436" tIns="45719" rIns="91436" bIns="45719" rtlCol="0">
            <a:normAutofit lnSpcReduction="10000"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5400" dirty="0">
                <a:latin typeface="Arial Black" panose="020B0A04020102020204" pitchFamily="34" charset="0"/>
              </a:rPr>
              <a:t>Cante al Señor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5400" dirty="0">
                <a:latin typeface="Arial Black" panose="020B0A04020102020204" pitchFamily="34" charset="0"/>
              </a:rPr>
              <a:t>toda la creación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5400" dirty="0">
                <a:latin typeface="Arial Black" panose="020B0A04020102020204" pitchFamily="34" charset="0"/>
              </a:rPr>
              <a:t>Honra y poder,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5400" dirty="0">
                <a:latin typeface="Arial Black" panose="020B0A04020102020204" pitchFamily="34" charset="0"/>
              </a:rPr>
              <a:t>majestad sea al Rey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5400" dirty="0">
                <a:latin typeface="Arial Black" panose="020B0A04020102020204" pitchFamily="34" charset="0"/>
              </a:rPr>
              <a:t>Montes caerán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5400" dirty="0">
                <a:latin typeface="Arial Black" panose="020B0A04020102020204" pitchFamily="34" charset="0"/>
              </a:rPr>
              <a:t>y el mar rugirá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5400" dirty="0">
                <a:latin typeface="Arial Black" panose="020B0A04020102020204" pitchFamily="34" charset="0"/>
              </a:rPr>
              <a:t>Al sonar de su nombre</a:t>
            </a:r>
            <a:endParaRPr lang="es-VE" sz="5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66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4294967295"/>
          </p:nvPr>
        </p:nvSpPr>
        <p:spPr>
          <a:xfrm>
            <a:off x="991397" y="131827"/>
            <a:ext cx="10755087" cy="6858000"/>
          </a:xfrm>
          <a:prstGeom prst="rect">
            <a:avLst/>
          </a:prstGeom>
        </p:spPr>
        <p:txBody>
          <a:bodyPr vert="horz" lIns="91436" tIns="45719" rIns="91436" bIns="45719" rtlCol="0">
            <a:normAutofit lnSpcReduction="10000"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Canto con gozo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al mirar tu poder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Por siempre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yo te amaré y diré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Incomparables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promesas me das,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Señor</a:t>
            </a:r>
            <a:endParaRPr lang="es-VE" sz="51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286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4294967295"/>
          </p:nvPr>
        </p:nvSpPr>
        <p:spPr>
          <a:xfrm>
            <a:off x="719406" y="123395"/>
            <a:ext cx="10755087" cy="6858000"/>
          </a:xfrm>
          <a:prstGeom prst="rect">
            <a:avLst/>
          </a:prstGeom>
        </p:spPr>
        <p:txBody>
          <a:bodyPr vert="horz" lIns="91436" tIns="45719" rIns="91436" bIns="45719" rtlCol="0"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VE" sz="6000" dirty="0">
                <a:solidFill>
                  <a:srgbClr val="FF0000"/>
                </a:solidFill>
                <a:latin typeface="Arial Black" panose="020B0A04020102020204" pitchFamily="34" charset="0"/>
              </a:rPr>
              <a:t>CANTE AL SEÑOR</a:t>
            </a:r>
          </a:p>
          <a:p>
            <a:pPr marL="0" indent="0" algn="ctr">
              <a:buNone/>
            </a:pPr>
            <a:endParaRPr lang="es-VE" sz="40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Mi Cristo, mi rey,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nadie es como tú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Toda mi vida quiero exaltar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Las maravillas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de tu amor</a:t>
            </a:r>
            <a:endParaRPr lang="es-VE" sz="6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618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4294967295"/>
          </p:nvPr>
        </p:nvSpPr>
        <p:spPr>
          <a:xfrm>
            <a:off x="830975" y="709341"/>
            <a:ext cx="10755087" cy="5322491"/>
          </a:xfrm>
          <a:prstGeom prst="rect">
            <a:avLst/>
          </a:prstGeom>
        </p:spPr>
        <p:txBody>
          <a:bodyPr vert="horz" lIns="91436" tIns="45719" rIns="91436" bIns="45719" rtlCol="0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Consuelo, refugio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Torre de fuerza y poder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Todo mi ser,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lo que yo soy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Nunca cese de adorar</a:t>
            </a:r>
            <a:endParaRPr lang="es-VE" sz="51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402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4294967295"/>
          </p:nvPr>
        </p:nvSpPr>
        <p:spPr>
          <a:xfrm>
            <a:off x="718458" y="338424"/>
            <a:ext cx="10755087" cy="6181152"/>
          </a:xfrm>
          <a:prstGeom prst="rect">
            <a:avLst/>
          </a:prstGeom>
        </p:spPr>
        <p:txBody>
          <a:bodyPr vert="horz" lIns="91436" tIns="45719" rIns="91436" bIns="45719" rtlCol="0">
            <a:normAutofit lnSpcReduction="10000"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5400" dirty="0">
                <a:latin typeface="Arial Black" panose="020B0A04020102020204" pitchFamily="34" charset="0"/>
              </a:rPr>
              <a:t>Cante al Señor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5400" dirty="0">
                <a:latin typeface="Arial Black" panose="020B0A04020102020204" pitchFamily="34" charset="0"/>
              </a:rPr>
              <a:t>toda la creación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5400" dirty="0">
                <a:latin typeface="Arial Black" panose="020B0A04020102020204" pitchFamily="34" charset="0"/>
              </a:rPr>
              <a:t>Honra y poder,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5400" dirty="0">
                <a:latin typeface="Arial Black" panose="020B0A04020102020204" pitchFamily="34" charset="0"/>
              </a:rPr>
              <a:t>majestad sea al Rey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5400" dirty="0">
                <a:latin typeface="Arial Black" panose="020B0A04020102020204" pitchFamily="34" charset="0"/>
              </a:rPr>
              <a:t>Montes caerán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5400" dirty="0">
                <a:latin typeface="Arial Black" panose="020B0A04020102020204" pitchFamily="34" charset="0"/>
              </a:rPr>
              <a:t>y el mar rugirá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5400" dirty="0">
                <a:latin typeface="Arial Black" panose="020B0A04020102020204" pitchFamily="34" charset="0"/>
              </a:rPr>
              <a:t>Al sonar de su nombre</a:t>
            </a:r>
            <a:endParaRPr lang="es-VE" sz="5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192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4294967295"/>
          </p:nvPr>
        </p:nvSpPr>
        <p:spPr>
          <a:xfrm>
            <a:off x="991397" y="131827"/>
            <a:ext cx="10755087" cy="6858000"/>
          </a:xfrm>
          <a:prstGeom prst="rect">
            <a:avLst/>
          </a:prstGeom>
        </p:spPr>
        <p:txBody>
          <a:bodyPr vert="horz" lIns="91436" tIns="45719" rIns="91436" bIns="45719" rtlCol="0">
            <a:normAutofit lnSpcReduction="10000"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Canto con gozo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al mirar tu poder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Por siempre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yo te amaré y diré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Incomparables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promesas me das,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6000" dirty="0">
                <a:latin typeface="Arial Black" panose="020B0A04020102020204" pitchFamily="34" charset="0"/>
              </a:rPr>
              <a:t>Señor</a:t>
            </a:r>
            <a:endParaRPr lang="es-VE" sz="51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1851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Panorámica</PresentationFormat>
  <Paragraphs>52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Diego Tobón</dc:creator>
  <cp:lastModifiedBy>Diego Tobón</cp:lastModifiedBy>
  <cp:revision>1</cp:revision>
  <dcterms:created xsi:type="dcterms:W3CDTF">2023-11-10T14:15:13Z</dcterms:created>
  <dcterms:modified xsi:type="dcterms:W3CDTF">2023-11-10T14:15:28Z</dcterms:modified>
</cp:coreProperties>
</file>
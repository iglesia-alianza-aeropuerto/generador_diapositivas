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Arial Black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jSoi95ZZRXmg9otdzjugQf+0id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ArialBlack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lvl="0" algn="ctr">
              <a:spcBef>
                <a:spcPts val="860"/>
              </a:spcBef>
              <a:spcAft>
                <a:spcPts val="0"/>
              </a:spcAft>
              <a:buClr>
                <a:srgbClr val="888888"/>
              </a:buClr>
              <a:buSzPts val="43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0"/>
              </a:spcBef>
              <a:spcAft>
                <a:spcPts val="0"/>
              </a:spcAft>
              <a:buClr>
                <a:srgbClr val="888888"/>
              </a:buClr>
              <a:buSzPts val="37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Calibri"/>
              <a:buNone/>
              <a:defRPr b="1" sz="53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 sz="27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63550" lvl="0" marL="4572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400050" lvl="2" marL="1371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2" name="Google Shape;32;p15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63550" lvl="0" marL="4572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400050" lvl="2" marL="1371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3" name="Google Shape;33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4pPr>
            <a:lvl5pPr indent="-22860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5pPr>
            <a:lvl6pPr indent="-22860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6pPr>
            <a:lvl7pPr indent="-22860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7pPr>
            <a:lvl8pPr indent="-22860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8pPr>
            <a:lvl9pPr indent="-22860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195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4pPr>
            <a:lvl5pPr indent="-36195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2100"/>
            </a:lvl5pPr>
            <a:lvl6pPr indent="-36195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indent="-36195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indent="-36195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indent="-36195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/>
        </p:txBody>
      </p:sp>
      <p:sp>
        <p:nvSpPr>
          <p:cNvPr id="40" name="Google Shape;40;p16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4pPr>
            <a:lvl5pPr indent="-22860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5pPr>
            <a:lvl6pPr indent="-22860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6pPr>
            <a:lvl7pPr indent="-22860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7pPr>
            <a:lvl8pPr indent="-22860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8pPr>
            <a:lvl9pPr indent="-22860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9pPr>
          </a:lstStyle>
          <a:p/>
        </p:txBody>
      </p:sp>
      <p:sp>
        <p:nvSpPr>
          <p:cNvPr id="41" name="Google Shape;41;p16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195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4pPr>
            <a:lvl5pPr indent="-36195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2100"/>
            </a:lvl5pPr>
            <a:lvl6pPr indent="-36195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indent="-36195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indent="-36195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indent="-36195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/>
        </p:txBody>
      </p:sp>
      <p:sp>
        <p:nvSpPr>
          <p:cNvPr id="42" name="Google Shape;42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501650" lvl="0" marL="4572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1pPr>
            <a:lvl2pPr indent="-463550" lvl="1" marL="9144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–"/>
              <a:defRPr sz="3700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400050" lvl="3" marL="18288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4pPr>
            <a:lvl5pPr indent="-400050" lvl="4" marL="22860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  <a:defRPr sz="2700"/>
            </a:lvl5pPr>
            <a:lvl6pPr indent="-400050" lvl="5" marL="2743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6pPr>
            <a:lvl7pPr indent="-400050" lvl="6" marL="3200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7pPr>
            <a:lvl8pPr indent="-400050" lvl="7" marL="3657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8pPr>
            <a:lvl9pPr indent="-400050" lvl="8" marL="41148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Title-R1d.png" id="88" name="Google Shape;8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24"/>
          <p:cNvSpPr txBox="1"/>
          <p:nvPr>
            <p:ph type="ctrTitle"/>
          </p:nvPr>
        </p:nvSpPr>
        <p:spPr>
          <a:xfrm>
            <a:off x="1751012" y="1300785"/>
            <a:ext cx="8689976" cy="25092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wentieth Century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4"/>
          <p:cNvSpPr txBox="1"/>
          <p:nvPr>
            <p:ph idx="1" type="subTitle"/>
          </p:nvPr>
        </p:nvSpPr>
        <p:spPr>
          <a:xfrm>
            <a:off x="1751012" y="3886200"/>
            <a:ext cx="8689976" cy="137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7F7F7F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1" name="Google Shape;91;p2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95" name="Google Shape;95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5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" type="body"/>
          </p:nvPr>
        </p:nvSpPr>
        <p:spPr>
          <a:xfrm>
            <a:off x="913774" y="2367092"/>
            <a:ext cx="103638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02" name="Google Shape;102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6"/>
          <p:cNvSpPr txBox="1"/>
          <p:nvPr>
            <p:ph type="title"/>
          </p:nvPr>
        </p:nvSpPr>
        <p:spPr>
          <a:xfrm>
            <a:off x="913774" y="828563"/>
            <a:ext cx="10351752" cy="27368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wentieth Centur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6"/>
          <p:cNvSpPr txBox="1"/>
          <p:nvPr>
            <p:ph idx="1" type="body"/>
          </p:nvPr>
        </p:nvSpPr>
        <p:spPr>
          <a:xfrm>
            <a:off x="913774" y="3657457"/>
            <a:ext cx="10351752" cy="1368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2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09" name="Google Shape;109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7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7"/>
          <p:cNvSpPr txBox="1"/>
          <p:nvPr>
            <p:ph idx="1" type="body"/>
          </p:nvPr>
        </p:nvSpPr>
        <p:spPr>
          <a:xfrm>
            <a:off x="913774" y="2367092"/>
            <a:ext cx="51060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27"/>
          <p:cNvSpPr txBox="1"/>
          <p:nvPr>
            <p:ph idx="2" type="body"/>
          </p:nvPr>
        </p:nvSpPr>
        <p:spPr>
          <a:xfrm>
            <a:off x="6172200" y="2367092"/>
            <a:ext cx="5105400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17" name="Google Shape;117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8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1" type="body"/>
          </p:nvPr>
        </p:nvSpPr>
        <p:spPr>
          <a:xfrm>
            <a:off x="1146328" y="2371018"/>
            <a:ext cx="487347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28"/>
          <p:cNvSpPr txBox="1"/>
          <p:nvPr>
            <p:ph idx="2" type="body"/>
          </p:nvPr>
        </p:nvSpPr>
        <p:spPr>
          <a:xfrm>
            <a:off x="913774" y="3051012"/>
            <a:ext cx="5106027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idx="3" type="body"/>
          </p:nvPr>
        </p:nvSpPr>
        <p:spPr>
          <a:xfrm>
            <a:off x="6396423" y="2371018"/>
            <a:ext cx="488180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2" name="Google Shape;122;p28"/>
          <p:cNvSpPr txBox="1"/>
          <p:nvPr>
            <p:ph idx="4" type="body"/>
          </p:nvPr>
        </p:nvSpPr>
        <p:spPr>
          <a:xfrm>
            <a:off x="6172200" y="3051012"/>
            <a:ext cx="5105401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2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27" name="Google Shape;127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9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33" name="Google Shape;133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30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0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0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38" name="Google Shape;13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31"/>
          <p:cNvSpPr txBox="1"/>
          <p:nvPr>
            <p:ph type="title"/>
          </p:nvPr>
        </p:nvSpPr>
        <p:spPr>
          <a:xfrm>
            <a:off x="913775" y="609600"/>
            <a:ext cx="3935688" cy="20232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1"/>
          <p:cNvSpPr txBox="1"/>
          <p:nvPr>
            <p:ph idx="1" type="body"/>
          </p:nvPr>
        </p:nvSpPr>
        <p:spPr>
          <a:xfrm>
            <a:off x="5078062" y="609600"/>
            <a:ext cx="6200163" cy="518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1" name="Google Shape;141;p31"/>
          <p:cNvSpPr txBox="1"/>
          <p:nvPr>
            <p:ph idx="2" type="body"/>
          </p:nvPr>
        </p:nvSpPr>
        <p:spPr>
          <a:xfrm>
            <a:off x="913774" y="2632852"/>
            <a:ext cx="3935689" cy="31583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2" name="Google Shape;142;p3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3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46" name="Google Shape;146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2"/>
          <p:cNvSpPr txBox="1"/>
          <p:nvPr>
            <p:ph type="title"/>
          </p:nvPr>
        </p:nvSpPr>
        <p:spPr>
          <a:xfrm>
            <a:off x="913774" y="609600"/>
            <a:ext cx="5934969" cy="20232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2"/>
          <p:cNvSpPr/>
          <p:nvPr>
            <p:ph idx="2" type="pic"/>
          </p:nvPr>
        </p:nvSpPr>
        <p:spPr>
          <a:xfrm>
            <a:off x="7424803" y="609601"/>
            <a:ext cx="3255358" cy="5181600"/>
          </a:xfrm>
          <a:prstGeom prst="roundRect">
            <a:avLst>
              <a:gd fmla="val 494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9" name="Google Shape;149;p32"/>
          <p:cNvSpPr txBox="1"/>
          <p:nvPr>
            <p:ph idx="1" type="body"/>
          </p:nvPr>
        </p:nvSpPr>
        <p:spPr>
          <a:xfrm>
            <a:off x="913794" y="2632852"/>
            <a:ext cx="5934949" cy="3158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50" name="Google Shape;150;p3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descripción">
  <p:cSld name="Imagen panorámica con descripción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54" name="Google Shape;154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3"/>
          <p:cNvSpPr txBox="1"/>
          <p:nvPr>
            <p:ph type="title"/>
          </p:nvPr>
        </p:nvSpPr>
        <p:spPr>
          <a:xfrm>
            <a:off x="913794" y="4289374"/>
            <a:ext cx="10364432" cy="8116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3"/>
          <p:cNvSpPr/>
          <p:nvPr>
            <p:ph idx="2" type="pic"/>
          </p:nvPr>
        </p:nvSpPr>
        <p:spPr>
          <a:xfrm>
            <a:off x="1184744" y="698261"/>
            <a:ext cx="9822532" cy="3214136"/>
          </a:xfrm>
          <a:prstGeom prst="roundRect">
            <a:avLst>
              <a:gd fmla="val 4944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7" name="Google Shape;157;p33"/>
          <p:cNvSpPr txBox="1"/>
          <p:nvPr>
            <p:ph idx="1" type="body"/>
          </p:nvPr>
        </p:nvSpPr>
        <p:spPr>
          <a:xfrm>
            <a:off x="913774" y="5108728"/>
            <a:ext cx="10364452" cy="6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58" name="Google Shape;158;p3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62" name="Google Shape;162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4"/>
          <p:cNvSpPr txBox="1"/>
          <p:nvPr>
            <p:ph type="title"/>
          </p:nvPr>
        </p:nvSpPr>
        <p:spPr>
          <a:xfrm>
            <a:off x="913774" y="609599"/>
            <a:ext cx="10364452" cy="3427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34"/>
          <p:cNvSpPr txBox="1"/>
          <p:nvPr>
            <p:ph idx="1" type="body"/>
          </p:nvPr>
        </p:nvSpPr>
        <p:spPr>
          <a:xfrm>
            <a:off x="913775" y="4204821"/>
            <a:ext cx="10364452" cy="1586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65" name="Google Shape;165;p3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3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69" name="Google Shape;169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5"/>
          <p:cNvSpPr txBox="1"/>
          <p:nvPr>
            <p:ph type="title"/>
          </p:nvPr>
        </p:nvSpPr>
        <p:spPr>
          <a:xfrm>
            <a:off x="1446212" y="609600"/>
            <a:ext cx="9302752" cy="2992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5"/>
          <p:cNvSpPr txBox="1"/>
          <p:nvPr>
            <p:ph idx="1" type="body"/>
          </p:nvPr>
        </p:nvSpPr>
        <p:spPr>
          <a:xfrm>
            <a:off x="1720644" y="3610032"/>
            <a:ext cx="8752299" cy="594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2" name="Google Shape;172;p35"/>
          <p:cNvSpPr txBox="1"/>
          <p:nvPr>
            <p:ph idx="2" type="body"/>
          </p:nvPr>
        </p:nvSpPr>
        <p:spPr>
          <a:xfrm>
            <a:off x="913774" y="4372796"/>
            <a:ext cx="10364452" cy="1421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3" name="Google Shape;173;p3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3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3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  <p:sp>
        <p:nvSpPr>
          <p:cNvPr id="176" name="Google Shape;176;p35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b="0" i="0" lang="es-VE" sz="8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/>
          </a:p>
        </p:txBody>
      </p:sp>
      <p:sp>
        <p:nvSpPr>
          <p:cNvPr id="177" name="Google Shape;177;p35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b="0" i="0" lang="es-VE" sz="8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79" name="Google Shape;179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6"/>
          <p:cNvSpPr txBox="1"/>
          <p:nvPr>
            <p:ph type="title"/>
          </p:nvPr>
        </p:nvSpPr>
        <p:spPr>
          <a:xfrm>
            <a:off x="913775" y="2138721"/>
            <a:ext cx="10364452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36"/>
          <p:cNvSpPr txBox="1"/>
          <p:nvPr>
            <p:ph idx="1" type="body"/>
          </p:nvPr>
        </p:nvSpPr>
        <p:spPr>
          <a:xfrm>
            <a:off x="913775" y="4662335"/>
            <a:ext cx="10364452" cy="11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82" name="Google Shape;182;p3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3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3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3">
  <p:cSld name="Columna 3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86" name="Google Shape;186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7"/>
          <p:cNvSpPr txBox="1"/>
          <p:nvPr>
            <p:ph type="title"/>
          </p:nvPr>
        </p:nvSpPr>
        <p:spPr>
          <a:xfrm>
            <a:off x="913774" y="609600"/>
            <a:ext cx="10364452" cy="1605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37"/>
          <p:cNvSpPr txBox="1"/>
          <p:nvPr>
            <p:ph idx="1" type="body"/>
          </p:nvPr>
        </p:nvSpPr>
        <p:spPr>
          <a:xfrm>
            <a:off x="913774" y="2367093"/>
            <a:ext cx="329897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89" name="Google Shape;189;p37"/>
          <p:cNvSpPr txBox="1"/>
          <p:nvPr>
            <p:ph idx="2" type="body"/>
          </p:nvPr>
        </p:nvSpPr>
        <p:spPr>
          <a:xfrm>
            <a:off x="913774" y="2943355"/>
            <a:ext cx="3298976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90" name="Google Shape;190;p37"/>
          <p:cNvSpPr txBox="1"/>
          <p:nvPr>
            <p:ph idx="3" type="body"/>
          </p:nvPr>
        </p:nvSpPr>
        <p:spPr>
          <a:xfrm>
            <a:off x="4452389" y="2367093"/>
            <a:ext cx="329152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1" name="Google Shape;191;p37"/>
          <p:cNvSpPr txBox="1"/>
          <p:nvPr>
            <p:ph idx="4" type="body"/>
          </p:nvPr>
        </p:nvSpPr>
        <p:spPr>
          <a:xfrm>
            <a:off x="4441348" y="2943355"/>
            <a:ext cx="3303351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92" name="Google Shape;192;p37"/>
          <p:cNvSpPr txBox="1"/>
          <p:nvPr>
            <p:ph idx="5" type="body"/>
          </p:nvPr>
        </p:nvSpPr>
        <p:spPr>
          <a:xfrm>
            <a:off x="7973298" y="2367093"/>
            <a:ext cx="33049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3" name="Google Shape;193;p37"/>
          <p:cNvSpPr txBox="1"/>
          <p:nvPr>
            <p:ph idx="6" type="body"/>
          </p:nvPr>
        </p:nvSpPr>
        <p:spPr>
          <a:xfrm>
            <a:off x="7973298" y="2943355"/>
            <a:ext cx="3304928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94" name="Google Shape;194;p3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3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de imagen 3">
  <p:cSld name="Columna de imagen 3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98" name="Google Shape;198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8"/>
          <p:cNvSpPr txBox="1"/>
          <p:nvPr>
            <p:ph type="title"/>
          </p:nvPr>
        </p:nvSpPr>
        <p:spPr>
          <a:xfrm>
            <a:off x="913774" y="610772"/>
            <a:ext cx="10364452" cy="1603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38"/>
          <p:cNvSpPr txBox="1"/>
          <p:nvPr>
            <p:ph idx="1" type="body"/>
          </p:nvPr>
        </p:nvSpPr>
        <p:spPr>
          <a:xfrm>
            <a:off x="913774" y="4204820"/>
            <a:ext cx="329640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01" name="Google Shape;201;p38"/>
          <p:cNvSpPr/>
          <p:nvPr>
            <p:ph idx="2" type="pic"/>
          </p:nvPr>
        </p:nvSpPr>
        <p:spPr>
          <a:xfrm>
            <a:off x="913774" y="2367093"/>
            <a:ext cx="3296409" cy="1524000"/>
          </a:xfrm>
          <a:prstGeom prst="roundRect">
            <a:avLst>
              <a:gd fmla="val 936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2" name="Google Shape;202;p38"/>
          <p:cNvSpPr txBox="1"/>
          <p:nvPr>
            <p:ph idx="3" type="body"/>
          </p:nvPr>
        </p:nvSpPr>
        <p:spPr>
          <a:xfrm>
            <a:off x="913774" y="4781082"/>
            <a:ext cx="3296409" cy="1010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03" name="Google Shape;203;p38"/>
          <p:cNvSpPr txBox="1"/>
          <p:nvPr>
            <p:ph idx="4" type="body"/>
          </p:nvPr>
        </p:nvSpPr>
        <p:spPr>
          <a:xfrm>
            <a:off x="4442759" y="4204820"/>
            <a:ext cx="33018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04" name="Google Shape;204;p38"/>
          <p:cNvSpPr/>
          <p:nvPr>
            <p:ph idx="5" type="pic"/>
          </p:nvPr>
        </p:nvSpPr>
        <p:spPr>
          <a:xfrm>
            <a:off x="4441348" y="2367093"/>
            <a:ext cx="3303352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5" name="Google Shape;205;p38"/>
          <p:cNvSpPr txBox="1"/>
          <p:nvPr>
            <p:ph idx="6" type="body"/>
          </p:nvPr>
        </p:nvSpPr>
        <p:spPr>
          <a:xfrm>
            <a:off x="4441348" y="4781080"/>
            <a:ext cx="3303352" cy="1010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06" name="Google Shape;206;p38"/>
          <p:cNvSpPr txBox="1"/>
          <p:nvPr>
            <p:ph idx="7" type="body"/>
          </p:nvPr>
        </p:nvSpPr>
        <p:spPr>
          <a:xfrm>
            <a:off x="7973298" y="4204820"/>
            <a:ext cx="330068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07" name="Google Shape;207;p38"/>
          <p:cNvSpPr/>
          <p:nvPr>
            <p:ph idx="8" type="pic"/>
          </p:nvPr>
        </p:nvSpPr>
        <p:spPr>
          <a:xfrm>
            <a:off x="7973298" y="2367093"/>
            <a:ext cx="3304928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8" name="Google Shape;208;p38"/>
          <p:cNvSpPr txBox="1"/>
          <p:nvPr>
            <p:ph idx="9" type="body"/>
          </p:nvPr>
        </p:nvSpPr>
        <p:spPr>
          <a:xfrm>
            <a:off x="7973173" y="4781078"/>
            <a:ext cx="3305053" cy="10101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09" name="Google Shape;209;p3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3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3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13" name="Google Shape;213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9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39"/>
          <p:cNvSpPr txBox="1"/>
          <p:nvPr>
            <p:ph idx="1" type="body"/>
          </p:nvPr>
        </p:nvSpPr>
        <p:spPr>
          <a:xfrm rot="5400000">
            <a:off x="4383948" y="-1103080"/>
            <a:ext cx="3424107" cy="103644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16" name="Google Shape;216;p39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39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39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20" name="Google Shape;220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40"/>
          <p:cNvSpPr txBox="1"/>
          <p:nvPr>
            <p:ph type="title"/>
          </p:nvPr>
        </p:nvSpPr>
        <p:spPr>
          <a:xfrm rot="5400000">
            <a:off x="7410763" y="1923738"/>
            <a:ext cx="5181599" cy="2553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40"/>
          <p:cNvSpPr txBox="1"/>
          <p:nvPr>
            <p:ph idx="1" type="body"/>
          </p:nvPr>
        </p:nvSpPr>
        <p:spPr>
          <a:xfrm rot="5400000">
            <a:off x="2152338" y="-628962"/>
            <a:ext cx="5181599" cy="7658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23" name="Google Shape;223;p40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40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40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15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Calibri"/>
              <a:buNone/>
              <a:defRPr b="0" i="0" sz="5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501650" lvl="0" marL="457200" marR="0" rtl="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Char char="•"/>
              <a:defRPr b="0" i="0" sz="4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3550" lvl="1" marL="914400" marR="0" rtl="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Char char="–"/>
              <a:defRPr b="0" i="0" sz="3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0050" lvl="3" marL="18288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–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0050" lvl="4" marL="22860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»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0050" lvl="5" marL="27432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0050" lvl="6" marL="32004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0050" lvl="7" marL="36576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0050" lvl="8" marL="41148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rgbClr val="B7B7B7"/>
            </a:gs>
          </a:gsLst>
          <a:lin ang="5400000" scaled="0"/>
        </a:gra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81" name="Google Shape;81;p2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23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 b="0" i="0" sz="3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3" name="Google Shape;83;p23"/>
          <p:cNvSpPr txBox="1"/>
          <p:nvPr>
            <p:ph idx="1" type="body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75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75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75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75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84" name="Google Shape;84;p2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85" name="Google Shape;85;p2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86" name="Google Shape;86;p2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"/>
          <p:cNvSpPr txBox="1"/>
          <p:nvPr>
            <p:ph type="ctrTitle"/>
          </p:nvPr>
        </p:nvSpPr>
        <p:spPr>
          <a:xfrm>
            <a:off x="990601" y="425451"/>
            <a:ext cx="10125668" cy="5930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  <a:buFont typeface="Arial Black"/>
              <a:buNone/>
            </a:pPr>
            <a:r>
              <a:rPr b="1" lang="es-VE" sz="48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POR LAS LLAGAS DE JESUS</a:t>
            </a:r>
            <a:br>
              <a:rPr b="1" lang="es-VE" sz="48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1" lang="es-VE" sz="48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1" lang="es-VE" sz="900">
                <a:latin typeface="Arial Black"/>
                <a:ea typeface="Arial Black"/>
                <a:cs typeface="Arial Black"/>
                <a:sym typeface="Arial Black"/>
              </a:rPr>
            </a:br>
            <a:r>
              <a:rPr b="1" lang="es-VE" sz="5500">
                <a:latin typeface="Arial Black"/>
                <a:ea typeface="Arial Black"/>
                <a:cs typeface="Arial Black"/>
                <a:sym typeface="Arial Black"/>
              </a:rPr>
              <a:t>Por las llagas de Jesús </a:t>
            </a:r>
            <a:br>
              <a:rPr b="1" lang="es-VE" sz="5500">
                <a:latin typeface="Arial Black"/>
                <a:ea typeface="Arial Black"/>
                <a:cs typeface="Arial Black"/>
                <a:sym typeface="Arial Black"/>
              </a:rPr>
            </a:br>
            <a:r>
              <a:rPr b="1" lang="es-VE" sz="5500">
                <a:latin typeface="Arial Black"/>
                <a:ea typeface="Arial Black"/>
                <a:cs typeface="Arial Black"/>
                <a:sym typeface="Arial Black"/>
              </a:rPr>
              <a:t>mis dolencias el llevó </a:t>
            </a:r>
            <a:br>
              <a:rPr b="1" lang="es-VE" sz="5500">
                <a:latin typeface="Arial Black"/>
                <a:ea typeface="Arial Black"/>
                <a:cs typeface="Arial Black"/>
                <a:sym typeface="Arial Black"/>
              </a:rPr>
            </a:br>
            <a:r>
              <a:rPr b="1" lang="es-VE" sz="5500">
                <a:latin typeface="Arial Black"/>
                <a:ea typeface="Arial Black"/>
                <a:cs typeface="Arial Black"/>
                <a:sym typeface="Arial Black"/>
              </a:rPr>
              <a:t>fue la sangre que</a:t>
            </a:r>
            <a:br>
              <a:rPr b="1" lang="es-VE" sz="5500">
                <a:latin typeface="Arial Black"/>
                <a:ea typeface="Arial Black"/>
                <a:cs typeface="Arial Black"/>
                <a:sym typeface="Arial Black"/>
              </a:rPr>
            </a:br>
            <a:r>
              <a:rPr b="1" lang="es-VE" sz="5500">
                <a:latin typeface="Arial Black"/>
                <a:ea typeface="Arial Black"/>
                <a:cs typeface="Arial Black"/>
                <a:sym typeface="Arial Black"/>
              </a:rPr>
              <a:t> Él vertió </a:t>
            </a:r>
            <a:br>
              <a:rPr b="1" lang="es-VE" sz="5500">
                <a:latin typeface="Arial Black"/>
                <a:ea typeface="Arial Black"/>
                <a:cs typeface="Arial Black"/>
                <a:sym typeface="Arial Black"/>
              </a:rPr>
            </a:br>
            <a:r>
              <a:rPr b="1" lang="es-VE" sz="5500">
                <a:latin typeface="Arial Black"/>
                <a:ea typeface="Arial Black"/>
                <a:cs typeface="Arial Black"/>
                <a:sym typeface="Arial Black"/>
              </a:rPr>
              <a:t>que mis culpas el lavó, 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"/>
          <p:cNvSpPr txBox="1"/>
          <p:nvPr>
            <p:ph type="ctrTitle"/>
          </p:nvPr>
        </p:nvSpPr>
        <p:spPr>
          <a:xfrm>
            <a:off x="495300" y="444500"/>
            <a:ext cx="11446467" cy="55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 Black"/>
              <a:buNone/>
            </a:pPr>
            <a:r>
              <a:rPr lang="es-VE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 la sangre de Jesús </a:t>
            </a:r>
            <a:br>
              <a:rPr lang="es-VE" sz="6000"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mi conciencia el limpió, </a:t>
            </a:r>
            <a:br>
              <a:rPr lang="es-VE" sz="6000"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fue la gracia de la cruz </a:t>
            </a:r>
            <a:br>
              <a:rPr lang="es-VE" sz="6000"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que mi libertad compró. </a:t>
            </a:r>
            <a:endParaRPr b="1" sz="8800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"/>
          <p:cNvSpPr txBox="1"/>
          <p:nvPr/>
        </p:nvSpPr>
        <p:spPr>
          <a:xfrm>
            <a:off x="-62473" y="0"/>
            <a:ext cx="12500700" cy="51846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0"/>
              <a:buFont typeface="Arial Black"/>
              <a:buNone/>
            </a:pP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48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r>
              <a:rPr b="0" i="0" lang="es-VE" sz="48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ORO:</a:t>
            </a: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Por los siglos de los siglos </a:t>
            </a: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 cordero alabaré </a:t>
            </a: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 todos los redimidos </a:t>
            </a: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junto al trono yo estaré, </a:t>
            </a:r>
            <a:endParaRPr b="1" i="0" sz="8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"/>
          <p:cNvSpPr txBox="1"/>
          <p:nvPr>
            <p:ph type="ctrTitle"/>
          </p:nvPr>
        </p:nvSpPr>
        <p:spPr>
          <a:xfrm>
            <a:off x="857253" y="577851"/>
            <a:ext cx="10783823" cy="5607424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 Black"/>
              <a:buNone/>
            </a:pPr>
            <a:b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 millares de millares </a:t>
            </a:r>
            <a:b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 cordero adoraré </a:t>
            </a:r>
            <a:b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con ojos redimidos </a:t>
            </a:r>
            <a:b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 Jesucristo </a:t>
            </a:r>
            <a:b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yo veré.</a:t>
            </a:r>
            <a:b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endParaRPr b="1" sz="8800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5"/>
          <p:cNvSpPr txBox="1"/>
          <p:nvPr>
            <p:ph type="ctrTitle"/>
          </p:nvPr>
        </p:nvSpPr>
        <p:spPr>
          <a:xfrm>
            <a:off x="990601" y="425451"/>
            <a:ext cx="10125668" cy="5930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ial Black"/>
              <a:buNone/>
            </a:pPr>
            <a:r>
              <a:rPr b="1" lang="es-VE" sz="5500">
                <a:latin typeface="Arial Black"/>
                <a:ea typeface="Arial Black"/>
                <a:cs typeface="Arial Black"/>
                <a:sym typeface="Arial Black"/>
              </a:rPr>
              <a:t>Por las llagas de Jesús </a:t>
            </a:r>
            <a:br>
              <a:rPr b="1" lang="es-VE" sz="5500">
                <a:latin typeface="Arial Black"/>
                <a:ea typeface="Arial Black"/>
                <a:cs typeface="Arial Black"/>
                <a:sym typeface="Arial Black"/>
              </a:rPr>
            </a:br>
            <a:r>
              <a:rPr b="1" lang="es-VE" sz="5500">
                <a:latin typeface="Arial Black"/>
                <a:ea typeface="Arial Black"/>
                <a:cs typeface="Arial Black"/>
                <a:sym typeface="Arial Black"/>
              </a:rPr>
              <a:t>mis dolencias el llevó </a:t>
            </a:r>
            <a:br>
              <a:rPr b="1" lang="es-VE" sz="5500">
                <a:latin typeface="Arial Black"/>
                <a:ea typeface="Arial Black"/>
                <a:cs typeface="Arial Black"/>
                <a:sym typeface="Arial Black"/>
              </a:rPr>
            </a:br>
            <a:r>
              <a:rPr b="1" lang="es-VE" sz="5500">
                <a:latin typeface="Arial Black"/>
                <a:ea typeface="Arial Black"/>
                <a:cs typeface="Arial Black"/>
                <a:sym typeface="Arial Black"/>
              </a:rPr>
              <a:t>fue la sangre que Él vertió </a:t>
            </a:r>
            <a:br>
              <a:rPr b="1" lang="es-VE" sz="5500">
                <a:latin typeface="Arial Black"/>
                <a:ea typeface="Arial Black"/>
                <a:cs typeface="Arial Black"/>
                <a:sym typeface="Arial Black"/>
              </a:rPr>
            </a:br>
            <a:r>
              <a:rPr b="1" lang="es-VE" sz="5500">
                <a:latin typeface="Arial Black"/>
                <a:ea typeface="Arial Black"/>
                <a:cs typeface="Arial Black"/>
                <a:sym typeface="Arial Black"/>
              </a:rPr>
              <a:t>que mis culpas el lavó, 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6"/>
          <p:cNvSpPr txBox="1"/>
          <p:nvPr>
            <p:ph type="ctrTitle"/>
          </p:nvPr>
        </p:nvSpPr>
        <p:spPr>
          <a:xfrm>
            <a:off x="495300" y="444500"/>
            <a:ext cx="11446467" cy="55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 Black"/>
              <a:buNone/>
            </a:pPr>
            <a:r>
              <a:rPr lang="es-VE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 la sangre de Jesús </a:t>
            </a:r>
            <a:br>
              <a:rPr lang="es-VE" sz="6000"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mi conciencia el limpió, </a:t>
            </a:r>
            <a:br>
              <a:rPr lang="es-VE" sz="6000"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fue la gracia de la cruz </a:t>
            </a:r>
            <a:br>
              <a:rPr lang="es-VE" sz="6000"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que mi libertad compró. </a:t>
            </a:r>
            <a:endParaRPr b="1" sz="8800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7"/>
          <p:cNvSpPr txBox="1"/>
          <p:nvPr/>
        </p:nvSpPr>
        <p:spPr>
          <a:xfrm>
            <a:off x="-62473" y="0"/>
            <a:ext cx="12500556" cy="5184576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0"/>
              <a:buFont typeface="Arial Black"/>
              <a:buNone/>
            </a:pP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48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Por los siglos de los siglos </a:t>
            </a: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 cordero alabaré </a:t>
            </a: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 todos los redimidos </a:t>
            </a: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junto al trono yo estaré, </a:t>
            </a:r>
            <a:endParaRPr b="1" i="0" sz="8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8"/>
          <p:cNvSpPr txBox="1"/>
          <p:nvPr>
            <p:ph type="ctrTitle"/>
          </p:nvPr>
        </p:nvSpPr>
        <p:spPr>
          <a:xfrm>
            <a:off x="857253" y="577851"/>
            <a:ext cx="10783823" cy="5607424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 Black"/>
              <a:buNone/>
            </a:pPr>
            <a:b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 millares de millares </a:t>
            </a:r>
            <a:b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 cordero adoraré </a:t>
            </a:r>
            <a:b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con ojos redimidos </a:t>
            </a:r>
            <a:b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 Jesucristo </a:t>
            </a:r>
            <a:b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yo veré.</a:t>
            </a:r>
            <a:b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endParaRPr b="1" sz="8800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"/>
          <p:cNvSpPr txBox="1"/>
          <p:nvPr/>
        </p:nvSpPr>
        <p:spPr>
          <a:xfrm>
            <a:off x="-62473" y="0"/>
            <a:ext cx="12500556" cy="5184576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0"/>
              <a:buFont typeface="Arial Black"/>
              <a:buNone/>
            </a:pP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48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Por los siglos de los siglos </a:t>
            </a: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 cordero alabaré </a:t>
            </a: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 todos los redimidos </a:t>
            </a:r>
            <a:b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59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junto al trono yo estaré, </a:t>
            </a:r>
            <a:endParaRPr b="1" i="0" sz="8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"/>
          <p:cNvSpPr txBox="1"/>
          <p:nvPr>
            <p:ph type="ctrTitle"/>
          </p:nvPr>
        </p:nvSpPr>
        <p:spPr>
          <a:xfrm>
            <a:off x="857253" y="577851"/>
            <a:ext cx="10783823" cy="5607424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 Black"/>
              <a:buNone/>
            </a:pPr>
            <a:b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 millares de millares </a:t>
            </a:r>
            <a:b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 cordero adoraré </a:t>
            </a:r>
            <a:b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con ojos redimidos </a:t>
            </a:r>
            <a:b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 Jesucristo </a:t>
            </a:r>
            <a:b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yo veré.</a:t>
            </a:r>
            <a:b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s-VE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endParaRPr b="1" sz="8800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ota">
  <a:themeElements>
    <a:clrScheme name="Droplet">
      <a:dk1>
        <a:srgbClr val="000000"/>
      </a:dk1>
      <a:lt1>
        <a:srgbClr val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2017-09-03T01:25:48Z</dcterms:created>
  <dc:creator>Kadiesa</dc:creator>
</cp:coreProperties>
</file>
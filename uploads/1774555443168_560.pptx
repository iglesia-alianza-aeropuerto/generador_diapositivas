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</p:sldIdLst>
  <p:sldSz cy="6858000" cx="12192000"/>
  <p:notesSz cx="6858000" cy="9144000"/>
  <p:embeddedFontLst>
    <p:embeddedFont>
      <p:font typeface="Arial Black"/>
      <p:regular r:id="rId11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2" roundtripDataSignature="AMtx7mho+EsTpcKqbisMLUUeD+Wg+XdtX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11" Type="http://schemas.openxmlformats.org/officeDocument/2006/relationships/font" Target="fonts/ArialBlack-regular.fntdata"/><Relationship Id="rId10" Type="http://schemas.openxmlformats.org/officeDocument/2006/relationships/slide" Target="slides/slide6.xml"/><Relationship Id="rId12" Type="http://customschemas.google.com/relationships/presentationmetadata" Target="metadata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2" name="Google Shape;92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9"/>
          <p:cNvSpPr txBox="1"/>
          <p:nvPr>
            <p:ph type="ctrTitle"/>
          </p:nvPr>
        </p:nvSpPr>
        <p:spPr>
          <a:xfrm>
            <a:off x="914400" y="2130426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9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9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9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0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10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11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12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2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12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12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12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3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13"/>
          <p:cNvSpPr txBox="1"/>
          <p:nvPr>
            <p:ph idx="1" type="body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13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13"/>
          <p:cNvSpPr txBox="1"/>
          <p:nvPr>
            <p:ph idx="3" type="body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13"/>
          <p:cNvSpPr txBox="1"/>
          <p:nvPr>
            <p:ph idx="4" type="body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13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4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14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609601" y="273050"/>
            <a:ext cx="4011084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2389717" y="4800600"/>
            <a:ext cx="73152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7285038" y="1828802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1697038" y="-812799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888888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2DADA">
            <a:alpha val="49803"/>
          </a:srgbClr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C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"/>
          <p:cNvSpPr txBox="1"/>
          <p:nvPr/>
        </p:nvSpPr>
        <p:spPr>
          <a:xfrm>
            <a:off x="1524000" y="1"/>
            <a:ext cx="9144000" cy="729430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1" lang="es-CO" sz="4000" u="none" cap="none" strike="noStrike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329 FUENTE DE LA VIDA ETERNA</a:t>
            </a:r>
            <a:endParaRPr b="0" i="1" sz="4000" u="none" cap="none" strike="noStrike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s-CO" sz="36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b="0" i="0" sz="3600" u="none" cap="none" strike="noStrike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1. Fuente de la vida eterna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y de toda bendición,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Ensalzar tu gracia tierna debe cada corazón.</a:t>
            </a:r>
            <a:r>
              <a:rPr b="0" i="0" lang="es-CO" sz="6200" u="none" cap="none" strike="noStrike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"/>
          <p:cNvSpPr txBox="1"/>
          <p:nvPr/>
        </p:nvSpPr>
        <p:spPr>
          <a:xfrm>
            <a:off x="1181700" y="11850"/>
            <a:ext cx="9828600" cy="68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Tu piedad inagotable, abundante en perdonar,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Único Ser adorable, gloria a ti debemos dar.</a:t>
            </a:r>
            <a:endParaRPr sz="66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4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3"/>
          <p:cNvSpPr txBox="1"/>
          <p:nvPr/>
        </p:nvSpPr>
        <p:spPr>
          <a:xfrm>
            <a:off x="1205550" y="0"/>
            <a:ext cx="9780900" cy="618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2. De los cánticos celestes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r>
              <a:rPr b="1"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quisiéramos cantar, Entonados por las huestes que lograste rescatar.</a:t>
            </a:r>
            <a:r>
              <a:rPr lang="es-CO" sz="66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4"/>
          <p:cNvSpPr txBox="1"/>
          <p:nvPr/>
        </p:nvSpPr>
        <p:spPr>
          <a:xfrm>
            <a:off x="1524000" y="214291"/>
            <a:ext cx="9144000" cy="71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Almas que a buscar viniste, porque les tuviste amor; De ellas te compadeciste con tiernísimo favor.</a:t>
            </a:r>
            <a:endParaRPr sz="6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-CO" sz="48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endParaRPr sz="48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5"/>
          <p:cNvSpPr txBox="1"/>
          <p:nvPr/>
        </p:nvSpPr>
        <p:spPr>
          <a:xfrm>
            <a:off x="1524000" y="142852"/>
            <a:ext cx="9144000" cy="6372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4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lang="es-CO" sz="6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3. </a:t>
            </a:r>
            <a:r>
              <a:rPr b="1" lang="es-CO" sz="6200">
                <a:latin typeface="Arial Black"/>
                <a:ea typeface="Arial Black"/>
                <a:cs typeface="Arial Black"/>
                <a:sym typeface="Arial Black"/>
              </a:rPr>
              <a:t>Toma nuestros corazones, llénanos de tu  verdad , </a:t>
            </a:r>
            <a:endParaRPr b="1" sz="6200"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200">
                <a:latin typeface="Arial Black"/>
                <a:ea typeface="Arial Black"/>
                <a:cs typeface="Arial Black"/>
                <a:sym typeface="Arial Black"/>
              </a:rPr>
              <a:t>De tu Espíritu los dones y de toda santidad.</a:t>
            </a:r>
            <a:endParaRPr sz="6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6"/>
          <p:cNvSpPr txBox="1"/>
          <p:nvPr/>
        </p:nvSpPr>
        <p:spPr>
          <a:xfrm>
            <a:off x="1524000" y="1"/>
            <a:ext cx="9144000" cy="6864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65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 </a:t>
            </a:r>
            <a:r>
              <a:rPr b="1" lang="es-CO" sz="6500">
                <a:latin typeface="Arial Black"/>
                <a:ea typeface="Arial Black"/>
                <a:cs typeface="Arial Black"/>
                <a:sym typeface="Arial Black"/>
              </a:rPr>
              <a:t>Guíanos en obediencia, humildad y puro amor; Nos ampare tu presencia, Oh bendito Salvador.</a:t>
            </a:r>
            <a:endParaRPr sz="65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s-CO" sz="32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 </a:t>
            </a:r>
            <a:endParaRPr sz="32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1_Tema de Offic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2017-05-27T15:34:47Z</dcterms:created>
  <dc:creator>Kadiesa</dc:creator>
</cp:coreProperties>
</file>
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s-V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2143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6278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2041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29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132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01984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414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038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8332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198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614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40000"/>
            <a:lumOff val="60000"/>
            <a:alpha val="62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4EBE04-83B2-4CD2-8332-AF173AAB9626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27/05/2017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7B12B-7A84-4DFA-822B-CD6393BA1240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3837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214290"/>
            <a:ext cx="9144000" cy="6955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4000" b="1" i="1" dirty="0">
                <a:ln w="12700">
                  <a:noFill/>
                </a:ln>
                <a:solidFill>
                  <a:srgbClr val="FF0000"/>
                </a:solidFill>
                <a:latin typeface="Arial Black" pitchFamily="34" charset="0"/>
              </a:rPr>
              <a:t>316 CON VOZ BENIGNA</a:t>
            </a:r>
            <a:endParaRPr lang="es-CO" sz="4000" i="1" dirty="0">
              <a:ln w="12700">
                <a:noFill/>
              </a:ln>
              <a:solidFill>
                <a:srgbClr val="FF0000"/>
              </a:solidFill>
              <a:latin typeface="Arial Black" pitchFamily="34" charset="0"/>
            </a:endParaRPr>
          </a:p>
          <a:p>
            <a:pPr algn="ctr"/>
            <a:endParaRPr lang="es-ES" sz="2000" b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5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1. Con voz benigna te llama Jesús:</a:t>
            </a:r>
            <a:r>
              <a:rPr lang="es-CO" sz="5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invitación de puro amor.</a:t>
            </a:r>
            <a:r>
              <a:rPr lang="es-CO" sz="5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¿Por qué le dejas en vano llamar?</a:t>
            </a:r>
            <a:r>
              <a:rPr lang="es-CO" sz="5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¿Sordo serás, pecador?</a:t>
            </a:r>
            <a:endParaRPr lang="es-CO" sz="56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sz="50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446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046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ES" sz="4000" b="1" i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ES" sz="4000" b="1" i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7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Hoy </a:t>
            </a:r>
            <a:r>
              <a:rPr lang="es-ES" sz="7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te convida, hoy te </a:t>
            </a:r>
            <a:r>
              <a:rPr lang="es-ES" sz="7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convida;</a:t>
            </a:r>
            <a:r>
              <a:rPr lang="es-CO" sz="7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Voz bendecida,</a:t>
            </a:r>
            <a:r>
              <a:rPr lang="es-CO" sz="78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benigna </a:t>
            </a:r>
            <a:r>
              <a:rPr lang="es-ES" sz="7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convídate hoy.</a:t>
            </a:r>
            <a:endParaRPr lang="es-CO" sz="78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77404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6636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64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2. A los cansados convida Jesús;</a:t>
            </a:r>
            <a:r>
              <a:rPr lang="es-CO" sz="64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4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 compasión mira el dolor.</a:t>
            </a:r>
            <a:r>
              <a:rPr lang="es-CO" sz="64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4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Tráele tu carga, te bendecirá;</a:t>
            </a:r>
            <a:r>
              <a:rPr lang="es-CO" sz="64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64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te ayudará el Señor.</a:t>
            </a:r>
            <a:endParaRPr lang="es-CO" sz="64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ES" sz="3000" b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182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046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ES" sz="4000" b="1" i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ES" sz="4000" b="1" i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7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Hoy </a:t>
            </a:r>
            <a:r>
              <a:rPr lang="es-ES" sz="7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te convida, hoy te </a:t>
            </a:r>
            <a:r>
              <a:rPr lang="es-ES" sz="7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convida;</a:t>
            </a:r>
            <a:r>
              <a:rPr lang="es-CO" sz="7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Voz bendecida,</a:t>
            </a:r>
            <a:r>
              <a:rPr lang="es-CO" sz="78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benigna </a:t>
            </a:r>
            <a:r>
              <a:rPr lang="es-ES" sz="7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convídate hoy.</a:t>
            </a:r>
            <a:endParaRPr lang="es-CO" sz="78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014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694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5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3. Siempre aguardando</a:t>
            </a:r>
            <a:r>
              <a:rPr lang="es-CO" sz="5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contempla a Jesús:</a:t>
            </a:r>
            <a:r>
              <a:rPr lang="es-CO" sz="5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¡Tanto esperar, con tanto amor!</a:t>
            </a:r>
            <a:r>
              <a:rPr lang="es-CO" sz="5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Hasta sus plantas ven, mísero, y trae</a:t>
            </a:r>
            <a:r>
              <a:rPr lang="es-CO" sz="56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56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tu tentación, tu dolor.</a:t>
            </a:r>
            <a:endParaRPr lang="es-CO" sz="56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endParaRPr lang="es-CO" sz="30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5405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CuadroTexto"/>
          <p:cNvSpPr txBox="1"/>
          <p:nvPr/>
        </p:nvSpPr>
        <p:spPr>
          <a:xfrm>
            <a:off x="1524000" y="0"/>
            <a:ext cx="9144000" cy="7046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i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Coro</a:t>
            </a:r>
            <a:r>
              <a:rPr lang="es-ES" sz="4000" b="1" i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: </a:t>
            </a:r>
            <a:endParaRPr lang="es-ES" sz="4000" b="1" i="1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es-ES" sz="7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Hoy </a:t>
            </a:r>
            <a:r>
              <a:rPr lang="es-ES" sz="7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te convida, hoy te </a:t>
            </a:r>
            <a:r>
              <a:rPr lang="es-ES" sz="7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convida;</a:t>
            </a:r>
            <a:r>
              <a:rPr lang="es-CO" sz="7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Voz bendecida,</a:t>
            </a:r>
            <a:r>
              <a:rPr lang="es-CO" sz="7800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es-ES" sz="7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benigna </a:t>
            </a:r>
            <a:r>
              <a:rPr lang="es-ES" sz="7800" b="1" dirty="0">
                <a:ln w="12700">
                  <a:noFill/>
                </a:ln>
                <a:solidFill>
                  <a:prstClr val="black"/>
                </a:solidFill>
                <a:latin typeface="Arial Black" pitchFamily="34" charset="0"/>
              </a:rPr>
              <a:t>convídate hoy.</a:t>
            </a:r>
            <a:endParaRPr lang="es-CO" sz="7800" dirty="0">
              <a:ln w="12700">
                <a:noFill/>
              </a:ln>
              <a:solidFill>
                <a:prstClr val="black"/>
              </a:solidFill>
              <a:latin typeface="Arial Black" pitchFamily="34" charset="0"/>
            </a:endParaRPr>
          </a:p>
          <a:p>
            <a:endParaRPr lang="es-ES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4126672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141</Words>
  <Application>Microsoft Office PowerPoint</Application>
  <PresentationFormat>Panorámica</PresentationFormat>
  <Paragraphs>11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Calibri</vt:lpstr>
      <vt:lpstr>1_Tema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Kadiesa</dc:creator>
  <cp:lastModifiedBy>Kadiesa</cp:lastModifiedBy>
  <cp:revision>1</cp:revision>
  <dcterms:created xsi:type="dcterms:W3CDTF">2017-05-27T14:40:09Z</dcterms:created>
  <dcterms:modified xsi:type="dcterms:W3CDTF">2017-05-27T14:40:12Z</dcterms:modified>
</cp:coreProperties>
</file>
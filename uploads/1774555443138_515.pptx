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Arial Black"/>
      <p:regular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jIvIgi32je2UCYF0W2JnX5FFM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ArialBlack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 showMasterSp="0">
  <p:cSld name="1_Título y objeto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1" name="Google Shape;8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913773" y="2367093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95" name="Google Shape;9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8" name="Google Shape;98;p1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2" name="Google Shape;10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9" name="Google Shape;10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6" name="Google Shape;11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4" name="Google Shape;12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23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23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showMasterSp="0" type="titleOnly">
  <p:cSld name="TITLE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4" name="Google Shape;13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0" name="Google Shape;14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5" name="Google Shape;14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9" name="Google Shape;149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3" name="Google Shape;15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7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7" name="Google Shape;157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 showMasterSp="0">
  <p:cSld name="Imagen panorámica con descripción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1" name="Google Shape;16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8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5" name="Google Shape;165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 showMasterSp="0">
  <p:cSld name="Título y descripción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9" name="Google Shape;16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9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2" name="Google Shape;172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 showMasterSp="0">
  <p:cSld name="Cita con descripció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6" name="Google Shape;17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0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9" name="Google Shape;179;p30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0" name="Google Shape;180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83" name="Google Shape;183;p30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lang="es-CO" sz="80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4" name="Google Shape;184;p30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lang="es-CO" sz="80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 showMasterSp="0">
  <p:cSld name="Tarjeta de nombre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86" name="Google Shape;18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1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9" name="Google Shape;189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 showMasterSp="0">
  <p:cSld name="Columna 3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93" name="Google Shape;19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2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6" name="Google Shape;196;p32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7" name="Google Shape;197;p32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32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9" name="Google Shape;199;p32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32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1" name="Google Shape;201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 showMasterSp="0">
  <p:cSld name="Columna de imagen 3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05" name="Google Shape;20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3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8" name="Google Shape;208;p33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9" name="Google Shape;209;p33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0" name="Google Shape;210;p33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33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2" name="Google Shape;212;p33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3" name="Google Shape;213;p33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4" name="Google Shape;214;p33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5" name="Google Shape;215;p33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6" name="Google Shape;216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0" name="Google Shape;220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7" name="Google Shape;22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5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5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9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90000"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90000"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88" name="Google Shape;8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"/>
          <p:cNvSpPr txBox="1"/>
          <p:nvPr/>
        </p:nvSpPr>
        <p:spPr>
          <a:xfrm>
            <a:off x="1524000" y="1"/>
            <a:ext cx="9144000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233 DIGNO ERES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3000" lvl="0" marL="114300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 Black"/>
              <a:buAutoNum type="arabicPeriod"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Digno eres, digno eres, digno eres, Señor,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Digno de gloria, gloria y honra, gloria y honra y poder. 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"/>
          <p:cNvSpPr txBox="1"/>
          <p:nvPr/>
        </p:nvSpPr>
        <p:spPr>
          <a:xfrm>
            <a:off x="1524000" y="1"/>
            <a:ext cx="9144000" cy="7078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Pues todas las cosas por ti fueron hechas, existen por tu voluntad;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 lo creaste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para tu gloria,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¡Digno eres, Señor!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"/>
          <p:cNvSpPr txBox="1"/>
          <p:nvPr/>
        </p:nvSpPr>
        <p:spPr>
          <a:xfrm>
            <a:off x="1524000" y="0"/>
            <a:ext cx="9144000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Digno eres, digno eres, digno eres, Señor,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la riqueza, la fortaleza, de alabanza y honor.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"/>
          <p:cNvSpPr txBox="1"/>
          <p:nvPr/>
        </p:nvSpPr>
        <p:spPr>
          <a:xfrm>
            <a:off x="1524000" y="0"/>
            <a:ext cx="9144000" cy="683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Pues fuiste inmolado por nuestro pecado, moriste en nuestro lugar;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con tu sangre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redimiste,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¡Digno eres, Señor!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1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2017-05-10T21:24:15Z</dcterms:created>
  <dc:creator>Kadiesa</dc:creator>
</cp:coreProperties>
</file>
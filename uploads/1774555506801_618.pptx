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Arial Black"/>
      <p:regular r:id="rId14"/>
    </p:embeddedFont>
    <p:embeddedFont>
      <p:font typeface="Century Gothic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Oq/qxcE5nlmnko6hxayu1WPn+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enturyGothic-regular.fntdata"/><Relationship Id="rId14" Type="http://schemas.openxmlformats.org/officeDocument/2006/relationships/font" Target="fonts/ArialBlack-regular.fntdata"/><Relationship Id="rId17" Type="http://schemas.openxmlformats.org/officeDocument/2006/relationships/font" Target="fonts/CenturyGothic-italic.fntdata"/><Relationship Id="rId16" Type="http://schemas.openxmlformats.org/officeDocument/2006/relationships/font" Target="fonts/CenturyGothic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CenturyGothic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bg>
      <p:bgPr>
        <a:gradFill>
          <a:gsLst>
            <a:gs pos="0">
              <a:srgbClr val="E1DBC9"/>
            </a:gs>
            <a:gs pos="77000">
              <a:srgbClr val="C8C1B0"/>
            </a:gs>
            <a:gs pos="100000">
              <a:srgbClr val="C0BAAA"/>
            </a:gs>
          </a:gsLst>
          <a:lin ang="5400000" scaled="0"/>
        </a:gra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45000"/>
            </a:blip>
            <a:tile algn="tl" flip="none" tx="-44450" sx="85000" ty="38100" sy="85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2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2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" name="Google Shape;23;p12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24" name="Google Shape;24;p12"/>
            <p:cNvCxnSpPr/>
            <p:nvPr/>
          </p:nvCxnSpPr>
          <p:spPr>
            <a:xfrm>
              <a:off x="5318306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12"/>
            <p:cNvCxnSpPr/>
            <p:nvPr/>
          </p:nvCxnSpPr>
          <p:spPr>
            <a:xfrm>
              <a:off x="6885637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" name="Google Shape;26;p12"/>
            <p:cNvCxnSpPr/>
            <p:nvPr/>
          </p:nvCxnSpPr>
          <p:spPr>
            <a:xfrm>
              <a:off x="5318306" y="2031563"/>
              <a:ext cx="1567331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7" name="Google Shape;27;p12"/>
          <p:cNvSpPr txBox="1"/>
          <p:nvPr>
            <p:ph type="ctrTitle"/>
          </p:nvPr>
        </p:nvSpPr>
        <p:spPr>
          <a:xfrm>
            <a:off x="1561708" y="2091263"/>
            <a:ext cx="9068586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Century Gothic"/>
              <a:buNone/>
              <a:defRPr b="0" sz="72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" type="subTitle"/>
          </p:nvPr>
        </p:nvSpPr>
        <p:spPr>
          <a:xfrm>
            <a:off x="1562100" y="4682062"/>
            <a:ext cx="9070848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12"/>
          <p:cNvSpPr txBox="1"/>
          <p:nvPr>
            <p:ph idx="10" type="dt"/>
          </p:nvPr>
        </p:nvSpPr>
        <p:spPr>
          <a:xfrm>
            <a:off x="5318760" y="1341255"/>
            <a:ext cx="1554480" cy="527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1" type="ftr"/>
          </p:nvPr>
        </p:nvSpPr>
        <p:spPr>
          <a:xfrm>
            <a:off x="1453896" y="5211060"/>
            <a:ext cx="590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8606919" y="5212080"/>
            <a:ext cx="21118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gradFill>
          <a:gsLst>
            <a:gs pos="0">
              <a:srgbClr val="E1DBC9"/>
            </a:gs>
            <a:gs pos="77000">
              <a:srgbClr val="C8C1B0"/>
            </a:gs>
            <a:gs pos="100000">
              <a:srgbClr val="C0BAAA"/>
            </a:gs>
          </a:gsLst>
          <a:lin ang="5400000" scaled="0"/>
        </a:gra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45000"/>
            </a:blip>
            <a:tile algn="tl" flip="none" tx="-44450" sx="85000" ty="38100" sy="85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3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3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p1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8" name="Google Shape;38;p13"/>
            <p:cNvCxnSpPr/>
            <p:nvPr/>
          </p:nvCxnSpPr>
          <p:spPr>
            <a:xfrm>
              <a:off x="5318306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" name="Google Shape;39;p13"/>
            <p:cNvCxnSpPr/>
            <p:nvPr/>
          </p:nvCxnSpPr>
          <p:spPr>
            <a:xfrm>
              <a:off x="6885637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" name="Google Shape;40;p13"/>
            <p:cNvCxnSpPr/>
            <p:nvPr/>
          </p:nvCxnSpPr>
          <p:spPr>
            <a:xfrm>
              <a:off x="5318306" y="2031563"/>
              <a:ext cx="1567331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1" name="Google Shape;41;p13"/>
          <p:cNvSpPr txBox="1"/>
          <p:nvPr>
            <p:ph type="title"/>
          </p:nvPr>
        </p:nvSpPr>
        <p:spPr>
          <a:xfrm>
            <a:off x="1563623" y="2094309"/>
            <a:ext cx="9070848" cy="2587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0"/>
              <a:buFont typeface="Century Gothic"/>
              <a:buNone/>
              <a:defRPr sz="72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563624" y="4682062"/>
            <a:ext cx="90708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0" type="dt"/>
          </p:nvPr>
        </p:nvSpPr>
        <p:spPr>
          <a:xfrm>
            <a:off x="5321808" y="1344502"/>
            <a:ext cx="1554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1" type="ftr"/>
          </p:nvPr>
        </p:nvSpPr>
        <p:spPr>
          <a:xfrm>
            <a:off x="1453553" y="5211060"/>
            <a:ext cx="5907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8604504" y="5211060"/>
            <a:ext cx="2112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" type="body"/>
          </p:nvPr>
        </p:nvSpPr>
        <p:spPr>
          <a:xfrm>
            <a:off x="1066800" y="2103120"/>
            <a:ext cx="475488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49" name="Google Shape;49;p14"/>
          <p:cNvSpPr txBox="1"/>
          <p:nvPr>
            <p:ph idx="2" type="body"/>
          </p:nvPr>
        </p:nvSpPr>
        <p:spPr>
          <a:xfrm>
            <a:off x="6370320" y="2103120"/>
            <a:ext cx="475488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1069848" y="2074334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sz="19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5"/>
          <p:cNvSpPr txBox="1"/>
          <p:nvPr>
            <p:ph idx="2" type="body"/>
          </p:nvPr>
        </p:nvSpPr>
        <p:spPr>
          <a:xfrm>
            <a:off x="1069848" y="2755898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57" name="Google Shape;57;p15"/>
          <p:cNvSpPr txBox="1"/>
          <p:nvPr>
            <p:ph idx="3" type="body"/>
          </p:nvPr>
        </p:nvSpPr>
        <p:spPr>
          <a:xfrm>
            <a:off x="6373368" y="2074334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sz="1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5"/>
          <p:cNvSpPr txBox="1"/>
          <p:nvPr>
            <p:ph idx="4" type="body"/>
          </p:nvPr>
        </p:nvSpPr>
        <p:spPr>
          <a:xfrm>
            <a:off x="6373368" y="2756581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59" name="Google Shape;59;p15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8"/>
          <p:cNvSpPr txBox="1"/>
          <p:nvPr>
            <p:ph type="title"/>
          </p:nvPr>
        </p:nvSpPr>
        <p:spPr>
          <a:xfrm>
            <a:off x="9296400" y="607392"/>
            <a:ext cx="24307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sz="2800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685800" y="609600"/>
            <a:ext cx="7772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76" name="Google Shape;76;p18"/>
          <p:cNvSpPr txBox="1"/>
          <p:nvPr>
            <p:ph idx="2" type="body"/>
          </p:nvPr>
        </p:nvSpPr>
        <p:spPr>
          <a:xfrm>
            <a:off x="9296400" y="2286000"/>
            <a:ext cx="243078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10393677" y="622300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 txBox="1"/>
          <p:nvPr>
            <p:ph type="title"/>
          </p:nvPr>
        </p:nvSpPr>
        <p:spPr>
          <a:xfrm>
            <a:off x="9296400" y="603504"/>
            <a:ext cx="243230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Gothic"/>
              <a:buNone/>
              <a:defRPr b="0" sz="2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/>
          <p:nvPr>
            <p:ph idx="2" type="pic"/>
          </p:nvPr>
        </p:nvSpPr>
        <p:spPr>
          <a:xfrm>
            <a:off x="228599" y="237744"/>
            <a:ext cx="8531352" cy="6382512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9296400" y="2286000"/>
            <a:ext cx="2432304" cy="3502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10396728" y="62270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89" name="Google Shape;89;p1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 rot="5400000">
            <a:off x="4130040" y="-960120"/>
            <a:ext cx="393192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 rot="5400000">
            <a:off x="7543800" y="2209800"/>
            <a:ext cx="5257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" type="body"/>
          </p:nvPr>
        </p:nvSpPr>
        <p:spPr>
          <a:xfrm rot="5400000">
            <a:off x="2247900" y="-647700"/>
            <a:ext cx="5257800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0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i="0" sz="48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0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◦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0" type="dt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1" type="ftr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07" name="Google Shape;107;p1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7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533400" y="642594"/>
            <a:ext cx="11125200" cy="5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553 MUY CERCANO ESTÁ EL DÍA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2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742950" lvl="0" marL="74295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 Black"/>
              <a:buAutoNum type="arabicPeriod"/>
            </a:pPr>
            <a:r>
              <a:rPr b="1" i="0" lang="es-CO" sz="5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Muy cercano está el día cuando volverá Jesús, Con la majestad y gloria que le dio su Padre Dios; </a:t>
            </a:r>
            <a:endParaRPr/>
          </a:p>
          <a:p>
            <a:pPr indent="-742950" lvl="0" marL="74295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7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066800" y="510988"/>
            <a:ext cx="10313894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De sus santos rodeados en la nube bajará; Ya de Cristo es el reinado y el pecado quitará.</a:t>
            </a:r>
            <a:endParaRPr b="0" i="0" sz="72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7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416859" y="642594"/>
            <a:ext cx="10139082" cy="5755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0" sz="40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Ven, Señor Jesús, ven pronto, claman todos con ardor; “He aquí yo vengo presto, presto”, dice el Salvador.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7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255494" y="402548"/>
            <a:ext cx="11125200" cy="6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2. Su venida, victoriosa, librará la humanidad De Satán, autor inicuo de su gran calamidad; </a:t>
            </a:r>
            <a:endParaRPr sz="7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7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820271" y="642594"/>
            <a:ext cx="9654988" cy="55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Cesarán todos los males por el reino de Jesús; ¡Alegraos, oh mortales! ¡Ved el triunfo de su cruz!</a:t>
            </a:r>
            <a:endParaRPr sz="6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7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416859" y="642594"/>
            <a:ext cx="10139082" cy="5755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sz="4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Ven, Señor Jesús, ven pronto, claman todos con ardor; “He aquí yo vengo presto, presto”, dice el Salvador.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7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753034" y="464284"/>
            <a:ext cx="10071847" cy="55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3. ¡Cuánto anhelan y desean la venida de Jesús Los creyentes redimidos por la obra de su cruz! </a:t>
            </a:r>
            <a:endParaRPr sz="6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7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1066800" y="271582"/>
            <a:ext cx="10044953" cy="6586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“Ven y siéntate conmigo en mi trono”, el Rey dirá: “Has sufrido y has vencido; de mi gloria goza ya”.</a:t>
            </a:r>
            <a:endParaRPr sz="6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 txBox="1"/>
          <p:nvPr>
            <p:ph idx="1" type="body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8579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416859" y="642594"/>
            <a:ext cx="10139082" cy="5755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sz="4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Ven, Señor Jesús, ven pronto, claman todos con ardor; “He aquí yo vengo presto, presto”, dice el Salvador.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von">
  <a:themeElements>
    <a:clrScheme name="Savon">
      <a:dk1>
        <a:srgbClr val="000000"/>
      </a:dk1>
      <a:lt1>
        <a:srgbClr val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2017-05-31T15:20:51Z</dcterms:created>
  <dc:creator>Kadiesa</dc:creator>
</cp:coreProperties>
</file>
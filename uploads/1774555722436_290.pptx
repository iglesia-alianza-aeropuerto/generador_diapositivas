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9943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9553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7699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5901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7132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8824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931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5864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476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4815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477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599E1-83BD-486D-8778-C96055C6803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9E96B-FA1C-4D07-B979-031861770F1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0939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15. AL DIOS DE ABRAHAM, LOOR</a:t>
            </a:r>
            <a:endParaRPr lang="es-ES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2800" i="1" dirty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28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1. ¡Al Dios de Abraham, loor!</a:t>
            </a:r>
            <a:endParaRPr lang="es-ES" sz="60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su nombre celebrad; ¡Al que era, es, y aún será, magnificad! </a:t>
            </a:r>
            <a:r>
              <a:rPr lang="es-ES" sz="4000" dirty="0">
                <a:latin typeface="Arial Black" pitchFamily="34" charset="0"/>
              </a:rPr>
              <a:t> 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290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9050">
                  <a:noFill/>
                </a:ln>
                <a:latin typeface="Arial Black" pitchFamily="34" charset="0"/>
              </a:rPr>
              <a:t>El </a:t>
            </a:r>
            <a:r>
              <a:rPr lang="es-ES" sz="8000" b="1" dirty="0">
                <a:ln w="19050">
                  <a:noFill/>
                </a:ln>
                <a:latin typeface="Arial Black" pitchFamily="34" charset="0"/>
              </a:rPr>
              <a:t>solo, eterno Dios, de todo es Creador: Al único Supremo Ser cantad loor.</a:t>
            </a:r>
            <a:endParaRPr lang="es-ES" sz="80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4000" b="1" dirty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40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2800" dirty="0">
                <a:latin typeface="Arial Black" pitchFamily="34" charset="0"/>
              </a:rPr>
              <a:t> 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595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2. ¡Cuán libre y sabio es su Espíritu al obrar! Su voz por el profeta aún nos quiere hablar.</a:t>
            </a:r>
            <a:r>
              <a:rPr lang="es-ES" sz="7200" dirty="0">
                <a:ln w="19050">
                  <a:noFill/>
                </a:ln>
                <a:latin typeface="Arial Black" pitchFamily="34" charset="0"/>
              </a:rPr>
              <a:t> 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245167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En todo corazón su ley escrita está; Es inmutable y siempre fiel en tierra y mar.</a:t>
            </a:r>
            <a:endParaRPr lang="es-ES" sz="7200" dirty="0">
              <a:ln w="19050">
                <a:noFill/>
              </a:ln>
              <a:latin typeface="Arial Black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37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b="1" dirty="0">
                <a:ln w="19050">
                  <a:noFill/>
                </a:ln>
                <a:latin typeface="Arial Black" pitchFamily="34" charset="0"/>
              </a:rPr>
              <a:t>3. La vida infundió en cada humano ser. Su amor, amparo nos será sin fenecer. </a:t>
            </a:r>
          </a:p>
        </p:txBody>
      </p:sp>
    </p:spTree>
    <p:extLst>
      <p:ext uri="{BB962C8B-B14F-4D97-AF65-F5344CB8AC3E}">
        <p14:creationId xmlns:p14="http://schemas.microsoft.com/office/powerpoint/2010/main" val="420940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¡Al vivo Dios, loor! su nombre celebrad;</a:t>
            </a:r>
            <a:endParaRPr lang="es-ES" sz="72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¡Al que era, es, y aún será, magnificad!</a:t>
            </a:r>
            <a:endParaRPr lang="es-ES" sz="72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endParaRPr lang="es-ES" sz="3200" b="1" dirty="0">
              <a:ln w="19050">
                <a:noFill/>
              </a:ln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7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4. Al Padre celestial, a Cristo el Redentor, Y al eternal Consolador, cantad loor. </a:t>
            </a:r>
            <a:endParaRPr lang="es-ES" sz="7200" dirty="0">
              <a:ln w="19050">
                <a:noFill/>
              </a:ln>
              <a:latin typeface="Arial Black" pitchFamily="34" charset="0"/>
            </a:endParaRP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4246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0" b="1" dirty="0">
                <a:ln w="19050">
                  <a:noFill/>
                </a:ln>
                <a:latin typeface="Arial Black" pitchFamily="34" charset="0"/>
              </a:rPr>
              <a:t>Cristianos, ensalzad su gracia y su bondad; Al trino Dios de Abraham hoy alabad. Amén.</a:t>
            </a:r>
            <a:endParaRPr lang="es-ES" sz="7000" dirty="0">
              <a:ln w="19050">
                <a:noFill/>
              </a:ln>
              <a:latin typeface="Arial Black" pitchFamily="34" charset="0"/>
            </a:endParaRP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436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Panorámica</PresentationFormat>
  <Paragraphs>14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2017-03-02T16:48:52Z</dcterms:created>
  <dcterms:modified xsi:type="dcterms:W3CDTF">2017-03-02T16:49:05Z</dcterms:modified>
</cp:coreProperties>
</file>
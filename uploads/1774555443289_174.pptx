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wpLG7NgZosQUOm6poX8G7B1TV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idx="1" type="body"/>
          </p:nvPr>
        </p:nvSpPr>
        <p:spPr>
          <a:xfrm>
            <a:off x="913776" y="886265"/>
            <a:ext cx="10363827" cy="5079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VE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ACLAMAD A DIOS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VE" sz="1100"/>
              <a:t>J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Aclamad a Dios con alegría toda la tierra</a:t>
            </a:r>
            <a:br>
              <a:rPr b="1"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cantad la gloria de su nombre, </a:t>
            </a:r>
            <a:br>
              <a:rPr lang="es-VE" sz="1200"/>
            </a:b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idx="1" type="body"/>
          </p:nvPr>
        </p:nvSpPr>
        <p:spPr>
          <a:xfrm>
            <a:off x="0" y="906539"/>
            <a:ext cx="12192000" cy="4679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Poned en gloria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alabanza,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decid a Dios,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Cuán asombrosas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son sus obras. 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1167618" y="422032"/>
            <a:ext cx="10537695" cy="5936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//Cuan asombrosas son tus obras. Maravillosas son tus obras .//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913776" y="886265"/>
            <a:ext cx="10363827" cy="5079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VE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ACLAMAD A DIOS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VE" sz="1100"/>
              <a:t>J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Aclamad a Dios con alegría toda la tierra</a:t>
            </a:r>
            <a:br>
              <a:rPr b="1"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cantad la gloria de su nombre, </a:t>
            </a:r>
            <a:br>
              <a:rPr lang="es-VE" sz="1200"/>
            </a:b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0" y="906539"/>
            <a:ext cx="12192000" cy="4679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Poned en gloria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alabanza,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decid a Dios,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Cuán asombrosas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b="1"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son sus obras. 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1167618" y="422032"/>
            <a:ext cx="10537695" cy="5936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//Cuan asombrosas son tus obras. Maravillosas son tus obras .//</a:t>
            </a: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1055077" y="1308296"/>
            <a:ext cx="10423713" cy="3699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//Toda la tierra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adorará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toda la tierra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canta tu nombre//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1167618" y="422032"/>
            <a:ext cx="10537695" cy="5936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//Cuan asombrosas son tus obras. Maravillosas son tus obras .//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2023-11-10T14:17:27Z</dcterms:created>
  <dc:creator>Diego Tobón</dc:creator>
</cp:coreProperties>
</file>
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040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183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258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486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916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5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1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04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57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67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95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440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1" y="0"/>
            <a:ext cx="9143999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307 NUESTRA VIDA ACABARÁ</a:t>
            </a:r>
            <a:endParaRPr lang="es-CO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ES" sz="20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Nuestra vida acabará, cual las hojas caerá,</a:t>
            </a:r>
            <a:r>
              <a:rPr lang="es-CO" sz="7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Cual el haz se ligará: busca a Dios.</a:t>
            </a:r>
            <a:r>
              <a:rPr lang="es-CO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ES" sz="74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2600" b="1" dirty="0">
              <a:solidFill>
                <a:prstClr val="black"/>
              </a:solidFill>
            </a:endParaRPr>
          </a:p>
          <a:p>
            <a:endParaRPr lang="es-CO" sz="2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19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1" y="1"/>
            <a:ext cx="9143999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Vuela cada día veloz y volando da su voz: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"Ven a dar tu cuenta a Dios". Busca a Dios.</a:t>
            </a:r>
            <a:endParaRPr lang="es-CO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6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2600" b="1" dirty="0">
              <a:solidFill>
                <a:prstClr val="black"/>
              </a:solidFill>
            </a:endParaRPr>
          </a:p>
          <a:p>
            <a:endParaRPr lang="es-CO" sz="2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27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1" y="0"/>
            <a:ext cx="9143999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Busca a Dios, busca a Dios; Entre tanto tengas tiempo, busca a Dios. </a:t>
            </a:r>
            <a:endParaRPr lang="es-CO" sz="8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2600" b="1" dirty="0">
              <a:solidFill>
                <a:prstClr val="black"/>
              </a:solidFill>
            </a:endParaRPr>
          </a:p>
          <a:p>
            <a:endParaRPr lang="es-CO" sz="2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353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1" y="0"/>
            <a:ext cx="9143999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 te atreves a esperar, Dios la puerta cerrará</a:t>
            </a:r>
            <a:r>
              <a:rPr lang="es-CO" sz="7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dirá, “Es tarde ya”. Busca a Dios.</a:t>
            </a:r>
            <a:endParaRPr lang="es-CO" sz="7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2600" b="1" dirty="0">
              <a:solidFill>
                <a:prstClr val="black"/>
              </a:solidFill>
            </a:endParaRPr>
          </a:p>
          <a:p>
            <a:endParaRPr lang="es-CO" sz="2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29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309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Pierde el hombre su vigor, se marchita cual la flor,</a:t>
            </a:r>
            <a:r>
              <a:rPr lang="es-CO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 disipa cual vapor: busca a Dios.</a:t>
            </a:r>
            <a:r>
              <a:rPr lang="es-CO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7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5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85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309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Como el río aprisa va hasta entrar al vasto mar,</a:t>
            </a:r>
            <a:r>
              <a:rPr lang="es-CO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Vas así a la eternidad: busca a Dios.</a:t>
            </a:r>
            <a:endParaRPr lang="es-CO" sz="7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5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55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1" y="0"/>
            <a:ext cx="9143999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Busca a Dios, busca a Dios; Entre tanto tengas tiempo, busca a Dios. </a:t>
            </a:r>
            <a:endParaRPr lang="es-CO" sz="8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2600" b="1" dirty="0">
              <a:solidFill>
                <a:prstClr val="black"/>
              </a:solidFill>
            </a:endParaRPr>
          </a:p>
          <a:p>
            <a:endParaRPr lang="es-CO" sz="2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9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1" y="0"/>
            <a:ext cx="9143999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 te atreves a esperar, Dios la puerta cerrará</a:t>
            </a:r>
            <a:r>
              <a:rPr lang="es-CO" sz="7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dirá, “Es tarde ya”. Busca a Dios.</a:t>
            </a:r>
            <a:endParaRPr lang="es-CO" sz="7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2600" b="1" dirty="0">
              <a:solidFill>
                <a:prstClr val="black"/>
              </a:solidFill>
            </a:endParaRPr>
          </a:p>
          <a:p>
            <a:endParaRPr lang="es-CO" sz="2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092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Clama a Dios de corazón con sincera contrición;</a:t>
            </a:r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Jesús Dios da perdón: busca a Dios.</a:t>
            </a:r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6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2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 no escuchas al Señor, si desprecias su perdón,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 acarreas perdición: busca a Dios.</a:t>
            </a:r>
            <a:endParaRPr lang="es-CO" sz="6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33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1" y="0"/>
            <a:ext cx="9143999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ES" sz="8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Busca a Dios, busca a Dios; Entre tanto tengas tiempo, busca a Dios. </a:t>
            </a:r>
            <a:endParaRPr lang="es-CO" sz="8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2600" b="1" dirty="0">
              <a:solidFill>
                <a:prstClr val="black"/>
              </a:solidFill>
            </a:endParaRPr>
          </a:p>
          <a:p>
            <a:endParaRPr lang="es-CO" sz="2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00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1" y="0"/>
            <a:ext cx="9143999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 te atreves a esperar, Dios la puerta cerrará</a:t>
            </a:r>
            <a:r>
              <a:rPr lang="es-CO" sz="7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dirá, “Es tarde ya”. Busca a Dios.</a:t>
            </a:r>
            <a:endParaRPr lang="es-CO" sz="7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2600" b="1" dirty="0">
              <a:solidFill>
                <a:prstClr val="black"/>
              </a:solidFill>
            </a:endParaRPr>
          </a:p>
          <a:p>
            <a:endParaRPr lang="es-CO" sz="2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48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Panorámica</PresentationFormat>
  <Paragraphs>18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2017-05-27T14:21:37Z</dcterms:created>
  <dcterms:modified xsi:type="dcterms:W3CDTF">2017-05-27T14:21:39Z</dcterms:modified>
</cp:coreProperties>
</file>
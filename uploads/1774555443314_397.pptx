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IUG/Cdn7ddfdWTEWP6LS4SCKf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font" Target="fonts/ArialBlack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showMasterSp="0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" name="Google Shape;1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>
  <p:cSld name="Título y objeto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40" name="Google Shape;4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6" name="Google Shape;46;p1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7" name="Google Shape;47;p14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8" name="Google Shape;48;p14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showMasterSp="0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64" name="Google Shape;64;p1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2" name="Google Shape;72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95" name="Google Shape;9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2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2" name="Google Shape;10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9" name="Google Shape;10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4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6" name="Google Shape;11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4" name="Google Shape;12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26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26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4" name="Google Shape;13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0" name="Google Shape;14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9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9" name="Google Shape;149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3" name="Google Shape;15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0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0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 showMasterSp="0">
  <p:cSld name="Imagen panorámica con descripción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1" name="Google Shape;16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1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1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5" name="Google Shape;165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 showMasterSp="0">
  <p:cSld name="Título y descripció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9" name="Google Shape;16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2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2" name="Google Shape;172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 showMasterSp="0">
  <p:cSld name="Cita con descripció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6" name="Google Shape;17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3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3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0" name="Google Shape;180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sp>
        <p:nvSpPr>
          <p:cNvPr id="183" name="Google Shape;183;p33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4" name="Google Shape;184;p3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 showMasterSp="0">
  <p:cSld name="Tarjeta de nombre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6" name="Google Shape;18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4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 showMasterSp="0">
  <p:cSld name="Columna 3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3" name="Google Shape;19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5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6" name="Google Shape;196;p35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7" name="Google Shape;197;p35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35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9" name="Google Shape;199;p35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35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1" name="Google Shape;201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 showMasterSp="0">
  <p:cSld name="Columna de imagen 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5" name="Google Shape;20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6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6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8" name="Google Shape;208;p36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9" name="Google Shape;209;p36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0" name="Google Shape;210;p36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36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2" name="Google Shape;212;p36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3" name="Google Shape;213;p36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4" name="Google Shape;214;p36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5" name="Google Shape;215;p36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6" name="Google Shape;216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0" name="Google Shape;22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7" name="Google Shape;22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8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3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9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8" name="Google Shape;8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0" name="Google Shape;90;p21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"/>
          <p:cNvSpPr txBox="1"/>
          <p:nvPr>
            <p:ph idx="1" type="body"/>
          </p:nvPr>
        </p:nvSpPr>
        <p:spPr>
          <a:xfrm>
            <a:off x="914087" y="356659"/>
            <a:ext cx="10363827" cy="6696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None/>
            </a:pPr>
            <a: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ERES TÚ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Eres mi rey, amo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y Señor,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Eres cordero redentor,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eres mi salvador.</a:t>
            </a:r>
            <a:endParaRPr/>
          </a:p>
          <a:p>
            <a:pPr indent="0" lvl="0" marL="0" rtl="0" algn="ctr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"/>
          <p:cNvSpPr txBox="1"/>
          <p:nvPr>
            <p:ph idx="1" type="body"/>
          </p:nvPr>
        </p:nvSpPr>
        <p:spPr>
          <a:xfrm>
            <a:off x="913773" y="147919"/>
            <a:ext cx="10363827" cy="6548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la roca de 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poder,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manantial para 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sed,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contigo venceré.</a:t>
            </a:r>
            <a:endParaRPr/>
          </a:p>
          <a:p>
            <a:pPr indent="-186212" lvl="0" marL="457167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"/>
          <p:cNvSpPr txBox="1"/>
          <p:nvPr>
            <p:ph idx="1" type="body"/>
          </p:nvPr>
        </p:nvSpPr>
        <p:spPr>
          <a:xfrm>
            <a:off x="783146" y="246745"/>
            <a:ext cx="10784740" cy="6611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Cristo mi Señor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eres tú,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Cristo mi Señor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eres tú.</a:t>
            </a:r>
            <a:endParaRPr/>
          </a:p>
          <a:p>
            <a:pPr indent="-186212" lvl="0" marL="457167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"/>
          <p:cNvSpPr txBox="1"/>
          <p:nvPr>
            <p:ph idx="1" type="body"/>
          </p:nvPr>
        </p:nvSpPr>
        <p:spPr>
          <a:xfrm>
            <a:off x="913773" y="147919"/>
            <a:ext cx="10363827" cy="6548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Cuando tropiezo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Cerca estás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fuerte brazo 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mi sostén,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mi salvador. 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t/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86212" lvl="0" marL="457167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 txBox="1"/>
          <p:nvPr>
            <p:ph idx="1" type="body"/>
          </p:nvPr>
        </p:nvSpPr>
        <p:spPr>
          <a:xfrm>
            <a:off x="913773" y="147919"/>
            <a:ext cx="10363827" cy="6548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Cuando regreses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Triunfador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llevarás a tu mansión,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contigo venceré.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t/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86212" lvl="0" marL="457167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"/>
          <p:cNvSpPr txBox="1"/>
          <p:nvPr>
            <p:ph idx="1" type="body"/>
          </p:nvPr>
        </p:nvSpPr>
        <p:spPr>
          <a:xfrm>
            <a:off x="783146" y="246745"/>
            <a:ext cx="10784740" cy="6611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////Cristo mi Señor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eres tú,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Cristo mi Señor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eres Tú.////</a:t>
            </a:r>
            <a:endParaRPr/>
          </a:p>
          <a:p>
            <a:pPr indent="-186212" lvl="0" marL="457167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"/>
          <p:cNvSpPr txBox="1"/>
          <p:nvPr>
            <p:ph idx="1" type="body"/>
          </p:nvPr>
        </p:nvSpPr>
        <p:spPr>
          <a:xfrm>
            <a:off x="862659" y="684066"/>
            <a:ext cx="10784740" cy="6611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t/>
            </a:r>
            <a:endParaRPr sz="48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760"/>
              </a:spcBef>
              <a:spcAft>
                <a:spcPts val="0"/>
              </a:spcAft>
              <a:buClr>
                <a:srgbClr val="000000"/>
              </a:buClr>
              <a:buSzPts val="8800"/>
              <a:buNone/>
            </a:pPr>
            <a:r>
              <a:rPr lang="es-VE" sz="8800">
                <a:latin typeface="Arial Black"/>
                <a:ea typeface="Arial Black"/>
                <a:cs typeface="Arial Black"/>
                <a:sym typeface="Arial Black"/>
              </a:rPr>
              <a:t>Digno eres</a:t>
            </a:r>
            <a:endParaRPr/>
          </a:p>
          <a:p>
            <a:pPr indent="0" lvl="0" marL="0" rtl="0" algn="ctr">
              <a:spcBef>
                <a:spcPts val="1760"/>
              </a:spcBef>
              <a:spcAft>
                <a:spcPts val="0"/>
              </a:spcAft>
              <a:buClr>
                <a:srgbClr val="000000"/>
              </a:buClr>
              <a:buSzPts val="8800"/>
              <a:buNone/>
            </a:pPr>
            <a:r>
              <a:rPr lang="es-VE" sz="8800">
                <a:latin typeface="Arial Black"/>
                <a:ea typeface="Arial Black"/>
                <a:cs typeface="Arial Black"/>
                <a:sym typeface="Arial Black"/>
              </a:rPr>
              <a:t>Tú.</a:t>
            </a:r>
            <a:endParaRPr sz="16600">
              <a:latin typeface="Arial Black"/>
              <a:ea typeface="Arial Black"/>
              <a:cs typeface="Arial Black"/>
              <a:sym typeface="Arial Black"/>
            </a:endParaRPr>
          </a:p>
          <a:p>
            <a:pPr indent="-186212" lvl="0" marL="457167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ota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2017-08-19T21:32:46Z</dcterms:created>
  <dc:creator>Kadiesa</dc:creator>
</cp:coreProperties>
</file>
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25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69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193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048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924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25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987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96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80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31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440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A7FC2-09E5-4ADD-8236-A930BF51F62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96451-DCC8-488E-93AC-BB064365406B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048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3"/>
            <a:ext cx="9144000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278 GRACIAS DAMOS POR LA BIBLIA</a:t>
            </a:r>
          </a:p>
          <a:p>
            <a:pPr algn="ctr"/>
            <a:endParaRPr lang="es-CO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Gracias damos por la Biblia, Tu Palabra es, Señor; Inspiraste al salmista, Y al santo historiador. </a:t>
            </a:r>
          </a:p>
          <a:p>
            <a:pPr algn="ctr"/>
            <a:endParaRPr lang="es-CO" sz="2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762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El profeta y el apóstol, Desde la antigüedad, por tu Espíritu guiados, Nos legaron tu verdad.</a:t>
            </a:r>
          </a:p>
          <a:p>
            <a:pPr algn="ctr"/>
            <a:endParaRPr lang="es-CO" sz="2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88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769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Gracias damos por la Biblia, Y por esa multitud de escribas abnegados, Que con gran exactitud a través de muchos siglos, </a:t>
            </a:r>
            <a:endParaRPr lang="es-CO" sz="6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20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Aun en gran persecución, cada letra preservaron, Para nuestra bendición.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185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Gracias damos por la Biblia, Y por cada traductor que la ha hecho entendible Al oyente y lector. 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122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por los que la publican, Y el ejército mundial que trabaja esparciendo Tu Palabra eternal.</a:t>
            </a:r>
          </a:p>
          <a:p>
            <a:pPr algn="ctr"/>
            <a:endParaRPr lang="es-CO" sz="3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565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85728"/>
            <a:ext cx="91440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4. Gracias damos por la Biblia, Tu Palabra es, Señor; La tenemos al alcance, Tu mensaje de amor. 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623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Oh ayúdanos, pedimos, A leerla con afán, y a cumplirla diariamente; Sus preceptos vida dan.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067983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Panorámica</PresentationFormat>
  <Paragraphs>10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2017-05-10T22:12:29Z</dcterms:created>
  <dcterms:modified xsi:type="dcterms:W3CDTF">2017-05-10T22:12:32Z</dcterms:modified>
</cp:coreProperties>
</file>
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9phjy9zyG97G6RFkENKebsbn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4" name="Google Shape;9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1" name="Google Shape;10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2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9" name="Google Shape;13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0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2" name="Google Shape;1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1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1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0" name="Google Shape;16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2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8" name="Google Shape;16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5" name="Google Shape;17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4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34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82" name="Google Shape;182;p34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83" name="Google Shape;183;p34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5" name="Google Shape;18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5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2" name="Google Shape;19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6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6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6" name="Google Shape;196;p36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6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8" name="Google Shape;198;p36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6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0" name="Google Shape;200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4" name="Google Shape;20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7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7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7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0" name="Google Shape;210;p37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37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7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7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37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9" name="Google Shape;21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6" name="Google Shape;22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9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7" name="Google Shape;87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0" name="Google Shape;90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idx="1" type="subTitle"/>
          </p:nvPr>
        </p:nvSpPr>
        <p:spPr>
          <a:xfrm>
            <a:off x="121023" y="524435"/>
            <a:ext cx="11887200" cy="5795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None/>
            </a:pPr>
            <a:r>
              <a:rPr b="1" lang="es-CO" sz="5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COSECHA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b="1" sz="2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Alza tus ojos y mira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cosecha esta lista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tiempo ha llegado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mies esta madura.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idx="1" type="subTitle"/>
          </p:nvPr>
        </p:nvSpPr>
        <p:spPr>
          <a:xfrm>
            <a:off x="1306237" y="772797"/>
            <a:ext cx="9733799" cy="4767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Esfuérzate y se valiente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Levántate y predica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todas las naciones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cristo es la vida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" type="body"/>
          </p:nvPr>
        </p:nvSpPr>
        <p:spPr>
          <a:xfrm>
            <a:off x="747929" y="322732"/>
            <a:ext cx="10345897" cy="568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b="1" sz="43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 Y será llena la tierra de su gloria 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 cubrirá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las aguas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cubren la mar //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idx="1" type="subTitle"/>
          </p:nvPr>
        </p:nvSpPr>
        <p:spPr>
          <a:xfrm>
            <a:off x="121023" y="524435"/>
            <a:ext cx="11887200" cy="5795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0"/>
              <a:buNone/>
            </a:pPr>
            <a:r>
              <a:t/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Alza tus ojos y mira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cosecha esta lista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tiempo ha llegado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mies esta madura.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"/>
          <p:cNvSpPr txBox="1"/>
          <p:nvPr>
            <p:ph idx="1" type="subTitle"/>
          </p:nvPr>
        </p:nvSpPr>
        <p:spPr>
          <a:xfrm>
            <a:off x="1306237" y="772797"/>
            <a:ext cx="9733799" cy="4767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Esfuérzate y se valiente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Levántate y predica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todas las naciones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cristo es la vida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idx="1" type="body"/>
          </p:nvPr>
        </p:nvSpPr>
        <p:spPr>
          <a:xfrm>
            <a:off x="747929" y="322732"/>
            <a:ext cx="10345897" cy="568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b="1" sz="43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 Y será llena la tierra de su gloria 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 cubrirá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las aguas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cubren la mar //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>
            <p:ph idx="1" type="body"/>
          </p:nvPr>
        </p:nvSpPr>
        <p:spPr>
          <a:xfrm>
            <a:off x="954115" y="726142"/>
            <a:ext cx="10363827" cy="516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No, no hay otro nombre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dado a los hombres,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Jesucristo es el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Señor.</a:t>
            </a:r>
            <a:endParaRPr/>
          </a:p>
          <a:p>
            <a:pPr indent="-203167" lvl="0" marL="45716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>
            <p:ph idx="1" type="body"/>
          </p:nvPr>
        </p:nvSpPr>
        <p:spPr>
          <a:xfrm>
            <a:off x="747929" y="322732"/>
            <a:ext cx="10345897" cy="568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b="1" sz="43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 Y será llena la tierra de su gloria 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 cubrirá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las aguas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cubren la mar //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2017-11-08T02:01:13Z</dcterms:created>
  <dc:creator>jhonnier leon</dc:creator>
</cp:coreProperties>
</file>
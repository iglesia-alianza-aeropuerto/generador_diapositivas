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OZIB+OfRBuryiH/jr3ubiqitj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8" name="Google Shape;108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8"/>
          <p:cNvSpPr txBox="1"/>
          <p:nvPr>
            <p:ph idx="3" type="body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1"/>
          <p:cNvSpPr txBox="1"/>
          <p:nvPr>
            <p:ph idx="2" type="body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DEE8">
            <a:alpha val="49803"/>
          </a:srgbClr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323851" y="361951"/>
            <a:ext cx="11645152" cy="58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MÍ?</a:t>
            </a:r>
            <a:endParaRPr b="0" i="0" sz="53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mí si no me hubieras alcanzado?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¿Dónde estaría hoy si no  me hubieras perdonado?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829233" y="1462691"/>
            <a:ext cx="1070385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Tendría un vacío en mi corazón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vagaría sin rumbo sin dirección.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200151" y="1233769"/>
            <a:ext cx="1008865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//Sino fuera por tu gracia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tu amor//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704851" y="548680"/>
            <a:ext cx="10926856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pájaro herido que se muere en el suelo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ciervo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brama por agua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un desierto.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1200151" y="1233769"/>
            <a:ext cx="1008865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//Sino fuera por tu gracia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tu amor//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323851" y="361951"/>
            <a:ext cx="11645152" cy="58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MÍ?</a:t>
            </a:r>
            <a:endParaRPr b="0" i="0" sz="53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mí si no me hubieras alcanzado?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¿Dónde estaría hoy si no  me hubieras perdonado?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829233" y="1462691"/>
            <a:ext cx="1070385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Tendría un vacío en mi corazón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vagaría sin rumbo sin dirección.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1200151" y="1233769"/>
            <a:ext cx="1008865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//Sino fuera por tu gracia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tu amor//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704851" y="548680"/>
            <a:ext cx="10926856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pájaro herido que se muere en el suelo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ciervo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brama por agua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un desierto.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1200151" y="1233769"/>
            <a:ext cx="1008865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//Sino fuera por tu gracia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tu amor//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2017-06-10T14:26:49Z</dcterms:created>
  <dc:creator>Kadiesa</dc:creator>
</cp:coreProperties>
</file>
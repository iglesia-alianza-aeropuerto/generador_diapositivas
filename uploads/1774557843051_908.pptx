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1040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774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3666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1269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4814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1595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8074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0654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9629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5440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7316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  <a:alpha val="6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729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42853"/>
            <a:ext cx="9144000" cy="7448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b="1" i="1" dirty="0">
                <a:ln w="12700">
                  <a:noFill/>
                </a:ln>
                <a:solidFill>
                  <a:srgbClr val="FF0000"/>
                </a:solidFill>
                <a:latin typeface="Arial Black" pitchFamily="34" charset="0"/>
              </a:rPr>
              <a:t>319 EL AGUA VIVA</a:t>
            </a:r>
            <a:endParaRPr lang="es-CO" sz="4000" i="1" dirty="0">
              <a:ln w="12700">
                <a:noFill/>
              </a:ln>
              <a:solidFill>
                <a:srgbClr val="FF0000"/>
              </a:solidFill>
              <a:latin typeface="Arial Black" pitchFamily="34" charset="0"/>
            </a:endParaRPr>
          </a:p>
          <a:p>
            <a:pPr algn="ctr"/>
            <a:endParaRPr lang="es-ES" sz="24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ES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Vino </a:t>
            </a:r>
            <a:r>
              <a:rPr lang="es-ES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una mujer de Samaria a sacar agua; y </a:t>
            </a:r>
            <a:r>
              <a:rPr lang="es-ES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Jesús</a:t>
            </a:r>
            <a:r>
              <a:rPr lang="es-CO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le </a:t>
            </a:r>
            <a:r>
              <a:rPr lang="es-ES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dijo: Dame de beber. </a:t>
            </a:r>
            <a:endParaRPr lang="es-ES" sz="4000" b="1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ES" b="1" dirty="0">
              <a:solidFill>
                <a:prstClr val="black"/>
              </a:solidFill>
            </a:endParaRPr>
          </a:p>
          <a:p>
            <a:endParaRPr lang="es-CO" dirty="0">
              <a:solidFill>
                <a:prstClr val="black"/>
              </a:solidFill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6856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11930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6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Pues </a:t>
            </a:r>
            <a:r>
              <a:rPr lang="es-ES" sz="76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sus </a:t>
            </a:r>
            <a:r>
              <a:rPr lang="es-ES" sz="76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discípulos</a:t>
            </a:r>
            <a:r>
              <a:rPr lang="es-CO" sz="76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6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habían </a:t>
            </a:r>
            <a:r>
              <a:rPr lang="es-ES" sz="76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ido a la ciudad a comprar de comer.</a:t>
            </a:r>
            <a:endParaRPr lang="es-CO" sz="76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ES" sz="7600" b="1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ES" sz="7600" b="1" dirty="0">
              <a:solidFill>
                <a:prstClr val="black"/>
              </a:solidFill>
            </a:endParaRPr>
          </a:p>
          <a:p>
            <a:endParaRPr lang="es-CO" sz="7600" dirty="0">
              <a:solidFill>
                <a:prstClr val="black"/>
              </a:solidFill>
            </a:endParaRPr>
          </a:p>
          <a:p>
            <a:endParaRPr lang="es-CO" sz="76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3785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85729"/>
            <a:ext cx="914400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La </a:t>
            </a:r>
            <a:r>
              <a:rPr lang="es-ES" sz="7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mujer samaritana le dijo: ¿Cómo tú, </a:t>
            </a:r>
            <a:r>
              <a:rPr lang="es-ES" sz="7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siendo</a:t>
            </a:r>
            <a:r>
              <a:rPr lang="es-CO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judío</a:t>
            </a:r>
            <a:r>
              <a:rPr lang="es-ES" sz="7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, me pides a mí de beber, </a:t>
            </a:r>
            <a:endParaRPr lang="es-ES" sz="36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6871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7956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5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que </a:t>
            </a:r>
            <a:r>
              <a:rPr lang="es-ES" sz="75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soy mujer</a:t>
            </a:r>
            <a:endParaRPr lang="es-CO" sz="75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ES" sz="75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samaritana? Porque judíos y samaritanos no</a:t>
            </a:r>
            <a:endParaRPr lang="es-CO" sz="75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ES" sz="75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se tratan entre sí.</a:t>
            </a:r>
            <a:endParaRPr lang="es-CO" sz="75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ES" sz="25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0912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0"/>
            <a:ext cx="9144000" cy="7386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0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Respondió </a:t>
            </a:r>
            <a:r>
              <a:rPr lang="es-ES" sz="60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Jesús y le dijo: Si conocieras el </a:t>
            </a:r>
            <a:r>
              <a:rPr lang="es-ES" sz="60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don</a:t>
            </a:r>
            <a:r>
              <a:rPr lang="es-CO" sz="60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0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de </a:t>
            </a:r>
            <a:r>
              <a:rPr lang="es-ES" sz="60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Dios, y quién es el que te dice: Dame </a:t>
            </a:r>
            <a:r>
              <a:rPr lang="es-ES" sz="60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de</a:t>
            </a:r>
            <a:r>
              <a:rPr lang="es-CO" sz="60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0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beber</a:t>
            </a:r>
            <a:r>
              <a:rPr lang="es-ES" sz="60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, tú le pedirías, y él te daría agua viva.</a:t>
            </a:r>
            <a:endParaRPr lang="es-CO" sz="60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ES" b="1" dirty="0">
              <a:solidFill>
                <a:prstClr val="black"/>
              </a:solidFill>
            </a:endParaRPr>
          </a:p>
          <a:p>
            <a:endParaRPr lang="es-CO" dirty="0">
              <a:solidFill>
                <a:prstClr val="black"/>
              </a:solidFill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8167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42853"/>
            <a:ext cx="91440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Cualquiera que bebiere de esta agua, volverá a</a:t>
            </a:r>
            <a:endParaRPr lang="es-CO" sz="60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ES" sz="6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tener sed; mas el que bebiere del agua que yo le</a:t>
            </a:r>
            <a:r>
              <a:rPr lang="es-CO" sz="6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daré, no tendrá sed jamás; </a:t>
            </a:r>
            <a:endParaRPr lang="es-ES" sz="36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7640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42853"/>
            <a:ext cx="9144000" cy="7125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sino que el agua que yo</a:t>
            </a:r>
            <a:r>
              <a:rPr lang="es-CO" sz="7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le daré será en él una fuente de agua que salte</a:t>
            </a:r>
            <a:r>
              <a:rPr lang="es-CO" sz="7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para vida eterna.</a:t>
            </a:r>
            <a:endParaRPr lang="es-CO" sz="72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ES" sz="25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4590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1"/>
            <a:ext cx="9144000" cy="7863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La mujer le dijo: Señor, dame esa agua, para que no</a:t>
            </a:r>
            <a:r>
              <a:rPr lang="es-CO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tenga yo sed, ni venga aquí a sacarla.</a:t>
            </a:r>
            <a:endParaRPr lang="es-CO" sz="72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ES" sz="4800" b="1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ES" sz="25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7207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1"/>
            <a:ext cx="9144000" cy="6632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Y creyeron muchos más por la palabra de</a:t>
            </a:r>
            <a:r>
              <a:rPr lang="es-CO" sz="80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él, y decían a la mujer:</a:t>
            </a:r>
            <a:endParaRPr lang="es-CO" sz="80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ES" sz="25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4336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42853"/>
            <a:ext cx="91440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4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Ya no creemos solamente por tu dicho, porque nosotros</a:t>
            </a:r>
            <a:r>
              <a:rPr lang="es-CO" sz="54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54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mismos hemos oído, y sabemos que verdaderamente</a:t>
            </a:r>
            <a:r>
              <a:rPr lang="es-CO" sz="54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54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éste es el Salvador del mundo, el Cristo.</a:t>
            </a:r>
            <a:endParaRPr lang="es-CO" sz="54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2619519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</Words>
  <Application>Microsoft Office PowerPoint</Application>
  <PresentationFormat>Panorámica</PresentationFormat>
  <Paragraphs>20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Calibri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Kadiesa</cp:lastModifiedBy>
  <cp:revision>1</cp:revision>
  <dcterms:created xsi:type="dcterms:W3CDTF">2017-05-27T14:41:28Z</dcterms:created>
  <dcterms:modified xsi:type="dcterms:W3CDTF">2017-05-27T14:41:31Z</dcterms:modified>
</cp:coreProperties>
</file>
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k2d/wDp9ASlcENuM4QGDMTeg1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5D8F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324500" y="0"/>
            <a:ext cx="9543000" cy="6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416 CRISTO FIEL TE QUIERO SER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•1. Cristo, fiel te quiero ser, Dame el poder, dame el poder; Yo contigo quiero andar, Sin vacilar, sin vacilar.</a:t>
            </a:r>
            <a:endParaRPr b="0" i="0" sz="5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1"/>
            <a:ext cx="9144000" cy="78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tus pasos quiero seguir, Cerca de ti, cerca de ti; Y si encuentro pruebas aquí, Dame confianza en ti.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2. Con Jesús yo quiero hablar, Sólo con él, sólo con él; Paz y gozo yo tendré, Al serle fiel, al serle fiel.</a:t>
            </a:r>
            <a:endParaRPr sz="6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1"/>
            <a:ext cx="9144000" cy="78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tus pasos quiero seguir, Cerca de ti, cerca de ti; Y si encuentro pruebas aquí, Dame confianza en ti.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0"/>
            <a:ext cx="9144000" cy="8294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•3. Dame ardiente corazón,</a:t>
            </a:r>
            <a:r>
              <a:rPr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Lleno de amor, lleno de amor;</a:t>
            </a:r>
            <a:r>
              <a:rPr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tu Espíritu, Señor,</a:t>
            </a:r>
            <a:r>
              <a:rPr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Guiador, como Guiador.</a:t>
            </a:r>
            <a:endParaRPr sz="6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14291"/>
            <a:ext cx="9144000" cy="78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tus pasos quiero seguir, Cerca de ti, cerca de ti; Y si encuentro pruebas aquí, Dame confianza en ti.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726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•4. Cada día quiero cumplir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voluntad, tu voluntad,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servirte a ti, Señor,</a:t>
            </a:r>
            <a:r>
              <a:rPr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humildad, en humildad.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14291"/>
            <a:ext cx="9144000" cy="78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tus pasos quiero seguir, Cerca de ti, cerca de ti; Y si encuentro pruebas aquí, Dame confianza en ti.</a:t>
            </a: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2017-05-27T18:44:58Z</dcterms:created>
  <dc:creator>Kadiesa</dc:creator>
</cp:coreProperties>
</file>
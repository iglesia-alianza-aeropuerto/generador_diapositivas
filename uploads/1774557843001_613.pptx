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841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933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34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73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09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03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4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093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88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76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80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45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1"/>
            <a:ext cx="9144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25400">
                  <a:noFill/>
                </a:ln>
                <a:solidFill>
                  <a:srgbClr val="FF0000"/>
                </a:solidFill>
                <a:latin typeface="Arial Black" pitchFamily="34" charset="0"/>
                <a:cs typeface="Arabic Typesetting" pitchFamily="66" charset="-78"/>
              </a:rPr>
              <a:t>271 LOS CIELOS ANUNCIAN TUS OBRAS</a:t>
            </a:r>
          </a:p>
          <a:p>
            <a:pPr algn="ctr"/>
            <a:endParaRPr lang="es-CO" sz="28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  <a:cs typeface="Arabic Typesetting" pitchFamily="66" charset="-78"/>
            </a:endParaRPr>
          </a:p>
          <a:p>
            <a:pPr algn="ctr"/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1</a:t>
            </a:r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. Los cielos anuncian tus obras, </a:t>
            </a:r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Señor, La </a:t>
            </a:r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gloria y potencia de su </a:t>
            </a:r>
            <a:r>
              <a:rPr lang="es-CO" sz="6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Creador; </a:t>
            </a:r>
            <a:endParaRPr lang="es-CO" sz="44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  <a:cs typeface="Arabic Typesetting" pitchFamily="66" charset="-78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884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24000" y="357166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El </a:t>
            </a:r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día y la noche levantan su </a:t>
            </a:r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voz, Y </a:t>
            </a:r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en toda la tierra alaban a Dios.</a:t>
            </a:r>
          </a:p>
          <a:p>
            <a:pPr algn="ctr"/>
            <a:endParaRPr lang="es-CO" sz="32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  <a:cs typeface="Arabic Typesetting" pitchFamily="66" charset="-78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57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•2. Oh Dios, tu palabra es fiel y veraz; A los que la guardan da gozo y paz. </a:t>
            </a:r>
            <a:endParaRPr lang="es-CO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422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  <a:cs typeface="Arabic Typesetting" pitchFamily="66" charset="-78"/>
              </a:rPr>
              <a:t>Tus leyes perfectas y límpidas son; Tu sabiduría dan al corazón.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37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8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CO" sz="78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Tus juicios excelsos son mucho </a:t>
            </a:r>
            <a:r>
              <a:rPr lang="es-CO" sz="78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mejor Que </a:t>
            </a:r>
            <a:r>
              <a:rPr lang="es-CO" sz="78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oro o joyas de grande </a:t>
            </a:r>
            <a:r>
              <a:rPr lang="es-CO" sz="78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valor;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58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Aun </a:t>
            </a:r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miel que destila del rico </a:t>
            </a:r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panal No </a:t>
            </a:r>
            <a:r>
              <a:rPr lang="es-CO" sz="80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tiene dulzura que sea igual.</a:t>
            </a:r>
          </a:p>
          <a:p>
            <a:pPr algn="ctr"/>
            <a:endParaRPr lang="es-CO" sz="3200" dirty="0">
              <a:ln w="254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22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6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•4. Que cada palabra que expresa mi voz, Las meditaciones de mi corazón, </a:t>
            </a:r>
            <a:endParaRPr lang="es-CO" sz="7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73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800" dirty="0">
                <a:ln w="254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 ti sean gratas, te imploro, Señor, Mi Roca eterna y mi Redentor. Amén.</a:t>
            </a:r>
          </a:p>
          <a:p>
            <a:endParaRPr lang="es-CO" sz="7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88895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Panorámica</PresentationFormat>
  <Paragraphs>10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Arabic Typesetting</vt:lpstr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2017-05-10T22:00:57Z</dcterms:created>
  <dcterms:modified xsi:type="dcterms:W3CDTF">2017-05-10T22:01:01Z</dcterms:modified>
</cp:coreProperties>
</file>
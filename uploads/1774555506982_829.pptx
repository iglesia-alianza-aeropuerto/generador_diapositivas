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Arial Black"/>
      <p:regular r:id="rId15"/>
    </p:embeddedFon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r1RyLBfjpDl8c852yXb2MbOGV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26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26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7" name="Google Shape;167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0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89" name="Google Shape;189;p32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0" name="Google Shape;190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5" name="Google Shape;195;p3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4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6" name="Google Shape;206;p34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11" name="Google Shape;211;p3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12" name="Google Shape;212;p3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2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82" name="Google Shape;82;p2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21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95" name="Google Shape;95;p21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2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2000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>
            <p:ph idx="1" type="subTitle"/>
          </p:nvPr>
        </p:nvSpPr>
        <p:spPr>
          <a:xfrm>
            <a:off x="709468" y="288440"/>
            <a:ext cx="11048400" cy="80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00"/>
              <a:buNone/>
            </a:pPr>
            <a:r>
              <a:rPr b="1" i="1" lang="es-CO" sz="27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LA </a:t>
            </a:r>
            <a:r>
              <a:rPr b="1" i="1" lang="es-CO" sz="27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ÚNICA</a:t>
            </a:r>
            <a:r>
              <a:rPr b="1" i="1" lang="es-CO" sz="27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RAZÓN</a:t>
            </a:r>
            <a:endParaRPr sz="27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la única razón</a:t>
            </a:r>
            <a:endParaRPr sz="47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de mi adoración ¡oh Jesús!</a:t>
            </a:r>
            <a:endParaRPr sz="47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la esperanza</a:t>
            </a:r>
            <a:endParaRPr sz="47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	que anhelé tener</a:t>
            </a:r>
            <a:endParaRPr sz="47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4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 Jesús!</a:t>
            </a:r>
            <a:endParaRPr sz="47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</a:pPr>
            <a:r>
              <a:t/>
            </a:r>
            <a:endParaRPr b="1" sz="47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</a:pPr>
            <a:r>
              <a:t/>
            </a:r>
            <a:endParaRPr b="1" sz="5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</a:pPr>
            <a:r>
              <a:t/>
            </a:r>
            <a:endParaRPr b="1" sz="5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 txBox="1"/>
          <p:nvPr>
            <p:ph idx="1" type="subTitle"/>
          </p:nvPr>
        </p:nvSpPr>
        <p:spPr>
          <a:xfrm>
            <a:off x="1707778" y="244855"/>
            <a:ext cx="9049800" cy="59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Confié en ti me has ayudado,</a:t>
            </a:r>
            <a:endParaRPr sz="4600"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salvación me has regalado.</a:t>
            </a:r>
            <a:endParaRPr sz="4600"/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"/>
          <p:cNvSpPr txBox="1"/>
          <p:nvPr>
            <p:ph idx="1" type="subTitle"/>
          </p:nvPr>
        </p:nvSpPr>
        <p:spPr>
          <a:xfrm>
            <a:off x="2107829" y="331140"/>
            <a:ext cx="8485200" cy="60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Hoy hay gozo en mi corazón, </a:t>
            </a:r>
            <a:endParaRPr sz="4600"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mi canto te alabaré.</a:t>
            </a:r>
            <a:endParaRPr sz="4600"/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4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 txBox="1"/>
          <p:nvPr>
            <p:ph type="title"/>
          </p:nvPr>
        </p:nvSpPr>
        <p:spPr>
          <a:xfrm>
            <a:off x="609600" y="274639"/>
            <a:ext cx="10972800" cy="80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lang="es-CO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/>
          <p:cNvSpPr txBox="1"/>
          <p:nvPr>
            <p:ph idx="1" type="body"/>
          </p:nvPr>
        </p:nvSpPr>
        <p:spPr>
          <a:xfrm>
            <a:off x="1583499" y="932724"/>
            <a:ext cx="90468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700"/>
              <a:buNone/>
            </a:pPr>
            <a:r>
              <a:rPr b="1" lang="es-CO" sz="4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r>
              <a:rPr b="1" lang="es-CO" sz="4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//Te alabaré</a:t>
            </a:r>
            <a:endParaRPr sz="4600"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te glorificaré,</a:t>
            </a:r>
            <a:endParaRPr sz="4600"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alabaré </a:t>
            </a:r>
            <a:endParaRPr sz="4600"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buen Jesús //</a:t>
            </a:r>
            <a:endParaRPr sz="4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 txBox="1"/>
          <p:nvPr>
            <p:ph idx="1" type="subTitle"/>
          </p:nvPr>
        </p:nvSpPr>
        <p:spPr>
          <a:xfrm>
            <a:off x="709468" y="288440"/>
            <a:ext cx="11048400" cy="9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300"/>
              <a:buNone/>
            </a:pPr>
            <a:r>
              <a:rPr b="1" i="1" lang="es-CO" sz="53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LA </a:t>
            </a:r>
            <a:r>
              <a:rPr b="1" i="1" lang="es-CO" sz="53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ÚNICA</a:t>
            </a:r>
            <a:r>
              <a:rPr b="1" i="1" lang="es-CO" sz="53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RAZÓN</a:t>
            </a:r>
            <a:endParaRPr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la única razón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de mi adoración ¡oh Jesús!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la esperanza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	que anhelé tener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b="1" lang="es-CO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 Jesús!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</a:pPr>
            <a:r>
              <a:t/>
            </a:r>
            <a:endParaRPr b="1" sz="5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</a:pPr>
            <a:r>
              <a:t/>
            </a:r>
            <a:endParaRPr b="1" sz="5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500"/>
              <a:buNone/>
            </a:pPr>
            <a:r>
              <a:t/>
            </a:r>
            <a:endParaRPr b="1" sz="5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 txBox="1"/>
          <p:nvPr>
            <p:ph idx="1" type="subTitle"/>
          </p:nvPr>
        </p:nvSpPr>
        <p:spPr>
          <a:xfrm>
            <a:off x="1707778" y="244855"/>
            <a:ext cx="9049831" cy="7327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Confié en ti me has ayudado,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salvación me has regalado.</a:t>
            </a:r>
            <a:endParaRPr/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"/>
          <p:cNvSpPr txBox="1"/>
          <p:nvPr>
            <p:ph idx="1" type="subTitle"/>
          </p:nvPr>
        </p:nvSpPr>
        <p:spPr>
          <a:xfrm>
            <a:off x="2107829" y="312091"/>
            <a:ext cx="8485055" cy="828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Hoy hay gozo en mi corazón,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mi canto te alabaré.</a:t>
            </a:r>
            <a:endParaRPr/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40"/>
              </a:spcBef>
              <a:spcAft>
                <a:spcPts val="0"/>
              </a:spcAft>
              <a:buClr>
                <a:srgbClr val="888888"/>
              </a:buClr>
              <a:buSzPts val="5200"/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 txBox="1"/>
          <p:nvPr>
            <p:ph type="title"/>
          </p:nvPr>
        </p:nvSpPr>
        <p:spPr>
          <a:xfrm>
            <a:off x="609600" y="274639"/>
            <a:ext cx="10972800" cy="80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lang="es-CO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40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/>
          <p:nvPr>
            <p:ph idx="1" type="body"/>
          </p:nvPr>
        </p:nvSpPr>
        <p:spPr>
          <a:xfrm>
            <a:off x="1487490" y="836712"/>
            <a:ext cx="9046876" cy="4811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700"/>
              <a:buNone/>
            </a:pPr>
            <a:r>
              <a:rPr b="1" lang="es-CO" sz="67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r>
              <a:rPr b="1" lang="es-CO" sz="6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//Te alabaré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te glorificaré,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alabaré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000000"/>
              </a:buClr>
              <a:buSzPts val="6700"/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buen Jesús //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2017-11-07T01:21:49Z</dcterms:created>
  <dc:creator>jhonnier leon</dc:creator>
</cp:coreProperties>
</file>
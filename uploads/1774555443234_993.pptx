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qQF2qrl9Qr23EA0386kXaUmzR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42852"/>
            <a:ext cx="9144000" cy="7509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549 ESE DIA GLORIOSO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Cuán glorioso será ese día, cuando venga Jesús el Salvador;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402975" y="188260"/>
            <a:ext cx="9144000" cy="7171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Los creyentes reunidos en los cielos,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estaremos con nuestro redentor.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0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habrá necesidad de la luz el resplandor, ni el sol dará su luz, ni tampoco su calor; </a:t>
            </a:r>
            <a:endParaRPr sz="6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85728"/>
            <a:ext cx="9144000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llanto no habrá, ni tristeza, ni dolor, Porque entonces Jesús el Rey del cielo para siempre será Consolador.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281953" y="0"/>
            <a:ext cx="9144000" cy="7386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Esperamos el momento glorioso,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para recibir a nuestro Salvador.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357167"/>
            <a:ext cx="9144000" cy="670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Transformados con cuerpos celestiales, Alabanzas daremos al Señor</a:t>
            </a:r>
            <a:endParaRPr sz="7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0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habrá necesidad de la luz el resplandor, ni el sol dará su luz, ni tampoco su calor; </a:t>
            </a:r>
            <a:endParaRPr sz="6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285728"/>
            <a:ext cx="9144000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llanto no habrá, ni tristeza, ni dolor, Porque entonces Jesús el Rey del cielo para siempre será Consolador.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357167"/>
            <a:ext cx="9144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El cristiano fiel y verdadero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también el obrero de valor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 Iglesia, </a:t>
            </a:r>
            <a:endParaRPr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306243"/>
            <a:ext cx="914400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esposa del Cordero,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estarán en los brazos del Señor.</a:t>
            </a: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524000" y="0"/>
            <a:ext cx="9144000" cy="69865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 habrá necesidad de la luz el resplandor, ni el sol dará su luz, ni tampoco su calor; </a:t>
            </a:r>
            <a:endParaRPr sz="6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524000" y="285728"/>
            <a:ext cx="9144000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Allí llanto no habrá, ni tristeza, ni dolor, Porque entonces Jesús el Rey del cielo para siempre será Consolador.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2017-05-31T15:12:14Z</dcterms:created>
  <dc:creator>Kadiesa</dc:creator>
</cp:coreProperties>
</file>
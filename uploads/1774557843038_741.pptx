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380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2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72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8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00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10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485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17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91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06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165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7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1"/>
            <a:ext cx="9144000" cy="781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301 ¿SABES DÓNDE HAY UNA FUENTE?</a:t>
            </a:r>
          </a:p>
          <a:p>
            <a:pPr algn="ctr"/>
            <a:endParaRPr lang="es-CO" sz="2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5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CO" sz="5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¿Sabes dónde hay una </a:t>
            </a:r>
            <a:r>
              <a:rPr lang="es-CO" sz="5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fuente Pura </a:t>
            </a:r>
            <a:r>
              <a:rPr lang="es-CO" sz="5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divino </a:t>
            </a:r>
            <a:r>
              <a:rPr lang="es-CO" sz="5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amor, Cuyas </a:t>
            </a:r>
            <a:r>
              <a:rPr lang="es-CO" sz="5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aguas celestiales </a:t>
            </a:r>
            <a:r>
              <a:rPr lang="es-CO" sz="5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manan con </a:t>
            </a:r>
            <a:r>
              <a:rPr lang="es-CO" sz="5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ferviente </a:t>
            </a:r>
            <a:r>
              <a:rPr lang="es-CO" sz="5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ardor? </a:t>
            </a:r>
            <a:endParaRPr lang="es-CO" sz="5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es-CO" sz="3200" dirty="0">
                <a:ln w="19050">
                  <a:solidFill>
                    <a:prstClr val="black"/>
                  </a:solidFill>
                </a:ln>
                <a:solidFill>
                  <a:prstClr val="white"/>
                </a:solidFill>
              </a:rPr>
              <a:t> 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36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428605"/>
            <a:ext cx="914400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9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Esta </a:t>
            </a:r>
            <a:r>
              <a:rPr lang="es-CO" sz="69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fuente inagotable, de eficacia y de </a:t>
            </a:r>
            <a:r>
              <a:rPr lang="es-CO" sz="69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valor Es </a:t>
            </a:r>
            <a:r>
              <a:rPr lang="es-CO" sz="69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Redentor bendito, el precioso Salvador.</a:t>
            </a:r>
          </a:p>
          <a:p>
            <a:r>
              <a:rPr lang="es-CO" sz="3200" dirty="0">
                <a:ln w="19050">
                  <a:solidFill>
                    <a:prstClr val="black"/>
                  </a:solidFill>
                </a:ln>
                <a:solidFill>
                  <a:prstClr val="white"/>
                </a:solidFill>
              </a:rPr>
              <a:t> 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41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 Jesús la viva fuente, Donde he apagado yo esa sed que consumía mi cuitado corazón.</a:t>
            </a:r>
          </a:p>
          <a:p>
            <a:pPr algn="ctr"/>
            <a:endParaRPr lang="es-CO" sz="3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b="1" i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2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89"/>
            <a:ext cx="9144000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Esa fuente siempre pura, nunca su cristal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perdió;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sus aguas refrescantes se te ofrecen,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pecador.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65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b="1" i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88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7"/>
            <a:ext cx="9144000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sediento y fatigado a Jesús, la fuente,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vas,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Satisfecho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aliviado al momento quedarás.</a:t>
            </a:r>
            <a:endParaRPr lang="es-CO" sz="65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b="1" i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20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 Jesús la viva fuente, Donde he apagado yo esa sed que consumía mi cuitado corazón.</a:t>
            </a:r>
          </a:p>
          <a:p>
            <a:pPr algn="ctr"/>
            <a:endParaRPr lang="es-CO" sz="3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b="1" i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67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0"/>
            <a:ext cx="914399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¡Oh! recibe pues su oferta, no rechaces, no, su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amor;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Dile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“De esas aguas dame, y sabré su gran valor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”.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65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74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0"/>
            <a:ext cx="9143999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Sin 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dinero, y sin precio, se te ofrece el grato 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don: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Vida 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eterna, paz y gozo, de tus culpas el perdón.</a:t>
            </a:r>
            <a:endParaRPr lang="es-CO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00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 </a:t>
            </a:r>
          </a:p>
          <a:p>
            <a:pPr algn="ctr"/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 Jesús la viva fuente, Donde he apagado yo esa sed que consumía mi cuitado corazón.</a:t>
            </a:r>
          </a:p>
          <a:p>
            <a:pPr algn="ctr"/>
            <a:endParaRPr lang="es-CO" sz="3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b="1" i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200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609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207</Words>
  <Application>Microsoft Office PowerPoint</Application>
  <PresentationFormat>Panorámica</PresentationFormat>
  <Paragraphs>25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2017-05-27T14:15:46Z</dcterms:created>
  <dcterms:modified xsi:type="dcterms:W3CDTF">2017-05-27T14:18:19Z</dcterms:modified>
</cp:coreProperties>
</file>
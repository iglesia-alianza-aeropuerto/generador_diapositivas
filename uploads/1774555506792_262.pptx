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Arial Black"/>
      <p:regular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jqfgU/eioU1zsCM+BiR89SzxZY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rialBlack-regular.fntdata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050800" y="-47900"/>
            <a:ext cx="9144000" cy="75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535 ¡GLORIA, GLORIA, ALELUYA!</a:t>
            </a:r>
            <a:endParaRPr b="0" i="0" sz="3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1143000" lvl="0" marL="114300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 Black"/>
              <a:buAutoNum type="arabicPeriod"/>
            </a:pP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Es el Dios de los ejércitos en quien yo confiaré;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con címbalos de gozo al Señor ensalzaré. </a:t>
            </a:r>
            <a:endParaRPr b="0" i="0" sz="6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2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1524000" y="517803"/>
            <a:ext cx="9144000" cy="63401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El despide los relámpagos, mas nunca temeré;</a:t>
            </a:r>
            <a:r>
              <a:rPr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Él es mi Protector.</a:t>
            </a:r>
            <a:endParaRPr sz="7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2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1322294" y="699247"/>
            <a:ext cx="9663953" cy="53860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8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¡Gloria, gloria, aleluya!</a:t>
            </a:r>
            <a:r>
              <a:rPr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¡Gloria, gloria, aleluya!</a:t>
            </a:r>
            <a:r>
              <a:rPr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¡Gloria, gloria, aleluya!</a:t>
            </a:r>
            <a:r>
              <a:rPr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 Cristo doy loor.</a:t>
            </a:r>
            <a:endParaRPr sz="6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1524000" y="425470"/>
            <a:ext cx="9144000" cy="6432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Con ejército no gana sus victorias el Señor;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ni con armas lucha contra Satanás, el Tentador. </a:t>
            </a:r>
            <a:endParaRPr sz="6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 </a:t>
            </a:r>
            <a:endParaRPr sz="2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/>
        </p:nvSpPr>
        <p:spPr>
          <a:xfrm>
            <a:off x="1549400" y="442891"/>
            <a:ext cx="9144000" cy="66479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La potencia del Espíritu, ha dicho el Dios de amor, es lo que vencerá.</a:t>
            </a:r>
            <a:endParaRPr sz="7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 </a:t>
            </a:r>
            <a:endParaRPr sz="2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/>
        </p:nvSpPr>
        <p:spPr>
          <a:xfrm>
            <a:off x="1322294" y="699247"/>
            <a:ext cx="9663953" cy="53860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8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¡Gloria, gloria, aleluya!</a:t>
            </a:r>
            <a:r>
              <a:rPr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¡Gloria, gloria, aleluya!</a:t>
            </a:r>
            <a:r>
              <a:rPr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¡Gloria, gloria, aleluya!</a:t>
            </a:r>
            <a:r>
              <a:rPr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 Cristo doy loor.</a:t>
            </a:r>
            <a:endParaRPr sz="6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1524000" y="357166"/>
            <a:ext cx="9144000" cy="6586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3. En Belén de Palestina el Señor Jesús nació, y después de treinta años, en la cruenta cruz murió. </a:t>
            </a:r>
            <a:endParaRPr sz="6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/>
        </p:nvSpPr>
        <p:spPr>
          <a:xfrm>
            <a:off x="1511300" y="620691"/>
            <a:ext cx="9144000" cy="6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Pero vive para siempre, pues la tumba ya venció;</a:t>
            </a:r>
            <a:r>
              <a:rPr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su nombre alabaré.</a:t>
            </a:r>
            <a:endParaRPr sz="7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 txBox="1"/>
          <p:nvPr/>
        </p:nvSpPr>
        <p:spPr>
          <a:xfrm>
            <a:off x="1322294" y="699247"/>
            <a:ext cx="9663953" cy="53860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8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¡Gloria, gloria, aleluya!</a:t>
            </a:r>
            <a:r>
              <a:rPr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¡Gloria, gloria, aleluya!</a:t>
            </a:r>
            <a:r>
              <a:rPr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¡Gloria, gloria, aleluya!</a:t>
            </a:r>
            <a:r>
              <a:rPr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 Cristo doy loor.</a:t>
            </a:r>
            <a:endParaRPr sz="6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HIMNOS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2017-05-31T14:58:55Z</dcterms:created>
  <dc:creator>Kadiesa</dc:creator>
</cp:coreProperties>
</file>
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s-V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1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117C3-824E-48E0-A7C9-3C1AD5BF95C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11BCA-C8F6-460B-AF15-B55CDA3FA572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91324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117C3-824E-48E0-A7C9-3C1AD5BF95C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11BCA-C8F6-460B-AF15-B55CDA3FA572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7902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117C3-824E-48E0-A7C9-3C1AD5BF95C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11BCA-C8F6-460B-AF15-B55CDA3FA572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3720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117C3-824E-48E0-A7C9-3C1AD5BF95C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11BCA-C8F6-460B-AF15-B55CDA3FA572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98682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117C3-824E-48E0-A7C9-3C1AD5BF95C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11BCA-C8F6-460B-AF15-B55CDA3FA572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97860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117C3-824E-48E0-A7C9-3C1AD5BF95C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11BCA-C8F6-460B-AF15-B55CDA3FA572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68564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117C3-824E-48E0-A7C9-3C1AD5BF95C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11BCA-C8F6-460B-AF15-B55CDA3FA572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27642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117C3-824E-48E0-A7C9-3C1AD5BF95C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11BCA-C8F6-460B-AF15-B55CDA3FA572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52147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117C3-824E-48E0-A7C9-3C1AD5BF95C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11BCA-C8F6-460B-AF15-B55CDA3FA572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3019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117C3-824E-48E0-A7C9-3C1AD5BF95C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11BCA-C8F6-460B-AF15-B55CDA3FA572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50550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117C3-824E-48E0-A7C9-3C1AD5BF95C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11BCA-C8F6-460B-AF15-B55CDA3FA572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55601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5117C3-824E-48E0-A7C9-3C1AD5BF95C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411BCA-C8F6-460B-AF15-B55CDA3FA572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8200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0"/>
            <a:ext cx="9144000" cy="7325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0" i="1" dirty="0">
                <a:ln w="19050">
                  <a:noFill/>
                </a:ln>
                <a:solidFill>
                  <a:srgbClr val="FF0000"/>
                </a:solidFill>
                <a:latin typeface="Arial Black" pitchFamily="34" charset="0"/>
              </a:rPr>
              <a:t>303 ¿SABES TÚ DE CRISTO?</a:t>
            </a:r>
            <a:endParaRPr lang="es-CO" sz="4000" i="1" dirty="0">
              <a:ln w="19050">
                <a:noFill/>
              </a:ln>
              <a:solidFill>
                <a:srgbClr val="FF0000"/>
              </a:solidFill>
              <a:latin typeface="Arial Black" pitchFamily="34" charset="0"/>
            </a:endParaRPr>
          </a:p>
          <a:p>
            <a:pPr algn="ctr"/>
            <a:endParaRPr lang="es-CO" sz="20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s-ES" sz="63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1. ¿Vives cansado y </a:t>
            </a:r>
            <a:r>
              <a:rPr lang="es-ES" sz="63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triste?</a:t>
            </a:r>
            <a:r>
              <a:rPr lang="es-CO" sz="63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63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¿Es </a:t>
            </a:r>
            <a:r>
              <a:rPr lang="es-ES" sz="63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grande tu aflicción</a:t>
            </a:r>
            <a:r>
              <a:rPr lang="es-ES" sz="63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?</a:t>
            </a:r>
            <a:r>
              <a:rPr lang="es-CO" sz="63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63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¿</a:t>
            </a:r>
            <a:r>
              <a:rPr lang="es-ES" sz="63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Tu inquietud persiste</a:t>
            </a:r>
            <a:r>
              <a:rPr lang="es-ES" sz="63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?</a:t>
            </a:r>
            <a:r>
              <a:rPr lang="es-CO" sz="63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63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¿</a:t>
            </a:r>
            <a:r>
              <a:rPr lang="es-ES" sz="63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Buscas feliz protección?</a:t>
            </a:r>
            <a:endParaRPr lang="es-CO" sz="63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endParaRPr lang="es-ES" sz="32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8812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1"/>
            <a:ext cx="9144000" cy="74481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0" i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Coro:</a:t>
            </a:r>
          </a:p>
          <a:p>
            <a:pPr algn="ctr"/>
            <a:r>
              <a:rPr lang="es-ES" sz="70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¿</a:t>
            </a:r>
            <a:r>
              <a:rPr lang="es-ES" sz="70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Sabes tú de Cristo? </a:t>
            </a:r>
            <a:r>
              <a:rPr lang="es-ES" sz="70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¿</a:t>
            </a:r>
            <a:r>
              <a:rPr lang="es-ES" sz="70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Le conoces ya? </a:t>
            </a:r>
            <a:r>
              <a:rPr lang="es-ES" sz="70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En </a:t>
            </a:r>
            <a:r>
              <a:rPr lang="es-ES" sz="70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su amor </a:t>
            </a:r>
            <a:r>
              <a:rPr lang="es-ES" sz="70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bendito</a:t>
            </a:r>
            <a:r>
              <a:rPr lang="es-CO" sz="70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70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Salvación </a:t>
            </a:r>
            <a:r>
              <a:rPr lang="es-ES" sz="70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y poder te dará. </a:t>
            </a:r>
            <a:endParaRPr lang="es-CO" sz="70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endParaRPr lang="es-CO" dirty="0">
              <a:ln w="19050">
                <a:solidFill>
                  <a:prstClr val="black"/>
                </a:solidFill>
              </a:ln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5211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142852"/>
            <a:ext cx="9144000" cy="69557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66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2</a:t>
            </a:r>
            <a:r>
              <a:rPr lang="es-ES" sz="66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. ¿A quién te acercas, </a:t>
            </a:r>
            <a:r>
              <a:rPr lang="es-ES" sz="66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dime,</a:t>
            </a:r>
            <a:r>
              <a:rPr lang="es-CO" sz="66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66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Cuando </a:t>
            </a:r>
            <a:r>
              <a:rPr lang="es-ES" sz="66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te acosa el </a:t>
            </a:r>
            <a:r>
              <a:rPr lang="es-ES" sz="66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mal?</a:t>
            </a:r>
            <a:r>
              <a:rPr lang="es-CO" sz="66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66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Y </a:t>
            </a:r>
            <a:r>
              <a:rPr lang="es-ES" sz="66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cuando tu alma gime, ¿Quién es tu paz eternal?</a:t>
            </a:r>
            <a:endParaRPr lang="es-CO" sz="66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endParaRPr lang="es-ES" sz="32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endParaRPr lang="es-CO" dirty="0">
              <a:ln w="19050">
                <a:solidFill>
                  <a:prstClr val="black"/>
                </a:solidFill>
              </a:ln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8453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1"/>
            <a:ext cx="9144000" cy="74481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0" i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Coro:</a:t>
            </a:r>
          </a:p>
          <a:p>
            <a:pPr algn="ctr"/>
            <a:r>
              <a:rPr lang="es-ES" sz="70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¿</a:t>
            </a:r>
            <a:r>
              <a:rPr lang="es-ES" sz="70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Sabes tú de Cristo? </a:t>
            </a:r>
            <a:r>
              <a:rPr lang="es-ES" sz="70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¿</a:t>
            </a:r>
            <a:r>
              <a:rPr lang="es-ES" sz="70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Le conoces ya? </a:t>
            </a:r>
            <a:r>
              <a:rPr lang="es-ES" sz="70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En </a:t>
            </a:r>
            <a:r>
              <a:rPr lang="es-ES" sz="70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su amor </a:t>
            </a:r>
            <a:r>
              <a:rPr lang="es-ES" sz="70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bendito</a:t>
            </a:r>
            <a:r>
              <a:rPr lang="es-CO" sz="70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70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Salvación </a:t>
            </a:r>
            <a:r>
              <a:rPr lang="es-ES" sz="70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y poder te dará. </a:t>
            </a:r>
            <a:endParaRPr lang="es-CO" sz="70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endParaRPr lang="es-CO" dirty="0">
              <a:ln w="19050">
                <a:solidFill>
                  <a:prstClr val="black"/>
                </a:solidFill>
              </a:ln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5923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142852"/>
            <a:ext cx="9144000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66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3</a:t>
            </a:r>
            <a:r>
              <a:rPr lang="es-ES" sz="66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. En tus </a:t>
            </a:r>
            <a:r>
              <a:rPr lang="es-ES" sz="66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desilusiones,</a:t>
            </a:r>
            <a:r>
              <a:rPr lang="es-CO" sz="66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66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Tu </a:t>
            </a:r>
            <a:r>
              <a:rPr lang="es-ES" sz="66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llanto </a:t>
            </a:r>
            <a:r>
              <a:rPr lang="es-ES" sz="66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enjugará;</a:t>
            </a:r>
            <a:r>
              <a:rPr lang="es-CO" sz="66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66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En </a:t>
            </a:r>
            <a:r>
              <a:rPr lang="es-ES" sz="66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rudas tentaciones, Tu ruego contestará.</a:t>
            </a:r>
            <a:endParaRPr lang="es-CO" sz="66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endParaRPr lang="es-CO" dirty="0">
              <a:ln w="19050">
                <a:solidFill>
                  <a:prstClr val="black"/>
                </a:solidFill>
              </a:ln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1908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1"/>
            <a:ext cx="9144000" cy="74481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0" i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Coro:</a:t>
            </a:r>
          </a:p>
          <a:p>
            <a:pPr algn="ctr"/>
            <a:r>
              <a:rPr lang="es-ES" sz="70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¿</a:t>
            </a:r>
            <a:r>
              <a:rPr lang="es-ES" sz="70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Sabes tú de Cristo? </a:t>
            </a:r>
            <a:r>
              <a:rPr lang="es-ES" sz="70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¿</a:t>
            </a:r>
            <a:r>
              <a:rPr lang="es-ES" sz="70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Le conoces ya? </a:t>
            </a:r>
            <a:r>
              <a:rPr lang="es-ES" sz="70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En </a:t>
            </a:r>
            <a:r>
              <a:rPr lang="es-ES" sz="70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su amor </a:t>
            </a:r>
            <a:r>
              <a:rPr lang="es-ES" sz="70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bendito</a:t>
            </a:r>
            <a:r>
              <a:rPr lang="es-CO" sz="70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70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Salvación </a:t>
            </a:r>
            <a:r>
              <a:rPr lang="es-ES" sz="70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y poder te dará. </a:t>
            </a:r>
            <a:endParaRPr lang="es-CO" sz="70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endParaRPr lang="es-CO" dirty="0">
              <a:ln w="19050">
                <a:solidFill>
                  <a:prstClr val="black"/>
                </a:solidFill>
              </a:ln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9430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147</Words>
  <Application>Microsoft Office PowerPoint</Application>
  <PresentationFormat>Panorámica</PresentationFormat>
  <Paragraphs>11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Arial</vt:lpstr>
      <vt:lpstr>Arial Black</vt:lpstr>
      <vt:lpstr>Calibri</vt:lpstr>
      <vt:lpstr>1_Tema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Kadiesa</dc:creator>
  <cp:lastModifiedBy>Kadiesa</cp:lastModifiedBy>
  <cp:revision>1</cp:revision>
  <dcterms:created xsi:type="dcterms:W3CDTF">2017-05-27T14:19:08Z</dcterms:created>
  <dcterms:modified xsi:type="dcterms:W3CDTF">2017-05-27T14:19:10Z</dcterms:modified>
</cp:coreProperties>
</file>
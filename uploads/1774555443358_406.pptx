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682" r:id="rId2"/>
    <p:sldId id="683" r:id="rId3"/>
    <p:sldId id="684" r:id="rId4"/>
    <p:sldId id="685" r:id="rId5"/>
    <p:sldId id="686" r:id="rId6"/>
    <p:sldId id="687" r:id="rId7"/>
    <p:sldId id="688" r:id="rId8"/>
    <p:sldId id="689" r:id="rId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8FEE09-C0FA-24AE-7C52-50F815F05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DACC70D-F06B-8235-4449-8F4EFF17B0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01D9727-2579-3B0F-0439-A03B75400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60EA8-25C7-4201-80C1-0418C5CEFCB3}" type="datetimeFigureOut">
              <a:rPr lang="es-CO" smtClean="0"/>
              <a:t>9/02/2024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7AB0D8A-C1FD-9E9C-FAC4-6123607ED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6A94367-7082-2831-7422-F5FA5B170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C1B2C-235E-4A88-9FD5-C86CE15867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1968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3B3A10-123D-7887-1226-8C9C499BF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94FBAB-3C8F-0CD9-16E3-60B8AA7AA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E112E2C-E079-8B2F-20F1-709A89C28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60EA8-25C7-4201-80C1-0418C5CEFCB3}" type="datetimeFigureOut">
              <a:rPr lang="es-CO" smtClean="0"/>
              <a:t>9/02/2024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4F7854-245B-FF0F-16DA-EE0835D96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C381E5-993F-22A4-3038-99E4D9F99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C1B2C-235E-4A88-9FD5-C86CE15867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33907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465F64-CB40-FE26-9434-493DFF21B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6AC607A-8E58-93E2-86B7-35948FF715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58B9ECE-4294-3A1D-1BBD-89BE41D9C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60EA8-25C7-4201-80C1-0418C5CEFCB3}" type="datetimeFigureOut">
              <a:rPr lang="es-CO" smtClean="0"/>
              <a:t>9/02/2024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AF381A6-C339-4829-2832-EF967A237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C6F2F6D-3F7A-194F-C684-A91E430B7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C1B2C-235E-4A88-9FD5-C86CE15867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39959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C99F04-F754-11F1-55BB-4A2F9EC29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391D37-6BFD-CB0A-A8A7-CF3F07ACF9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1A257B4-D7BA-9B57-6AB8-1E0D740C36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B57BE5C-162A-A096-FE88-C3DF1CE8F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60EA8-25C7-4201-80C1-0418C5CEFCB3}" type="datetimeFigureOut">
              <a:rPr lang="es-CO" smtClean="0"/>
              <a:t>9/02/2024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F0487A9-39B5-65E7-5DA2-3B158456F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C51A03F-D048-47D9-FD57-FA59235E6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C1B2C-235E-4A88-9FD5-C86CE15867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05245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95A34D-CB57-4B11-0DBA-18289164D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ECEE0DB-087A-7D6F-DC2E-95A145AF90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9FB6A6B-805B-7A69-981B-0DB670825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3156B32-75BA-B17D-ABC0-167284F776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54FB4AA-269C-C44E-5DF0-8CE659C8F7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17F1CBA-ABDD-00A9-5649-3C676CB17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60EA8-25C7-4201-80C1-0418C5CEFCB3}" type="datetimeFigureOut">
              <a:rPr lang="es-CO" smtClean="0"/>
              <a:t>9/02/2024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1EF28E2-6270-6197-1008-44D97086D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9200989-B46A-1443-BC23-184469A07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C1B2C-235E-4A88-9FD5-C86CE15867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21727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3BFF5D-E357-39B7-67A2-05FD8A7F2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100382E-18F5-9CD0-09D3-AC1FB8D4E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60EA8-25C7-4201-80C1-0418C5CEFCB3}" type="datetimeFigureOut">
              <a:rPr lang="es-CO" smtClean="0"/>
              <a:t>9/02/2024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99C6A0C-5167-4A18-72CB-65B6EAFAA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AB4D678-4EA2-AE50-4D75-700C3D52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C1B2C-235E-4A88-9FD5-C86CE15867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33794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FFA2C24-D030-A5FC-D9C7-D5ADAF2B1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60EA8-25C7-4201-80C1-0418C5CEFCB3}" type="datetimeFigureOut">
              <a:rPr lang="es-CO" smtClean="0"/>
              <a:t>9/02/2024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20AF77D-645A-3BD8-E9AE-68E044C40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ED53E09-AA7D-AE1B-E678-0CC190DCA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C1B2C-235E-4A88-9FD5-C86CE15867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7087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D9F775-EADD-5D0D-8DB1-A19BA2639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ACA11C-D3B9-493B-DB29-5700786284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87221B7-03D6-58CC-83C3-ECFA0E29D5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0186651-54F2-29F2-4948-BBC56E1CF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60EA8-25C7-4201-80C1-0418C5CEFCB3}" type="datetimeFigureOut">
              <a:rPr lang="es-CO" smtClean="0"/>
              <a:t>9/02/2024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DDE738B-C59B-D10C-AC4B-93DBAB536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E353F5D-DB21-D3D5-37FD-4EFCD5B30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C1B2C-235E-4A88-9FD5-C86CE15867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47064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10C10D-1347-D406-B1E1-C34572D6D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235A25D-4623-CE0E-5B4D-7698F36DC9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5EA356-2318-82C0-E5F6-867B898A6C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D1DB756-285F-9050-0AD2-5602D9287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60EA8-25C7-4201-80C1-0418C5CEFCB3}" type="datetimeFigureOut">
              <a:rPr lang="es-CO" smtClean="0"/>
              <a:t>9/02/2024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A3634AD-5E13-3D8E-B919-EFDFBBBAC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44FE2E0-9B08-BBDF-625E-A4303DB0F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C1B2C-235E-4A88-9FD5-C86CE15867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23074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48782C-8952-776D-80EF-6474CA2A7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E5C6B44-DDC6-677E-E5BE-75EAB93C1B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AFF97D-9241-FFF8-9EA8-F7D0F20C2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60EA8-25C7-4201-80C1-0418C5CEFCB3}" type="datetimeFigureOut">
              <a:rPr lang="es-CO" smtClean="0"/>
              <a:t>9/02/2024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9251DE-B2D7-565C-ACE0-360476858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F7DF085-EFE5-AB6E-6399-AC2C6E335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C1B2C-235E-4A88-9FD5-C86CE15867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96442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9C884A2-CFC1-8420-73C8-081E62A08A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61FFC24-F053-333A-F9F8-0CE4B4B05F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6B539F-E5AA-591B-551C-1135C9674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60EA8-25C7-4201-80C1-0418C5CEFCB3}" type="datetimeFigureOut">
              <a:rPr lang="es-CO" smtClean="0"/>
              <a:t>9/02/2024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2FA921B-8762-4987-3CD7-87DBC5F50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5606D7-0027-BD63-26A1-19F1AC487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C1B2C-235E-4A88-9FD5-C86CE15867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71530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3" y="2367093"/>
            <a:ext cx="10363827" cy="3424107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>
                <a:solidFill>
                  <a:prstClr val="black"/>
                </a:solidFill>
              </a:rPr>
              <a:pPr/>
              <a:t>2/9/2024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>
                <a:solidFill>
                  <a:prstClr val="black"/>
                </a:solidFill>
              </a:rPr>
              <a:pPr/>
              <a:t>‹Nº›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7003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CE8C207-04BA-CDB0-0418-D6D881264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28B917F-1BE0-32A3-F91D-DA4E6030EB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DB8503-9FA0-CDD2-EE31-C3E82095A8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C60EA8-25C7-4201-80C1-0418C5CEFCB3}" type="datetimeFigureOut">
              <a:rPr lang="es-CO" smtClean="0"/>
              <a:t>9/02/2024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9F2929-A41A-D708-ED5C-D33A2853D2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99BC72-49D2-0C2F-2B9A-19E3D250F0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4C1B2C-235E-4A88-9FD5-C86CE15867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55562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643433" y="309283"/>
            <a:ext cx="9046979" cy="6441143"/>
          </a:xfrm>
        </p:spPr>
        <p:txBody>
          <a:bodyPr>
            <a:noAutofit/>
          </a:bodyPr>
          <a:lstStyle/>
          <a:p>
            <a:r>
              <a:rPr lang="es-VE" sz="4000" b="1" dirty="0">
                <a:solidFill>
                  <a:srgbClr val="FF0000"/>
                </a:solidFill>
                <a:latin typeface="Arial Black" panose="020B0A04020102020204" pitchFamily="34" charset="0"/>
              </a:rPr>
              <a:t>DIOS ES NUESTRO AMPARO</a:t>
            </a:r>
          </a:p>
          <a:p>
            <a:pPr>
              <a:spcBef>
                <a:spcPts val="0"/>
              </a:spcBef>
            </a:pPr>
            <a:r>
              <a:rPr lang="es-VE" sz="6600" b="1" dirty="0">
                <a:solidFill>
                  <a:srgbClr val="000000"/>
                </a:solidFill>
                <a:latin typeface="Arial Black" panose="020B0A04020102020204" pitchFamily="34" charset="0"/>
              </a:rPr>
              <a:t>Dios es nuestro amparo y fortaleza </a:t>
            </a:r>
          </a:p>
          <a:p>
            <a:pPr>
              <a:spcBef>
                <a:spcPts val="0"/>
              </a:spcBef>
            </a:pPr>
            <a:r>
              <a:rPr lang="es-VE" sz="6600" b="1" dirty="0">
                <a:solidFill>
                  <a:srgbClr val="000000"/>
                </a:solidFill>
                <a:latin typeface="Arial Black" panose="020B0A04020102020204" pitchFamily="34" charset="0"/>
              </a:rPr>
              <a:t>Nuestro pronto auxilio en las tribulaciones;</a:t>
            </a:r>
          </a:p>
          <a:p>
            <a:r>
              <a:rPr lang="es-VE" sz="4800" b="1" dirty="0">
                <a:solidFill>
                  <a:srgbClr val="000000"/>
                </a:solidFill>
                <a:latin typeface="Arial Black" panose="020B0A040201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6265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1286435" y="96955"/>
            <a:ext cx="8960224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377">
              <a:buClr>
                <a:prstClr val="black"/>
              </a:buClr>
            </a:pPr>
            <a:r>
              <a:rPr lang="es-VE" sz="7200" b="1" dirty="0">
                <a:latin typeface="Arial Black" panose="020B0A04020102020204" pitchFamily="34" charset="0"/>
              </a:rPr>
              <a:t>Por tanto no temerá</a:t>
            </a:r>
          </a:p>
          <a:p>
            <a:pPr algn="ctr" defTabSz="914377">
              <a:buClr>
                <a:prstClr val="black"/>
              </a:buClr>
            </a:pPr>
            <a:r>
              <a:rPr lang="es-VE" sz="7200" b="1" dirty="0">
                <a:latin typeface="Arial Black" panose="020B0A04020102020204" pitchFamily="34" charset="0"/>
              </a:rPr>
              <a:t> mi corazón; aunque cielo y tierra se remuevan </a:t>
            </a:r>
          </a:p>
        </p:txBody>
      </p:sp>
    </p:spTree>
    <p:extLst>
      <p:ext uri="{BB962C8B-B14F-4D97-AF65-F5344CB8AC3E}">
        <p14:creationId xmlns:p14="http://schemas.microsoft.com/office/powerpoint/2010/main" val="2576025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sz="quarter" idx="13"/>
          </p:nvPr>
        </p:nvSpPr>
        <p:spPr>
          <a:xfrm>
            <a:off x="913773" y="295837"/>
            <a:ext cx="10363827" cy="605117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VE" sz="4400" b="1" dirty="0">
                <a:solidFill>
                  <a:srgbClr val="FF0000"/>
                </a:solidFill>
                <a:latin typeface="Arial Black" panose="020B0A04020102020204" pitchFamily="34" charset="0"/>
              </a:rPr>
              <a:t>CORO: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s-VE" sz="7200" b="1" dirty="0">
                <a:solidFill>
                  <a:srgbClr val="000000"/>
                </a:solidFill>
                <a:latin typeface="Arial Black" panose="020B0A04020102020204" pitchFamily="34" charset="0"/>
              </a:rPr>
              <a:t>Porque jehová de los ejércitos nos guía,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s-VE" sz="7200" b="1" dirty="0">
                <a:solidFill>
                  <a:srgbClr val="000000"/>
                </a:solidFill>
                <a:latin typeface="Arial Black" panose="020B0A04020102020204" pitchFamily="34" charset="0"/>
              </a:rPr>
              <a:t>nuestro refugio es el Dios de Jacob </a:t>
            </a:r>
          </a:p>
        </p:txBody>
      </p:sp>
    </p:spTree>
    <p:extLst>
      <p:ext uri="{BB962C8B-B14F-4D97-AF65-F5344CB8AC3E}">
        <p14:creationId xmlns:p14="http://schemas.microsoft.com/office/powerpoint/2010/main" val="1699137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sz="quarter" idx="13"/>
          </p:nvPr>
        </p:nvSpPr>
        <p:spPr>
          <a:xfrm>
            <a:off x="685173" y="363072"/>
            <a:ext cx="10363827" cy="6104963"/>
          </a:xfrm>
        </p:spPr>
        <p:txBody>
          <a:bodyPr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s-VE" sz="6600" b="1" dirty="0">
                <a:solidFill>
                  <a:srgbClr val="000000"/>
                </a:solidFill>
                <a:latin typeface="Arial Black" panose="020B0A04020102020204" pitchFamily="34" charset="0"/>
              </a:rPr>
              <a:t>Aunque tiemblen las montañas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s-VE" sz="6600" b="1" dirty="0">
                <a:solidFill>
                  <a:srgbClr val="000000"/>
                </a:solidFill>
                <a:latin typeface="Arial Black" panose="020B0A04020102020204" pitchFamily="34" charset="0"/>
              </a:rPr>
              <a:t>y se turbe todo el mar en ti confiará,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s-VE" sz="6600" b="1" dirty="0">
                <a:solidFill>
                  <a:srgbClr val="000000"/>
                </a:solidFill>
                <a:latin typeface="Arial Black" panose="020B0A04020102020204" pitchFamily="34" charset="0"/>
              </a:rPr>
              <a:t>en ti confiará mi alma. </a:t>
            </a:r>
          </a:p>
        </p:txBody>
      </p:sp>
    </p:spTree>
    <p:extLst>
      <p:ext uri="{BB962C8B-B14F-4D97-AF65-F5344CB8AC3E}">
        <p14:creationId xmlns:p14="http://schemas.microsoft.com/office/powerpoint/2010/main" val="3670424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643433" y="309283"/>
            <a:ext cx="9046979" cy="6441143"/>
          </a:xfrm>
        </p:spPr>
        <p:txBody>
          <a:bodyPr>
            <a:noAutofit/>
          </a:bodyPr>
          <a:lstStyle/>
          <a:p>
            <a:r>
              <a:rPr lang="es-VE" sz="4000" b="1" dirty="0">
                <a:solidFill>
                  <a:srgbClr val="FF0000"/>
                </a:solidFill>
                <a:latin typeface="Arial Black" panose="020B0A04020102020204" pitchFamily="34" charset="0"/>
              </a:rPr>
              <a:t>DIOS ES NUESTRO AMPARO</a:t>
            </a:r>
          </a:p>
          <a:p>
            <a:pPr>
              <a:spcBef>
                <a:spcPts val="0"/>
              </a:spcBef>
            </a:pPr>
            <a:r>
              <a:rPr lang="es-VE" sz="6600" b="1" dirty="0">
                <a:solidFill>
                  <a:srgbClr val="000000"/>
                </a:solidFill>
                <a:latin typeface="Arial Black" panose="020B0A04020102020204" pitchFamily="34" charset="0"/>
              </a:rPr>
              <a:t>Dios es nuestro amparo y fortaleza </a:t>
            </a:r>
          </a:p>
          <a:p>
            <a:pPr>
              <a:spcBef>
                <a:spcPts val="0"/>
              </a:spcBef>
            </a:pPr>
            <a:r>
              <a:rPr lang="es-VE" sz="6600" b="1" dirty="0">
                <a:solidFill>
                  <a:srgbClr val="000000"/>
                </a:solidFill>
                <a:latin typeface="Arial Black" panose="020B0A04020102020204" pitchFamily="34" charset="0"/>
              </a:rPr>
              <a:t>Nuestro pronto auxilio en las tribulaciones;</a:t>
            </a:r>
          </a:p>
          <a:p>
            <a:r>
              <a:rPr lang="es-VE" sz="4800" b="1" dirty="0">
                <a:solidFill>
                  <a:srgbClr val="000000"/>
                </a:solidFill>
                <a:latin typeface="Arial Black" panose="020B0A040201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85487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1286435" y="96955"/>
            <a:ext cx="8960224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377">
              <a:buClr>
                <a:prstClr val="black"/>
              </a:buClr>
              <a:defRPr/>
            </a:pPr>
            <a:r>
              <a:rPr lang="es-VE" sz="7200" b="1" dirty="0">
                <a:latin typeface="Arial Black" panose="020B0A04020102020204" pitchFamily="34" charset="0"/>
              </a:rPr>
              <a:t>Por tanto no temerá</a:t>
            </a:r>
          </a:p>
          <a:p>
            <a:pPr algn="ctr" defTabSz="914377">
              <a:buClr>
                <a:prstClr val="black"/>
              </a:buClr>
              <a:defRPr/>
            </a:pPr>
            <a:r>
              <a:rPr lang="es-VE" sz="7200" b="1" dirty="0">
                <a:latin typeface="Arial Black" panose="020B0A04020102020204" pitchFamily="34" charset="0"/>
              </a:rPr>
              <a:t> mi corazón; aunque cielo y tierra se remuevan </a:t>
            </a:r>
          </a:p>
        </p:txBody>
      </p:sp>
    </p:spTree>
    <p:extLst>
      <p:ext uri="{BB962C8B-B14F-4D97-AF65-F5344CB8AC3E}">
        <p14:creationId xmlns:p14="http://schemas.microsoft.com/office/powerpoint/2010/main" val="1519017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sz="quarter" idx="13"/>
          </p:nvPr>
        </p:nvSpPr>
        <p:spPr>
          <a:xfrm>
            <a:off x="913773" y="295837"/>
            <a:ext cx="10363827" cy="605117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VE" sz="4400" b="1" dirty="0">
                <a:solidFill>
                  <a:srgbClr val="FF0000"/>
                </a:solidFill>
                <a:latin typeface="Arial Black" panose="020B0A04020102020204" pitchFamily="34" charset="0"/>
              </a:rPr>
              <a:t>CORO: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s-VE" sz="7200" b="1" dirty="0">
                <a:solidFill>
                  <a:srgbClr val="000000"/>
                </a:solidFill>
                <a:latin typeface="Arial Black" panose="020B0A04020102020204" pitchFamily="34" charset="0"/>
              </a:rPr>
              <a:t>Porque jehová de los ejércitos nos guía,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s-VE" sz="7200" b="1" dirty="0">
                <a:solidFill>
                  <a:srgbClr val="000000"/>
                </a:solidFill>
                <a:latin typeface="Arial Black" panose="020B0A04020102020204" pitchFamily="34" charset="0"/>
              </a:rPr>
              <a:t>nuestro refugio es el Dios de Jacob </a:t>
            </a:r>
          </a:p>
        </p:txBody>
      </p:sp>
    </p:spTree>
    <p:extLst>
      <p:ext uri="{BB962C8B-B14F-4D97-AF65-F5344CB8AC3E}">
        <p14:creationId xmlns:p14="http://schemas.microsoft.com/office/powerpoint/2010/main" val="3683118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sz="quarter" idx="13"/>
          </p:nvPr>
        </p:nvSpPr>
        <p:spPr>
          <a:xfrm>
            <a:off x="685173" y="363072"/>
            <a:ext cx="10363827" cy="6104963"/>
          </a:xfrm>
        </p:spPr>
        <p:txBody>
          <a:bodyPr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s-VE" sz="6600" b="1" dirty="0">
                <a:solidFill>
                  <a:srgbClr val="000000"/>
                </a:solidFill>
                <a:latin typeface="Arial Black" panose="020B0A04020102020204" pitchFamily="34" charset="0"/>
              </a:rPr>
              <a:t>Aunque tiemblen las montañas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s-VE" sz="6600" b="1" dirty="0">
                <a:solidFill>
                  <a:srgbClr val="000000"/>
                </a:solidFill>
                <a:latin typeface="Arial Black" panose="020B0A04020102020204" pitchFamily="34" charset="0"/>
              </a:rPr>
              <a:t>y se turbe todo el mar en ti confiará,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s-VE" sz="6600" b="1" dirty="0">
                <a:solidFill>
                  <a:srgbClr val="000000"/>
                </a:solidFill>
                <a:latin typeface="Arial Black" panose="020B0A04020102020204" pitchFamily="34" charset="0"/>
              </a:rPr>
              <a:t>en ti confiará mi alma. </a:t>
            </a:r>
          </a:p>
        </p:txBody>
      </p:sp>
    </p:spTree>
    <p:extLst>
      <p:ext uri="{BB962C8B-B14F-4D97-AF65-F5344CB8AC3E}">
        <p14:creationId xmlns:p14="http://schemas.microsoft.com/office/powerpoint/2010/main" val="26657740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138</Words>
  <Application>Microsoft Office PowerPoint</Application>
  <PresentationFormat>Panorámica</PresentationFormat>
  <Paragraphs>24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Arial</vt:lpstr>
      <vt:lpstr>Arial Black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Dilan Lamus</dc:creator>
  <cp:lastModifiedBy>Dilan Lamus</cp:lastModifiedBy>
  <cp:revision>2</cp:revision>
  <dcterms:created xsi:type="dcterms:W3CDTF">2024-02-09T23:06:42Z</dcterms:created>
  <dcterms:modified xsi:type="dcterms:W3CDTF">2024-02-09T23:11:46Z</dcterms:modified>
</cp:coreProperties>
</file>
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6858000" cx="12192000"/>
  <p:notesSz cx="68580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jxgViS9OoD74qf6E0U6oE+lFjJ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alBlack-regular.fntdata"/><Relationship Id="rId10" Type="http://schemas.openxmlformats.org/officeDocument/2006/relationships/slide" Target="slides/slide4.xml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913773" y="2367093"/>
            <a:ext cx="10363827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8" name="Google Shape;38;p10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9" name="Google Shape;39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1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7" name="Google Shape;47;p11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8" name="Google Shape;4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4" name="Google Shape;64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94" name="Google Shape;9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1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1" name="Google Shape;10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8" name="Google Shape;10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2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5" name="Google Shape;11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3" name="Google Shape;12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23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8" name="Google Shape;128;p23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2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3" name="Google Shape;13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9" name="Google Shape;13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4" name="Google Shape;14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26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2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52" name="Google Shape;15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7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7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6" name="Google Shape;156;p2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0" name="Google Shape;160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8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8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4" name="Google Shape;164;p2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8" name="Google Shape;168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1" name="Google Shape;171;p2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75" name="Google Shape;175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0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0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8" name="Google Shape;178;p30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9" name="Google Shape;179;p3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82" name="Google Shape;182;p30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</a:pPr>
            <a:r>
              <a:rPr b="0" i="0" lang="es-CO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83" name="Google Shape;183;p30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</a:pPr>
            <a:r>
              <a:rPr b="0" i="0" lang="es-CO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85" name="Google Shape;18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1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8" name="Google Shape;188;p3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92" name="Google Shape;19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2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p32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6" name="Google Shape;196;p32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7" name="Google Shape;197;p32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8" name="Google Shape;198;p32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9" name="Google Shape;199;p32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0" name="Google Shape;200;p3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04" name="Google Shape;204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3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3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7" name="Google Shape;207;p33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8" name="Google Shape;208;p33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9" name="Google Shape;209;p33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0" name="Google Shape;210;p33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1" name="Google Shape;211;p33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2" name="Google Shape;212;p33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p33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4" name="Google Shape;214;p33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5" name="Google Shape;215;p3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19" name="Google Shape;219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4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3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6" name="Google Shape;226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5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5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3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87" name="Google Shape;87;p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/>
          <p:cNvSpPr txBox="1"/>
          <p:nvPr>
            <p:ph idx="1" type="subTitle"/>
          </p:nvPr>
        </p:nvSpPr>
        <p:spPr>
          <a:xfrm>
            <a:off x="685801" y="2"/>
            <a:ext cx="11053483" cy="455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000"/>
              <a:buNone/>
            </a:pPr>
            <a:r>
              <a:rPr b="1" lang="es-CO" sz="5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GRANDES SON TUS MARAVILLAS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sz="4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</a:pPr>
            <a:r>
              <a:rPr b="1" lang="es-CO" sz="55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Te alabaré oh Señor,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</a:pPr>
            <a:r>
              <a:rPr b="1" lang="es-CO" sz="55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Invocaré tu santo nombre,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None/>
            </a:pPr>
            <a:r>
              <a:rPr b="1" lang="es-CO" sz="55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Siempre daré a conocer en los pueblos tus obras.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</a:pPr>
            <a:r>
              <a:t/>
            </a:r>
            <a:endParaRPr b="1" sz="6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"/>
          <p:cNvSpPr txBox="1"/>
          <p:nvPr>
            <p:ph idx="1" type="body"/>
          </p:nvPr>
        </p:nvSpPr>
        <p:spPr>
          <a:xfrm>
            <a:off x="1411358" y="327993"/>
            <a:ext cx="9369287" cy="6202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//Grandes son,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grandes son,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grandes son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 tus maravillas//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"/>
          <p:cNvSpPr txBox="1"/>
          <p:nvPr>
            <p:ph idx="1" type="subTitle"/>
          </p:nvPr>
        </p:nvSpPr>
        <p:spPr>
          <a:xfrm>
            <a:off x="569259" y="1151570"/>
            <a:ext cx="11053483" cy="455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Te alabaré oh Señor,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Invocaré tu santo nombre,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Siempre daré a conocer en los pueblos tus obras.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</a:pPr>
            <a:r>
              <a:t/>
            </a:r>
            <a:endParaRPr b="1" sz="66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"/>
          <p:cNvSpPr txBox="1"/>
          <p:nvPr>
            <p:ph idx="1" type="body"/>
          </p:nvPr>
        </p:nvSpPr>
        <p:spPr>
          <a:xfrm>
            <a:off x="1411358" y="327993"/>
            <a:ext cx="9369287" cy="6202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//Grandes son,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grandes son,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grandes son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 tus maravillas//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ota">
  <a:themeElements>
    <a:clrScheme name="Gota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2017-11-08T02:01:13Z</dcterms:created>
  <dc:creator>jhonnier leon</dc:creator>
</cp:coreProperties>
</file>
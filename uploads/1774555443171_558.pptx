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9ywr97EK6rrK2k1xaA3VxlNEh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5DFE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5400" u="sng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34 CREO EN TI, SEÑOR</a:t>
            </a:r>
            <a:endParaRPr b="0" i="1" sz="5400" u="sng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Cuando miro las estrellas en el cielo por doquier, Cuando veo que destellan y me muestran tu poder, </a:t>
            </a:r>
            <a:endParaRPr b="0" i="0" sz="6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214290"/>
            <a:ext cx="9144000" cy="7355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Cuando veo el sol radiante y la luna en su fulgor, Todos a una voz me dicen que tú eres el Creador.</a:t>
            </a:r>
            <a:endParaRPr b="0" i="0" sz="6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creo en ti, en ti, sólo en ti, Señor, Y creo en ti, en ti como el Creador; Y creo en ti, en ti, sólo en ti, Señor, Y creo en ti, en ti como el Creador.</a:t>
            </a:r>
            <a:endParaRPr sz="5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1"/>
            <a:ext cx="9144000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Cuando miro las montañas,</a:t>
            </a:r>
            <a:r>
              <a:rPr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los arroyos y el mar,</a:t>
            </a:r>
            <a:r>
              <a:rPr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Cuando nace la mañana con el sol al despuntar,</a:t>
            </a:r>
            <a:r>
              <a:rPr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7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142853"/>
            <a:ext cx="9144000" cy="7263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Cuando veo un bebecito y el cuidado maternal,</a:t>
            </a:r>
            <a:r>
              <a:rPr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el corazón repito</a:t>
            </a:r>
            <a:r>
              <a:rPr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mi Dios es el Creador.</a:t>
            </a:r>
            <a:endParaRPr sz="7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creo en ti, en ti, sólo en ti, Señor, Y creo en ti, en ti como el Creador; Y creo en ti, en ti, sólo en ti, Señor, Y creo en ti, en ti como el Creador.</a:t>
            </a:r>
            <a:endParaRPr sz="5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2017-03-02T17:14:11Z</dcterms:created>
  <dc:creator>Kadiesa</dc:creator>
</cp:coreProperties>
</file>
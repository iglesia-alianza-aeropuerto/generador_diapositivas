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6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12/23/2023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89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65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12/23/2023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24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671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167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01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75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44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697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1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12/23/2023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5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03583" y="0"/>
            <a:ext cx="11535176" cy="7128455"/>
          </a:xfrm>
        </p:spPr>
        <p:txBody>
          <a:bodyPr>
            <a:noAutofit/>
          </a:bodyPr>
          <a:lstStyle/>
          <a:p>
            <a:pPr algn="ctr"/>
            <a:r>
              <a:rPr lang="es-VE" sz="4800" dirty="0">
                <a:solidFill>
                  <a:srgbClr val="FF0000"/>
                </a:solidFill>
                <a:latin typeface="Arial Black" panose="020B0A04020102020204" pitchFamily="34" charset="0"/>
              </a:rPr>
              <a:t>VINE A ADORARTE</a:t>
            </a:r>
            <a:br>
              <a:rPr lang="es-VE" sz="4800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br>
              <a:rPr lang="es-VE" sz="4800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</a:rPr>
              <a:t>Tú eres la luz </a:t>
            </a:r>
            <a:br>
              <a:rPr lang="es-VE" sz="6600" dirty="0">
                <a:latin typeface="Arial Black" panose="020B0A04020102020204" pitchFamily="34" charset="0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</a:rPr>
              <a:t>que brilló en las tinieblas </a:t>
            </a:r>
            <a:br>
              <a:rPr lang="es-VE" sz="6600" dirty="0">
                <a:latin typeface="Arial Black" panose="020B0A04020102020204" pitchFamily="34" charset="0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</a:rPr>
              <a:t>Abrió mis ojos pude ver. </a:t>
            </a:r>
            <a:br>
              <a:rPr lang="es-VE" sz="6600" dirty="0">
                <a:latin typeface="Arial Black" panose="020B0A04020102020204" pitchFamily="34" charset="0"/>
              </a:rPr>
            </a:br>
            <a:endParaRPr lang="es-VE" sz="6600" dirty="0">
              <a:latin typeface="Arial Black "/>
            </a:endParaRPr>
          </a:p>
        </p:txBody>
      </p:sp>
    </p:spTree>
    <p:extLst>
      <p:ext uri="{BB962C8B-B14F-4D97-AF65-F5344CB8AC3E}">
        <p14:creationId xmlns:p14="http://schemas.microsoft.com/office/powerpoint/2010/main" val="383689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6257" y="590655"/>
            <a:ext cx="8639485" cy="5676689"/>
          </a:xfrm>
        </p:spPr>
        <p:txBody>
          <a:bodyPr>
            <a:noAutofit/>
          </a:bodyPr>
          <a:lstStyle/>
          <a:p>
            <a:pPr algn="ctr"/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</a:rPr>
              <a:t>Mi corazón adora tu hermosura </a:t>
            </a:r>
            <a:br>
              <a:rPr lang="es-VE" sz="6600" dirty="0">
                <a:latin typeface="Arial Black" panose="020B0A04020102020204" pitchFamily="34" charset="0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</a:rPr>
              <a:t>esperanza de vida eres tú.</a:t>
            </a:r>
            <a:r>
              <a:rPr lang="es-VE" sz="4600" dirty="0">
                <a:solidFill>
                  <a:srgbClr val="000000"/>
                </a:solidFill>
                <a:latin typeface="Arial Black "/>
              </a:rPr>
              <a:t> </a:t>
            </a:r>
            <a:endParaRPr lang="es-VE" sz="4600" dirty="0">
              <a:latin typeface="Arial Black "/>
            </a:endParaRPr>
          </a:p>
        </p:txBody>
      </p:sp>
    </p:spTree>
    <p:extLst>
      <p:ext uri="{BB962C8B-B14F-4D97-AF65-F5344CB8AC3E}">
        <p14:creationId xmlns:p14="http://schemas.microsoft.com/office/powerpoint/2010/main" val="102810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0364" y="544132"/>
            <a:ext cx="10371272" cy="5769736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VE" sz="4600" dirty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+mj-cs"/>
              </a:rPr>
              <a:t>CORO: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 Vine adorarte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vine a postrarme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vine a decir que eres mi Dios.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9490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5333" y="696905"/>
            <a:ext cx="9901333" cy="4881093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Solo tú eres grande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solo tú eres digno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eres asombroso para mi.</a:t>
            </a:r>
          </a:p>
        </p:txBody>
      </p:sp>
    </p:spTree>
    <p:extLst>
      <p:ext uri="{BB962C8B-B14F-4D97-AF65-F5344CB8AC3E}">
        <p14:creationId xmlns:p14="http://schemas.microsoft.com/office/powerpoint/2010/main" val="57121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94580" y="883276"/>
            <a:ext cx="9202840" cy="509144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Tú eres el rey </a:t>
            </a:r>
            <a:b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grandemente exaltado </a:t>
            </a:r>
            <a:b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glorioso por siempre Señor.</a:t>
            </a:r>
            <a:b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endParaRPr lang="es-VE" sz="6600" dirty="0">
              <a:solidFill>
                <a:srgbClr val="00000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061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1271" y="228599"/>
            <a:ext cx="10989457" cy="640080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VE" sz="4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 </a:t>
            </a: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Al mundo que creaste humilde viniste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Y pobre te hiciste por amor.</a:t>
            </a:r>
            <a:endParaRPr lang="es-VE" sz="4600" dirty="0">
              <a:solidFill>
                <a:srgbClr val="00000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2395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0364" y="544132"/>
            <a:ext cx="10371272" cy="5769736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VE" sz="4600" dirty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+mj-cs"/>
              </a:rPr>
              <a:t>CORO: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 Vine adorarte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vine a postrarme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vine a decir que eres mi Dios.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99617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63014" y="988453"/>
            <a:ext cx="9465971" cy="4881093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Solo tú eres grande </a:t>
            </a:r>
            <a:b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solo tú eres digno </a:t>
            </a:r>
            <a:b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eres asombroso para mi.</a:t>
            </a:r>
          </a:p>
        </p:txBody>
      </p:sp>
    </p:spTree>
    <p:extLst>
      <p:ext uri="{BB962C8B-B14F-4D97-AF65-F5344CB8AC3E}">
        <p14:creationId xmlns:p14="http://schemas.microsoft.com/office/powerpoint/2010/main" val="158290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0364" y="544132"/>
            <a:ext cx="10371272" cy="5769736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VE" sz="4600" dirty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+mj-cs"/>
              </a:rPr>
              <a:t>CORO: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 Vine adorarte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vine a postrarme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vine a decir que eres mi Dios. </a:t>
            </a:r>
            <a:b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72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84245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63014" y="988453"/>
            <a:ext cx="9465971" cy="4881093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Solo tú eres grande </a:t>
            </a:r>
            <a:b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solo tú eres digno </a:t>
            </a:r>
            <a:b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es-VE" sz="6600" dirty="0">
                <a:solidFill>
                  <a:srgbClr val="000000"/>
                </a:solidFill>
                <a:latin typeface="Arial Black" panose="020B0A04020102020204" pitchFamily="34" charset="0"/>
                <a:ea typeface="+mj-ea"/>
                <a:cs typeface="+mj-cs"/>
              </a:rPr>
              <a:t>eres asombroso para mi.</a:t>
            </a:r>
          </a:p>
        </p:txBody>
      </p:sp>
    </p:spTree>
    <p:extLst>
      <p:ext uri="{BB962C8B-B14F-4D97-AF65-F5344CB8AC3E}">
        <p14:creationId xmlns:p14="http://schemas.microsoft.com/office/powerpoint/2010/main" val="2647826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EA45F7A8-C446-401E-9C54-68D7886B5FE0}" vid="{35E99413-C220-4A07-8F47-F5ECD2F335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18</TotalTime>
  <Words>169</Words>
  <Application>Microsoft Office PowerPoint</Application>
  <PresentationFormat>Panorámica</PresentationFormat>
  <Paragraphs>13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Arial Black </vt:lpstr>
      <vt:lpstr>Calibri</vt:lpstr>
      <vt:lpstr>Tema1</vt:lpstr>
      <vt:lpstr>VINE A ADORARTE  Tú eres la luz  que brilló en las tinieblas  Abrió mis ojos pude ver.  </vt:lpstr>
      <vt:lpstr>Mi corazón adora tu hermosura  esperanza de vida eres tú. 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Vine a adorarte   Tú eres la luz  que brilló en las tinieblas  abrió mis ojos pude ver  Mi corazón adora tu hermosura  esperanza de mi vida eres tú </dc:title>
  <dc:creator>Familia Tobón Ch</dc:creator>
  <cp:lastModifiedBy>Diego Tobón</cp:lastModifiedBy>
  <cp:revision>5</cp:revision>
  <dcterms:created xsi:type="dcterms:W3CDTF">2017-11-25T22:42:10Z</dcterms:created>
  <dcterms:modified xsi:type="dcterms:W3CDTF">2023-12-24T01:49:21Z</dcterms:modified>
</cp:coreProperties>
</file>
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9" r:id="rId5"/>
    <p:sldId id="260" r:id="rId6"/>
    <p:sldId id="270" r:id="rId7"/>
    <p:sldId id="261" r:id="rId8"/>
    <p:sldId id="279" r:id="rId9"/>
    <p:sldId id="280" r:id="rId10"/>
    <p:sldId id="271" r:id="rId11"/>
    <p:sldId id="281" r:id="rId12"/>
    <p:sldId id="282" r:id="rId1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CB0DC-0D15-48E6-AB7A-D62A5A4BA38A}" type="datetimeFigureOut">
              <a:rPr lang="es-VE" smtClean="0"/>
              <a:t>12/11/2022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25EC-1C3E-4F83-B859-C5F83760911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81511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CB0DC-0D15-48E6-AB7A-D62A5A4BA38A}" type="datetimeFigureOut">
              <a:rPr lang="es-VE" smtClean="0"/>
              <a:t>12/11/2022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25EC-1C3E-4F83-B859-C5F83760911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637473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CB0DC-0D15-48E6-AB7A-D62A5A4BA38A}" type="datetimeFigureOut">
              <a:rPr lang="es-VE" smtClean="0"/>
              <a:t>12/11/2022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25EC-1C3E-4F83-B859-C5F83760911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763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CB0DC-0D15-48E6-AB7A-D62A5A4BA38A}" type="datetimeFigureOut">
              <a:rPr lang="es-VE" smtClean="0"/>
              <a:t>12/11/2022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25EC-1C3E-4F83-B859-C5F83760911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16655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CB0DC-0D15-48E6-AB7A-D62A5A4BA38A}" type="datetimeFigureOut">
              <a:rPr lang="es-VE" smtClean="0"/>
              <a:t>12/11/2022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25EC-1C3E-4F83-B859-C5F83760911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92237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CB0DC-0D15-48E6-AB7A-D62A5A4BA38A}" type="datetimeFigureOut">
              <a:rPr lang="es-VE" smtClean="0"/>
              <a:t>12/11/2022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25EC-1C3E-4F83-B859-C5F83760911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2065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CB0DC-0D15-48E6-AB7A-D62A5A4BA38A}" type="datetimeFigureOut">
              <a:rPr lang="es-VE" smtClean="0"/>
              <a:t>12/11/2022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25EC-1C3E-4F83-B859-C5F83760911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4800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CB0DC-0D15-48E6-AB7A-D62A5A4BA38A}" type="datetimeFigureOut">
              <a:rPr lang="es-VE" smtClean="0"/>
              <a:t>12/11/2022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25EC-1C3E-4F83-B859-C5F83760911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49952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CB0DC-0D15-48E6-AB7A-D62A5A4BA38A}" type="datetimeFigureOut">
              <a:rPr lang="es-VE" smtClean="0"/>
              <a:t>12/11/2022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25EC-1C3E-4F83-B859-C5F83760911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68122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CB0DC-0D15-48E6-AB7A-D62A5A4BA38A}" type="datetimeFigureOut">
              <a:rPr lang="es-VE" smtClean="0"/>
              <a:t>12/11/2022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25EC-1C3E-4F83-B859-C5F83760911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75367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CB0DC-0D15-48E6-AB7A-D62A5A4BA38A}" type="datetimeFigureOut">
              <a:rPr lang="es-VE" smtClean="0"/>
              <a:t>12/11/2022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F25EC-1C3E-4F83-B859-C5F83760911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71894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CB0DC-0D15-48E6-AB7A-D62A5A4BA38A}" type="datetimeFigureOut">
              <a:rPr lang="es-VE" smtClean="0"/>
              <a:t>12/11/2022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F25EC-1C3E-4F83-B859-C5F83760911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71623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1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67" indent="-457167" algn="l" defTabSz="121911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26" indent="-380972" algn="l" defTabSz="121911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87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121911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121911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443753"/>
            <a:ext cx="91440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25400">
                  <a:noFill/>
                </a:ln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HAY LIBERTAD</a:t>
            </a:r>
            <a:endParaRPr lang="es-ES" sz="5400" i="1" dirty="0">
              <a:ln w="25400">
                <a:noFill/>
              </a:ln>
              <a:solidFill>
                <a:srgbClr val="FF0000"/>
              </a:solidFill>
              <a:latin typeface="Arial Black" pitchFamily="34" charset="0"/>
              <a:cs typeface="Arial" pitchFamily="34" charset="0"/>
            </a:endParaRPr>
          </a:p>
          <a:p>
            <a:pPr algn="ctr"/>
            <a:endParaRPr lang="es-ES" sz="5400" i="1" dirty="0">
              <a:ln w="25400">
                <a:noFill/>
              </a:ln>
              <a:solidFill>
                <a:srgbClr val="FF0000"/>
              </a:solidFill>
              <a:latin typeface="Arial Black" pitchFamily="34" charset="0"/>
              <a:cs typeface="Arial" pitchFamily="34" charset="0"/>
            </a:endParaRPr>
          </a:p>
          <a:p>
            <a:pPr algn="ctr"/>
            <a:r>
              <a:rPr lang="es-ES" sz="54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Las cadenas de la muerte me quitó</a:t>
            </a:r>
          </a:p>
          <a:p>
            <a:pPr algn="ctr"/>
            <a:r>
              <a:rPr lang="es-ES" sz="54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Para mí ya no hay condenación, hay </a:t>
            </a:r>
            <a:r>
              <a:rPr lang="es-ES" sz="5400" dirty="0" err="1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libertad,libertad</a:t>
            </a:r>
            <a:r>
              <a:rPr lang="es-ES" sz="66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 </a:t>
            </a:r>
          </a:p>
          <a:p>
            <a:pPr algn="ctr"/>
            <a:endParaRPr lang="es-ES" sz="3600" b="1" dirty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s-ES" dirty="0">
              <a:solidFill>
                <a:schemeClr val="bg1"/>
              </a:solidFill>
              <a:latin typeface="Arial Black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0536344"/>
      </p:ext>
    </p:extLst>
  </p:cSld>
  <p:clrMapOvr>
    <a:masterClrMapping/>
  </p:clrMapOvr>
  <p:transition advTm="3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0"/>
            <a:ext cx="91440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Siendo esclavo del pecado me libró, en la cruz compró mi redención,</a:t>
            </a:r>
          </a:p>
          <a:p>
            <a:pPr algn="ctr"/>
            <a:endParaRPr lang="es-ES" sz="7200" dirty="0">
              <a:ln w="25400">
                <a:noFill/>
              </a:ln>
              <a:latin typeface="Arial Black" pitchFamily="34" charset="0"/>
              <a:cs typeface="Arial" pitchFamily="34" charset="0"/>
            </a:endParaRPr>
          </a:p>
          <a:p>
            <a:pPr algn="ctr"/>
            <a:endParaRPr lang="es-ES" sz="3600" b="1" dirty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s-ES" dirty="0">
              <a:solidFill>
                <a:schemeClr val="bg1"/>
              </a:solidFill>
              <a:latin typeface="Arial Black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05828900"/>
      </p:ext>
    </p:extLst>
  </p:cSld>
  <p:clrMapOvr>
    <a:masterClrMapping/>
  </p:clrMapOvr>
  <p:transition advTm="3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753035" y="1"/>
            <a:ext cx="1036768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4400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  <a:cs typeface="Arial" pitchFamily="34" charset="0"/>
            </a:endParaRPr>
          </a:p>
          <a:p>
            <a:pPr algn="ctr"/>
            <a:endParaRPr lang="es-ES" sz="6600" dirty="0">
              <a:ln w="19050">
                <a:noFill/>
              </a:ln>
              <a:latin typeface="Arial Black" pitchFamily="34" charset="0"/>
              <a:cs typeface="Arial" pitchFamily="34" charset="0"/>
            </a:endParaRPr>
          </a:p>
          <a:p>
            <a:pPr algn="ctr"/>
            <a:endParaRPr lang="es-ES" sz="6600" dirty="0">
              <a:ln w="19050">
                <a:noFill/>
              </a:ln>
              <a:latin typeface="Arial Black" pitchFamily="34" charset="0"/>
              <a:cs typeface="Arial" pitchFamily="34" charset="0"/>
            </a:endParaRPr>
          </a:p>
          <a:p>
            <a:pPr algn="ctr"/>
            <a:r>
              <a:rPr lang="es-ES" sz="66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Y libertad, </a:t>
            </a:r>
          </a:p>
          <a:p>
            <a:pPr algn="ctr"/>
            <a:r>
              <a:rPr lang="es-ES" sz="66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libertad </a:t>
            </a:r>
          </a:p>
        </p:txBody>
      </p:sp>
    </p:spTree>
    <p:extLst>
      <p:ext uri="{BB962C8B-B14F-4D97-AF65-F5344CB8AC3E}">
        <p14:creationId xmlns:p14="http://schemas.microsoft.com/office/powerpoint/2010/main" val="563623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425388" y="705178"/>
            <a:ext cx="914400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" sz="8000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Coro:</a:t>
            </a:r>
          </a:p>
          <a:p>
            <a:pPr lvl="0" algn="ctr"/>
            <a:r>
              <a:rPr lang="es-ES" sz="60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Rompió mis cadenas, me </a:t>
            </a:r>
            <a:r>
              <a:rPr lang="es-ES" sz="6000" dirty="0" err="1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dió</a:t>
            </a:r>
            <a:r>
              <a:rPr lang="es-ES" sz="60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 vida nueva , y al fondo del mar, hecho mi maldad </a:t>
            </a:r>
          </a:p>
          <a:p>
            <a:pPr lvl="0"/>
            <a:endParaRPr lang="es-ES" sz="2400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01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604683" y="460541"/>
            <a:ext cx="9144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Lavó mis pecados, y me ha perdonado, solo en el nombre de Jesús, </a:t>
            </a:r>
          </a:p>
          <a:p>
            <a:pPr algn="ctr"/>
            <a:r>
              <a:rPr lang="es-ES" sz="66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Hay libertad  </a:t>
            </a:r>
            <a:endParaRPr lang="es-ES" dirty="0">
              <a:ln w="1905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135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210235" y="473420"/>
            <a:ext cx="9654989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Yo proclamo que en la cruz por mi murió, y cambió mi duro corazón, por libertad, libertad</a:t>
            </a:r>
          </a:p>
          <a:p>
            <a:pPr lvl="0"/>
            <a:endParaRPr lang="es-ES" sz="2400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094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1"/>
            <a:ext cx="9144000" cy="10279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El poder de su evangelio me salvó, y no me avergüenzo del señor, Mi libertad, libertad</a:t>
            </a:r>
          </a:p>
          <a:p>
            <a:pPr algn="ctr"/>
            <a:endParaRPr lang="es-ES" sz="4600" b="1" dirty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s-ES" sz="4600" b="1" dirty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s-ES" sz="4600" b="1" dirty="0">
              <a:solidFill>
                <a:schemeClr val="bg1"/>
              </a:solidFill>
              <a:latin typeface="Arial Black" pitchFamily="34" charset="0"/>
            </a:endParaRPr>
          </a:p>
          <a:p>
            <a:endParaRPr lang="es-ES" sz="4600" dirty="0">
              <a:solidFill>
                <a:schemeClr val="bg1"/>
              </a:solidFill>
              <a:latin typeface="Arial Black" pitchFamily="34" charset="0"/>
            </a:endParaRPr>
          </a:p>
          <a:p>
            <a:endParaRPr lang="es-ES" sz="4600" dirty="0">
              <a:solidFill>
                <a:schemeClr val="bg1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601742"/>
      </p:ext>
    </p:extLst>
  </p:cSld>
  <p:clrMapOvr>
    <a:masterClrMapping/>
  </p:clrMapOvr>
  <p:transition advTm="3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425388" y="705178"/>
            <a:ext cx="914400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" sz="8000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Coro:</a:t>
            </a:r>
          </a:p>
          <a:p>
            <a:pPr lvl="0" algn="ctr"/>
            <a:r>
              <a:rPr lang="es-ES" sz="60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Rompió mis cadenas, me </a:t>
            </a:r>
            <a:r>
              <a:rPr lang="es-ES" sz="6000" dirty="0" err="1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dió</a:t>
            </a:r>
            <a:r>
              <a:rPr lang="es-ES" sz="60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 vida nueva , y al fondo del mar, hecho mi maldad </a:t>
            </a:r>
          </a:p>
          <a:p>
            <a:pPr lvl="0"/>
            <a:endParaRPr lang="es-ES" sz="2400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224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604683" y="460541"/>
            <a:ext cx="9144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Lavó mis pecados, y me ha perdonado, solo en el nombre de Jesús, </a:t>
            </a:r>
          </a:p>
          <a:p>
            <a:pPr algn="ctr"/>
            <a:r>
              <a:rPr lang="es-ES" sz="66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Hay libertad  </a:t>
            </a:r>
            <a:endParaRPr lang="es-ES" dirty="0">
              <a:ln w="1905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7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753035" y="1"/>
            <a:ext cx="1036768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Al que el hijo</a:t>
            </a:r>
          </a:p>
          <a:p>
            <a:pPr algn="ctr"/>
            <a:r>
              <a:rPr lang="es-ES" sz="66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 hace libre, es libre en verdad.</a:t>
            </a:r>
          </a:p>
          <a:p>
            <a:pPr algn="ctr"/>
            <a:r>
              <a:rPr lang="es-ES" sz="66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Al que el hijo</a:t>
            </a:r>
          </a:p>
          <a:p>
            <a:pPr algn="ctr"/>
            <a:r>
              <a:rPr lang="es-ES" sz="66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Hace libre, es libre </a:t>
            </a:r>
          </a:p>
          <a:p>
            <a:pPr algn="ctr"/>
            <a:r>
              <a:rPr lang="es-ES" sz="66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En verdad.</a:t>
            </a:r>
          </a:p>
        </p:txBody>
      </p:sp>
    </p:spTree>
    <p:extLst>
      <p:ext uri="{BB962C8B-B14F-4D97-AF65-F5344CB8AC3E}">
        <p14:creationId xmlns:p14="http://schemas.microsoft.com/office/powerpoint/2010/main" val="774531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425388" y="705178"/>
            <a:ext cx="914400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" sz="8000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Coro:</a:t>
            </a:r>
          </a:p>
          <a:p>
            <a:pPr lvl="0" algn="ctr"/>
            <a:r>
              <a:rPr lang="es-ES" sz="60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Rompió mis cadenas, me </a:t>
            </a:r>
            <a:r>
              <a:rPr lang="es-ES" sz="6000" dirty="0" err="1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dió</a:t>
            </a:r>
            <a:r>
              <a:rPr lang="es-ES" sz="60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 vida nueva , y al fondo del mar, hecho mi maldad </a:t>
            </a:r>
          </a:p>
          <a:p>
            <a:pPr lvl="0"/>
            <a:endParaRPr lang="es-ES" sz="2400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600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604683" y="460541"/>
            <a:ext cx="9144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Lavó mis pecados, y me ha perdonado, solo en el nombre de Jesús, </a:t>
            </a:r>
          </a:p>
          <a:p>
            <a:pPr algn="ctr"/>
            <a:r>
              <a:rPr lang="es-ES" sz="6600" dirty="0">
                <a:ln w="19050">
                  <a:noFill/>
                </a:ln>
                <a:latin typeface="Arial Black" pitchFamily="34" charset="0"/>
                <a:cs typeface="Arial" pitchFamily="34" charset="0"/>
              </a:rPr>
              <a:t>Hay libertad  </a:t>
            </a:r>
            <a:endParaRPr lang="es-ES" dirty="0">
              <a:ln w="1905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133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C07F0FAB-F6FB-4BA7-B2C0-A1BFDA1F43B3}" vid="{F84A20A2-A567-4CBC-9A63-1F13A5A6395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18</TotalTime>
  <Words>216</Words>
  <Application>Microsoft Office PowerPoint</Application>
  <PresentationFormat>Panorámica</PresentationFormat>
  <Paragraphs>35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Tema1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Diego Tobón</cp:lastModifiedBy>
  <cp:revision>10</cp:revision>
  <dcterms:created xsi:type="dcterms:W3CDTF">2017-03-02T16:33:47Z</dcterms:created>
  <dcterms:modified xsi:type="dcterms:W3CDTF">2022-11-12T22:25:29Z</dcterms:modified>
</cp:coreProperties>
</file>
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Arial Black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h3mnmIY8KT0QJiqktQD93EFg0I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ArialBlack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524000" y="0"/>
            <a:ext cx="9144000" cy="6986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532 ¡A COMBATIR!</a:t>
            </a:r>
            <a:endParaRPr b="0" i="1" sz="40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40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1. ¡A combatir! resuena la guerrera voz</a:t>
            </a:r>
            <a:r>
              <a:rPr b="0" i="0" lang="es-CO" sz="6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6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del buen Jesús, que hoy llamando está;</a:t>
            </a:r>
            <a:r>
              <a:rPr b="0" i="0" lang="es-CO" sz="6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2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622610" y="334536"/>
            <a:ext cx="10946780" cy="6370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Sin desmayar seguidle siempre con valor,</a:t>
            </a:r>
            <a:r>
              <a:rPr b="0" i="0" lang="es-CO" sz="7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7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la victoria plena os dará.</a:t>
            </a:r>
            <a:endParaRPr b="0" i="0" sz="7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2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1524000" y="1"/>
            <a:ext cx="9144000" cy="6709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¡A la batalla, oh cristiano! con el escudo de la cruz; Sé buen soldado, pues a tu lado está el príncipe Jesús. </a:t>
            </a:r>
            <a:endParaRPr b="0" i="0" sz="6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1524000" y="285728"/>
            <a:ext cx="9144000" cy="62786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El con su gracia te sostiene, y con potencia sin igual Su brazo extiende y te defiende</a:t>
            </a:r>
            <a:r>
              <a:rPr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esta lucha contra el mal.</a:t>
            </a:r>
            <a:endParaRPr sz="6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/>
        </p:nvSpPr>
        <p:spPr>
          <a:xfrm>
            <a:off x="1524000" y="0"/>
            <a:ext cx="9144000" cy="7725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¡A combatir! nos llama nuestro Salvador;</a:t>
            </a:r>
            <a:r>
              <a:rPr lang="es-CO" sz="7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7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Salid, luchad con nuestro Capitán; </a:t>
            </a:r>
            <a:endParaRPr sz="7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2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/>
        </p:nvSpPr>
        <p:spPr>
          <a:xfrm>
            <a:off x="1524000" y="0"/>
            <a:ext cx="9144000" cy="75405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la constante lid, seguid sin vacilar y venceréis las huestes de Satán.</a:t>
            </a:r>
            <a:endParaRPr sz="7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2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1524000" y="1"/>
            <a:ext cx="9144000" cy="6709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¡A la batalla, oh cristiano! con el escudo de la cruz; Sé buen soldado, pues a tu lado está el príncipe Jesús. </a:t>
            </a:r>
            <a:endParaRPr sz="6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/>
        </p:nvSpPr>
        <p:spPr>
          <a:xfrm>
            <a:off x="1524000" y="285728"/>
            <a:ext cx="9144000" cy="62786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El con su gracia te sostiene, y con potencia sin igual Su brazo extiende y te defiende</a:t>
            </a:r>
            <a:r>
              <a:rPr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esta lucha contra el mal.</a:t>
            </a:r>
            <a:endParaRPr sz="6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 txBox="1"/>
          <p:nvPr/>
        </p:nvSpPr>
        <p:spPr>
          <a:xfrm>
            <a:off x="1524000" y="285729"/>
            <a:ext cx="9144000" cy="7078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3. Al Rey de reyes, nuestro Salvador Jesús,</a:t>
            </a:r>
            <a:r>
              <a:rPr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Honor y gloria todos tributad, </a:t>
            </a:r>
            <a:endParaRPr sz="8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"/>
          <p:cNvSpPr txBox="1"/>
          <p:nvPr/>
        </p:nvSpPr>
        <p:spPr>
          <a:xfrm>
            <a:off x="1524000" y="285729"/>
            <a:ext cx="9144000" cy="7078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Pues ya los suyos gozan de su plenitud y pronto reinará la santidad.</a:t>
            </a:r>
            <a:endParaRPr sz="8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"/>
          <p:cNvSpPr txBox="1"/>
          <p:nvPr/>
        </p:nvSpPr>
        <p:spPr>
          <a:xfrm>
            <a:off x="1524000" y="1"/>
            <a:ext cx="9144000" cy="6709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¡A la batalla, oh cristiano! con el escudo de la cruz; Sé buen soldado, pues a tu lado está el príncipe Jesús. </a:t>
            </a:r>
            <a:endParaRPr sz="6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"/>
          <p:cNvSpPr txBox="1"/>
          <p:nvPr/>
        </p:nvSpPr>
        <p:spPr>
          <a:xfrm>
            <a:off x="1524000" y="285728"/>
            <a:ext cx="9144000" cy="62786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El con su gracia te sostiene, y con potencia sin igual Su brazo extiende y te defiende</a:t>
            </a:r>
            <a:r>
              <a:rPr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esta lucha contra el mal.</a:t>
            </a:r>
            <a:endParaRPr sz="6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1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2017-05-31T14:57:34Z</dcterms:created>
  <dc:creator>Kadiesa</dc:creator>
</cp:coreProperties>
</file>
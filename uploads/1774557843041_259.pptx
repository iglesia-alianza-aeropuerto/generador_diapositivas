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31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0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18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370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96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95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52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88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54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26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906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50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"/>
            <a:ext cx="914400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304 ¿HAS HALLADO EN CRISTO?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CO" sz="2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¿Has hallado en Cristo tu buen Salvador</a:t>
            </a:r>
            <a:r>
              <a:rPr lang="es-ES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?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Eres salvo por la sangre de Jesús</a:t>
            </a:r>
            <a:r>
              <a:rPr lang="es-ES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?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6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pt-BR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8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67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"/>
            <a:ext cx="9144000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la fe descansas en el Redentor</a:t>
            </a:r>
            <a:r>
              <a:rPr lang="es-ES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?</a:t>
            </a:r>
            <a:r>
              <a:rPr lang="es-CO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Eres salvo por la sangre de Jesús?</a:t>
            </a:r>
            <a:endParaRPr lang="es-CO" sz="7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pt-BR" sz="2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8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00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</a:t>
            </a:r>
          </a:p>
          <a:p>
            <a:pPr algn="ctr"/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Lávame, lávame, </a:t>
            </a:r>
          </a:p>
          <a:p>
            <a:pPr algn="ctr"/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En tu sangre, Cordero de Dios, Y con alma limpia me presentaré ante tu tribunal de luz.</a:t>
            </a:r>
            <a:endParaRPr lang="es-ES" sz="66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8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"/>
            <a:ext cx="9144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¿Vives siempre al lado de tu Salvador?</a:t>
            </a:r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¿Eres salvo por la sangre de Jesús?</a:t>
            </a:r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77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040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¿Del pecado eres siempre vencedor?</a:t>
            </a:r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¿Eres salvo por la sangre de Jesús?</a:t>
            </a:r>
            <a:endParaRPr lang="es-CO" sz="77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90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</a:t>
            </a:r>
          </a:p>
          <a:p>
            <a:pPr algn="ctr"/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Lávame, lávame, </a:t>
            </a:r>
          </a:p>
          <a:p>
            <a:pPr algn="ctr"/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En tu sangre, Cordero de Dios, Y con alma limpia me presentaré ante tu tribunal de luz.</a:t>
            </a:r>
            <a:endParaRPr lang="es-ES" sz="66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3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¿Cuando él viniere te encontrarás</a:t>
            </a:r>
            <a:r>
              <a:rPr lang="es-CO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Ya lavado en la sangre de Jesús?</a:t>
            </a:r>
            <a:r>
              <a:rPr lang="es-CO" sz="7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21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¿Para su venida preparado estás,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Ya lavado en la sangre de Jesús?</a:t>
            </a:r>
            <a:endParaRPr lang="es-CO" sz="7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58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</a:t>
            </a:r>
          </a:p>
          <a:p>
            <a:pPr algn="ctr"/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Lávame, lávame, </a:t>
            </a:r>
          </a:p>
          <a:p>
            <a:pPr algn="ctr"/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En tu sangre, Cordero de Dios, Y con alma limpia me presentaré ante tu tribunal de luz.</a:t>
            </a:r>
            <a:endParaRPr lang="es-ES" sz="66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11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4. Si perdón y paz deseas, pecador,</a:t>
            </a:r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refugio es la sangre de Jesús.</a:t>
            </a:r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77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7700" dirty="0">
              <a:solidFill>
                <a:prstClr val="black"/>
              </a:solidFill>
            </a:endParaRPr>
          </a:p>
          <a:p>
            <a:endParaRPr lang="es-CO" sz="77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43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524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 librarte quieres de eternal dolor,</a:t>
            </a:r>
            <a:r>
              <a:rPr lang="es-CO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Oh, acude a la sangre de Jesús.</a:t>
            </a:r>
          </a:p>
          <a:p>
            <a:pPr algn="ctr"/>
            <a:endParaRPr lang="es-ES" sz="36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4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</a:t>
            </a:r>
          </a:p>
          <a:p>
            <a:pPr algn="ctr"/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Lávame, lávame, </a:t>
            </a:r>
          </a:p>
          <a:p>
            <a:pPr algn="ctr"/>
            <a:r>
              <a:rPr lang="es-CO" sz="6600" b="1" dirty="0">
                <a:solidFill>
                  <a:prstClr val="black"/>
                </a:solidFill>
                <a:latin typeface="Arial Black" pitchFamily="34" charset="0"/>
              </a:rPr>
              <a:t>En tu sangre, Cordero de Dios, Y con alma limpia me presentaré ante tu tribunal de luz.</a:t>
            </a:r>
            <a:endParaRPr lang="es-ES" sz="66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83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Panorámica</PresentationFormat>
  <Paragraphs>23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2017-05-27T14:20:25Z</dcterms:created>
  <dcterms:modified xsi:type="dcterms:W3CDTF">2017-05-27T14:20:27Z</dcterms:modified>
</cp:coreProperties>
</file>
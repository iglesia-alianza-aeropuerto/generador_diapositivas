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2000"/>
  <p:notesSz cx="6858000" cy="9144000"/>
  <p:embeddedFontLst>
    <p:embeddedFont>
      <p:font typeface="Arial Black"/>
      <p:regular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hzSQSQtUTXUcH/zOysDse07C7V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ArialBlack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18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4267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3733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3"/>
              <a:buFont typeface="Calibri"/>
              <a:buNone/>
              <a:defRPr b="1" sz="5333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 sz="2667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Char char="•"/>
              <a:defRPr sz="4267"/>
            </a:lvl1pPr>
            <a:lvl2pPr indent="-465645" lvl="1" marL="9144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–"/>
              <a:defRPr sz="3733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397954" lvl="3" marL="1828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4pPr>
            <a:lvl5pPr indent="-397954" lvl="4" marL="22860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»"/>
              <a:defRPr sz="2667"/>
            </a:lvl5pPr>
            <a:lvl6pPr indent="-397954" lvl="5" marL="2743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6pPr>
            <a:lvl7pPr indent="-397954" lvl="6" marL="3200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7pPr>
            <a:lvl8pPr indent="-397954" lvl="7" marL="3657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8pPr>
            <a:lvl9pPr indent="-397954" lvl="8" marL="4114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4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4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9" name="Google Shape;89;p24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4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5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25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5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6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6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1" name="Google Shape;101;p26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6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6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7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7" name="Google Shape;107;p27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8" name="Google Shape;108;p27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7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8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4" name="Google Shape;114;p28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5" name="Google Shape;115;p28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6" name="Google Shape;116;p28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7" name="Google Shape;117;p28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8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9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9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30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30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1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1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2" name="Google Shape;132;p31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3" name="Google Shape;133;p31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31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1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2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2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32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0" name="Google Shape;140;p32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32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2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33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33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3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33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4"/>
          <p:cNvSpPr txBox="1"/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34"/>
          <p:cNvSpPr txBox="1"/>
          <p:nvPr>
            <p:ph idx="1" type="body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p34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34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3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 b="0" i="0" sz="5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marR="0" rtl="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Char char="•"/>
              <a:defRPr b="0" i="0" sz="4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 amt="28000"/>
          </a:blip>
          <a:tile algn="tl" flip="none" tx="0" sx="100000" ty="0" sy="100000"/>
        </a:blip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2" name="Google Shape;82;p23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23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23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23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"/>
          <p:cNvSpPr txBox="1"/>
          <p:nvPr/>
        </p:nvSpPr>
        <p:spPr>
          <a:xfrm>
            <a:off x="431371" y="452669"/>
            <a:ext cx="10376648" cy="55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8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378 NOBLE SOSTÉN</a:t>
            </a:r>
            <a:endParaRPr b="0" i="1" sz="48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4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/>
          </a:p>
          <a:p>
            <a:pPr indent="-1142971" lvl="0" marL="1142971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 Black"/>
              <a:buAutoNum type="arabicPeriod"/>
            </a:pPr>
            <a:r>
              <a:rPr b="1" i="0" lang="es-CO" sz="6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Noble sostén de la esperanza mía,</a:t>
            </a:r>
            <a:r>
              <a:rPr b="0" i="0" lang="es-CO" sz="6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CO" sz="6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Fuente bendita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   de la vida eterna,</a:t>
            </a:r>
            <a:r>
              <a:rPr b="0" i="0" lang="es-CO" sz="6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 b="0" i="0" sz="36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"/>
          <p:cNvSpPr txBox="1"/>
          <p:nvPr/>
        </p:nvSpPr>
        <p:spPr>
          <a:xfrm>
            <a:off x="164638" y="843676"/>
            <a:ext cx="11862600" cy="6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Tan sólo el alma que en tus fuerzas fía</a:t>
            </a:r>
            <a:r>
              <a:rPr b="0" i="0" lang="es-CO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CO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Tien</a:t>
            </a:r>
            <a:r>
              <a:rPr b="1" i="0" lang="es-CO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 paz,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tiene paz.</a:t>
            </a:r>
            <a:endParaRPr b="0" i="0" sz="8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8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"/>
          <p:cNvSpPr txBox="1"/>
          <p:nvPr/>
        </p:nvSpPr>
        <p:spPr>
          <a:xfrm>
            <a:off x="1025691" y="1028733"/>
            <a:ext cx="10140619" cy="4401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8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Mi sostén es Jesús,</a:t>
            </a:r>
            <a:r>
              <a:rPr b="0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Nunca en la lucha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desmayar podré;</a:t>
            </a:r>
            <a:r>
              <a:rPr b="0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"/>
          <p:cNvSpPr txBox="1"/>
          <p:nvPr/>
        </p:nvSpPr>
        <p:spPr>
          <a:xfrm>
            <a:off x="527381" y="452669"/>
            <a:ext cx="10668000" cy="52937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Mi sostén es Jesús</a:t>
            </a:r>
            <a:r>
              <a:rPr b="0" i="0" lang="es-CO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, el Señor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Nunca en la lucha desmayar podré.</a:t>
            </a:r>
            <a:endParaRPr b="0" i="0" sz="8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"/>
          <p:cNvSpPr txBox="1"/>
          <p:nvPr/>
        </p:nvSpPr>
        <p:spPr>
          <a:xfrm>
            <a:off x="239349" y="740701"/>
            <a:ext cx="11526011" cy="5201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2. Yo soy muy débil, pero en ti soy fuerte;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Nunca en la lucha desmayar podré; </a:t>
            </a:r>
            <a:endParaRPr b="0" i="0" sz="76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"/>
          <p:cNvSpPr txBox="1"/>
          <p:nvPr/>
        </p:nvSpPr>
        <p:spPr>
          <a:xfrm>
            <a:off x="47328" y="1490007"/>
            <a:ext cx="12192000" cy="38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Si </a:t>
            </a:r>
            <a:r>
              <a:rPr b="1" lang="es-CO" sz="7200">
                <a:latin typeface="Arial Black"/>
                <a:ea typeface="Arial Black"/>
                <a:cs typeface="Arial Black"/>
                <a:sym typeface="Arial Black"/>
              </a:rPr>
              <a:t>tú</a:t>
            </a: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estás conmigo,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ni a la misma muerte Temeré, temeré.</a:t>
            </a:r>
            <a:endParaRPr b="0" i="0" sz="7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6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"/>
          <p:cNvSpPr txBox="1"/>
          <p:nvPr/>
        </p:nvSpPr>
        <p:spPr>
          <a:xfrm>
            <a:off x="1025691" y="1028733"/>
            <a:ext cx="10140619" cy="4401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8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Mi sostén es Jesús,</a:t>
            </a:r>
            <a:r>
              <a:rPr b="0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Nunca en la lucha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desmayar podré;</a:t>
            </a:r>
            <a:r>
              <a:rPr b="0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"/>
          <p:cNvSpPr txBox="1"/>
          <p:nvPr/>
        </p:nvSpPr>
        <p:spPr>
          <a:xfrm>
            <a:off x="985180" y="740702"/>
            <a:ext cx="10221640" cy="489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3. Dura es la lucha, difícil la tarea,</a:t>
            </a:r>
            <a:r>
              <a:rPr b="0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Mas tú me dotas de tu gran poder;</a:t>
            </a:r>
            <a:endParaRPr b="0" i="0" sz="7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2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"/>
          <p:cNvSpPr txBox="1"/>
          <p:nvPr/>
        </p:nvSpPr>
        <p:spPr>
          <a:xfrm>
            <a:off x="143339" y="689788"/>
            <a:ext cx="12348900" cy="54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Mi espíritu renuevas con la idea nueva</a:t>
            </a:r>
            <a:endParaRPr b="0" i="0" sz="8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De vencer,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de vencer.</a:t>
            </a:r>
            <a:endParaRPr b="0" i="0" sz="8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6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2667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"/>
          <p:cNvSpPr txBox="1"/>
          <p:nvPr/>
        </p:nvSpPr>
        <p:spPr>
          <a:xfrm>
            <a:off x="1025691" y="1028733"/>
            <a:ext cx="10140619" cy="4401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8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Mi sostén es Jesús,</a:t>
            </a:r>
            <a:r>
              <a:rPr b="0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Nunca en la lucha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desmayar podré;</a:t>
            </a:r>
            <a:r>
              <a:rPr b="0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e Office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2017-05-27T16:21:29Z</dcterms:created>
  <dc:creator>Kadiesa</dc:creator>
</cp:coreProperties>
</file>
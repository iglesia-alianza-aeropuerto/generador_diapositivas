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xnVwPWO/rCqZev4SjlrzZZqBM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0"/>
            <a:ext cx="9144000" cy="7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311 ¿QUIERES SER SALVO?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¿Quieres ser salvo de toda maldad?</a:t>
            </a:r>
            <a:r>
              <a:rPr b="0" i="0" lang="es-ES" sz="7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ES" sz="7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Tan sólo hay poder en mi Jesús.</a:t>
            </a:r>
            <a:r>
              <a:rPr b="0" i="0" lang="es-ES" sz="7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1"/>
            <a:ext cx="9144000" cy="7294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8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¿Quieres vivir y gozar santidad?</a:t>
            </a:r>
            <a:r>
              <a:rPr b="0" i="0" lang="es-ES" sz="8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ES" sz="8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Tan sólo hay poder en Jesús.</a:t>
            </a:r>
            <a:endParaRPr b="0" i="0" sz="8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357167"/>
            <a:ext cx="9144000" cy="6678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8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Hay poder, poder,</a:t>
            </a:r>
            <a:r>
              <a:rPr b="0" i="0" lang="es-ES" sz="8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ES" sz="8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sin igual poder en Jesús quien murió; </a:t>
            </a:r>
            <a:endParaRPr b="0" i="0" sz="8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214290"/>
            <a:ext cx="9144000" cy="73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Hay poder, poder,</a:t>
            </a:r>
            <a:r>
              <a:rPr lang="es-ES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ES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sin igual poder en la sangre que él vertió.</a:t>
            </a:r>
            <a:endParaRPr sz="8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285728"/>
            <a:ext cx="9144000" cy="7386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¿Quieres ser libre de orgullo y pasión?</a:t>
            </a:r>
            <a:r>
              <a:rPr lang="es-ES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ES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Tan sólo hay poder en mi Jesús.</a:t>
            </a:r>
            <a:r>
              <a:rPr lang="es-ES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285729"/>
            <a:ext cx="9144000" cy="7232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¿Quieres vencer toda cruel tentación?</a:t>
            </a:r>
            <a:r>
              <a:rPr lang="es-ES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ES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Tan sólo hay poder en Jesús.</a:t>
            </a:r>
            <a:endParaRPr sz="7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1524000" y="357167"/>
            <a:ext cx="9144000" cy="6678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Hay poder, poder,</a:t>
            </a:r>
            <a:r>
              <a:rPr lang="es-ES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ES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sin igual poder en Jesús quien murió; </a:t>
            </a:r>
            <a:endParaRPr sz="8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1524000" y="214290"/>
            <a:ext cx="9144000" cy="7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8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Hay poder, poder,</a:t>
            </a:r>
            <a:r>
              <a:rPr lang="es-ES" sz="8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ES" sz="8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sin igual poder en la sangre que él vertió.</a:t>
            </a:r>
            <a:endParaRPr sz="8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/>
        </p:nvSpPr>
        <p:spPr>
          <a:xfrm>
            <a:off x="1524000" y="142853"/>
            <a:ext cx="9144000" cy="6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8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¿Quieres servir a tu Rey y Señor?</a:t>
            </a:r>
            <a:r>
              <a:rPr lang="es-ES" sz="8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ES" sz="8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Tan sólo hay poder en mi Jesús.</a:t>
            </a:r>
            <a:r>
              <a:rPr lang="es-ES" sz="8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/>
        </p:nvSpPr>
        <p:spPr>
          <a:xfrm>
            <a:off x="1524000" y="142853"/>
            <a:ext cx="9144000" cy="6678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8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Ven, y ser salvo podrás en su amor;</a:t>
            </a:r>
            <a:r>
              <a:rPr lang="es-ES" sz="8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ES" sz="8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Tan sólo hay poder en Jesús.</a:t>
            </a:r>
            <a:endParaRPr sz="8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/>
        </p:nvSpPr>
        <p:spPr>
          <a:xfrm>
            <a:off x="1524000" y="357167"/>
            <a:ext cx="9144000" cy="6678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Hay poder, poder,</a:t>
            </a:r>
            <a:r>
              <a:rPr lang="es-ES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ES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sin igual poder en Jesús quien murió; </a:t>
            </a:r>
            <a:endParaRPr sz="8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/>
        </p:nvSpPr>
        <p:spPr>
          <a:xfrm>
            <a:off x="1524000" y="214290"/>
            <a:ext cx="9144000" cy="7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8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Hay poder, poder,</a:t>
            </a:r>
            <a:r>
              <a:rPr lang="es-ES" sz="8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ES" sz="8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sin igual poder en la sangre que él vertió.</a:t>
            </a:r>
            <a:endParaRPr sz="8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2017-05-27T14:34:17Z</dcterms:created>
  <dc:creator>Kadiesa</dc:creator>
</cp:coreProperties>
</file>
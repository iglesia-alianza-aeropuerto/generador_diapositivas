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71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9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859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098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56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329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515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229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042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06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32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91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solidFill>
                  <a:srgbClr val="FF0000"/>
                </a:solidFill>
                <a:latin typeface="Arial Black" pitchFamily="34" charset="0"/>
              </a:rPr>
              <a:t>283 ESDRAS PREPARÓ SU CORAZÓN</a:t>
            </a:r>
          </a:p>
          <a:p>
            <a:pPr algn="ctr"/>
            <a:endParaRPr lang="es-CO" sz="28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. Esdras preparó su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corazón para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inquirir la ley de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Jehová; Esdras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preparó su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corazón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Para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inquirir las Escrituras.</a:t>
            </a:r>
          </a:p>
          <a:p>
            <a:pPr algn="ctr"/>
            <a:endParaRPr lang="es-CO" sz="30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88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8"/>
            <a:ext cx="9144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//La buena mano de Dios estaba con Esdras;// Esdras preparó su corazón Para inquirir las Escrituras.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323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463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2</a:t>
            </a:r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. Esdras preparó su </a:t>
            </a:r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corazón para </a:t>
            </a:r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así cumplir la ley de </a:t>
            </a:r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Jehová; Esdras </a:t>
            </a:r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preparó su </a:t>
            </a:r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corazón Para </a:t>
            </a:r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así cumplir las Escrituras</a:t>
            </a:r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. </a:t>
            </a:r>
            <a:endParaRPr lang="es-CO" sz="62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7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257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//La 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buena mano de Dios estaba con Esdras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;// Esdras 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preparó su corazón 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para así </a:t>
            </a:r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cumplir las Escrituras.</a:t>
            </a:r>
          </a:p>
          <a:p>
            <a:pPr algn="ctr"/>
            <a:endParaRPr lang="es-CO" sz="27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79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2"/>
            <a:ext cx="9001156" cy="7046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3. Esdras preparó su corazón para enseñar la ley de Jehová; Esdras preparó su corazón para enseñar las Escrituras.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864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//La buena mano de Dios estaba con Esdras;// Esdras preparó su corazón para enseñar las Escrituras.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85435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Panorámica</PresentationFormat>
  <Paragraphs>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2017-05-10T22:16:47Z</dcterms:created>
  <dcterms:modified xsi:type="dcterms:W3CDTF">2017-05-10T22:16:52Z</dcterms:modified>
</cp:coreProperties>
</file>
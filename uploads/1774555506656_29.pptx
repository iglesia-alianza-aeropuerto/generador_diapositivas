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GE2plTvq6CjfUIJ/v/v1hLTTb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/>
        </p:nvSpPr>
        <p:spPr>
          <a:xfrm>
            <a:off x="1524000" y="0"/>
            <a:ext cx="9144000" cy="8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156 HAY UN CANTO NUEVO EN MI SER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Hay un canto nuevo en mi ser, Es la voz de mi Jesús, Que me dice: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1524000" y="1"/>
            <a:ext cx="9144000" cy="837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“Ven a descansar; Tu paz conquisté en la cruz”.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1524000" y="0"/>
            <a:ext cx="9144000" cy="82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Cristo, Cristo, Cristo, nombre sin igual, Llena siempre mi alma de esa nota celestial.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1524000" y="0"/>
            <a:ext cx="9144000" cy="898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Tengo de su gracia celestial, Gozo en su santo amor; Y riquezas fluyen a raudal, Desde el trono del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1524000" y="0"/>
            <a:ext cx="9144000" cy="82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Cristo, Cristo, Cristo, nombre sin igual, Llena siempre mi alma de esa nota celestial.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/>
        </p:nvSpPr>
        <p:spPr>
          <a:xfrm>
            <a:off x="1524000" y="1"/>
            <a:ext cx="9144000" cy="84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Por las aguas hondas me llevó; Pruebas en mi senda hallé; Do áspero sendero él me guió, Mas sus huellas seguiré.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1524000" y="0"/>
            <a:ext cx="9144000" cy="82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Cristo, Cristo, Cristo, nombre sin igual, Llena siempre mi alma de esa nota celestial.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/>
        </p:nvSpPr>
        <p:spPr>
          <a:xfrm>
            <a:off x="1524000" y="0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Cristo en las nubes volverá,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Bajo el bello cielo azul; A su lado él me llevará A vivir en gloria y luz.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/>
        </p:nvSpPr>
        <p:spPr>
          <a:xfrm>
            <a:off x="1524000" y="0"/>
            <a:ext cx="9144000" cy="82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Cristo, Cristo, Cristo, nombre sin igual, Llena siempre mi alma de esa nota celestial.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2017-03-03T21:08:07Z</dcterms:created>
  <dc:creator>Kadiesa</dc:creator>
</cp:coreProperties>
</file>
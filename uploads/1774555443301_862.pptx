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hhY0Dewm3iOoBjyX1hoTqqTNHg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d72c9e91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2d72c9e914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>
  <p:cSld name="1_Título y objeto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81" name="Google Shape;8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 txBox="1"/>
          <p:nvPr>
            <p:ph idx="4294967295" type="body"/>
          </p:nvPr>
        </p:nvSpPr>
        <p:spPr>
          <a:xfrm>
            <a:off x="358589" y="152400"/>
            <a:ext cx="112014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VE" sz="6000" cap="non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La higuera</a:t>
            </a:r>
            <a:endParaRPr/>
          </a:p>
          <a:p>
            <a:pPr indent="0" lvl="0" marL="0" rtl="0" algn="ctr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</a:pPr>
            <a:r>
              <a:rPr b="1" lang="es-VE" sz="9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1" sz="100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5400"/>
              <a:buNone/>
            </a:pP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Aunque la higuera no florezca </a:t>
            </a:r>
            <a:endParaRPr/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5400"/>
              <a:buNone/>
            </a:pP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en las vides no haya fruto,</a:t>
            </a:r>
            <a:b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aunque falte del olivo el producto </a:t>
            </a:r>
            <a:br>
              <a:rPr b="1" lang="es-VE" sz="48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1" lang="es-VE" sz="440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1" sz="4400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1343025" y="585788"/>
            <a:ext cx="9901239" cy="5846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los labrados no den mantenimiento,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las ovejas sean quitadas de la</a:t>
            </a:r>
            <a:r>
              <a:rPr b="1" lang="es-VE" sz="5700">
                <a:latin typeface="Arial Black"/>
                <a:ea typeface="Arial Black"/>
                <a:cs typeface="Arial Black"/>
                <a:sym typeface="Arial Black"/>
              </a:rPr>
              <a:t>s </a:t>
            </a:r>
            <a:r>
              <a:rPr b="1" i="0" lang="es-VE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ma</a:t>
            </a:r>
            <a:r>
              <a:rPr b="1" lang="es-VE" sz="5700">
                <a:latin typeface="Arial Black"/>
                <a:ea typeface="Arial Black"/>
                <a:cs typeface="Arial Black"/>
                <a:sym typeface="Arial Black"/>
              </a:rPr>
              <a:t>jadas</a:t>
            </a:r>
            <a:endParaRPr b="1" sz="57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</a:t>
            </a:r>
            <a:r>
              <a:rPr b="1" lang="es-VE" sz="5700">
                <a:latin typeface="Arial Black"/>
                <a:ea typeface="Arial Black"/>
                <a:cs typeface="Arial Black"/>
                <a:sym typeface="Arial Black"/>
              </a:rPr>
              <a:t>no haya</a:t>
            </a:r>
            <a:r>
              <a:rPr b="1" i="0" lang="es-VE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vacas </a:t>
            </a:r>
            <a:r>
              <a:rPr b="1" lang="es-VE" sz="5700">
                <a:latin typeface="Arial Black"/>
                <a:ea typeface="Arial Black"/>
                <a:cs typeface="Arial Black"/>
                <a:sym typeface="Arial Black"/>
              </a:rPr>
              <a:t>en</a:t>
            </a:r>
            <a:r>
              <a:rPr b="1" i="0" lang="es-VE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los corrales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idx="4294967295" type="body"/>
          </p:nvPr>
        </p:nvSpPr>
        <p:spPr>
          <a:xfrm>
            <a:off x="1013012" y="681317"/>
            <a:ext cx="10515600" cy="5157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VE" sz="60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todo yo me alegraré en Jehová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VE" sz="60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me gozaré en el Dios de mi salvación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idx="4294967295" type="body"/>
          </p:nvPr>
        </p:nvSpPr>
        <p:spPr>
          <a:xfrm>
            <a:off x="495300" y="152400"/>
            <a:ext cx="112014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VE" sz="6000" cap="non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La higuera</a:t>
            </a:r>
            <a:endParaRPr/>
          </a:p>
          <a:p>
            <a:pPr indent="0" lvl="0" marL="0" rtl="0" algn="ctr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</a:pPr>
            <a:r>
              <a:rPr b="1" lang="es-VE" sz="9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1" sz="100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5400"/>
              <a:buNone/>
            </a:pP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Aunque la higuera no florezca </a:t>
            </a:r>
            <a:endParaRPr/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5400"/>
              <a:buNone/>
            </a:pP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en las vides no haya fruto,</a:t>
            </a:r>
            <a:b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aunque falte del olivo el producto </a:t>
            </a:r>
            <a:br>
              <a:rPr b="1" lang="es-VE" sz="48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1" lang="es-VE" sz="440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1" sz="4400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1343025" y="585788"/>
            <a:ext cx="9901239" cy="5846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los labrados no den mantenimiento,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las ovejas sean quitadas de las ma</a:t>
            </a:r>
            <a:r>
              <a:rPr b="1" lang="es-VE" sz="5700">
                <a:latin typeface="Arial Black"/>
                <a:ea typeface="Arial Black"/>
                <a:cs typeface="Arial Black"/>
                <a:sym typeface="Arial Black"/>
              </a:rPr>
              <a:t>jadas</a:t>
            </a:r>
            <a:endParaRPr b="1" sz="57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no h</a:t>
            </a:r>
            <a:r>
              <a:rPr b="1" lang="es-VE" sz="5700">
                <a:latin typeface="Arial Black"/>
                <a:ea typeface="Arial Black"/>
                <a:cs typeface="Arial Black"/>
                <a:sym typeface="Arial Black"/>
              </a:rPr>
              <a:t>aya</a:t>
            </a:r>
            <a:r>
              <a:rPr b="1" i="0" lang="es-VE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vacas </a:t>
            </a:r>
            <a:r>
              <a:rPr b="1" lang="es-VE" sz="5700">
                <a:latin typeface="Arial Black"/>
                <a:ea typeface="Arial Black"/>
                <a:cs typeface="Arial Black"/>
                <a:sym typeface="Arial Black"/>
              </a:rPr>
              <a:t>en</a:t>
            </a:r>
            <a:r>
              <a:rPr b="1" i="0" lang="es-VE" sz="57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los corrales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 txBox="1"/>
          <p:nvPr>
            <p:ph idx="4294967295" type="body"/>
          </p:nvPr>
        </p:nvSpPr>
        <p:spPr>
          <a:xfrm>
            <a:off x="1057835" y="663388"/>
            <a:ext cx="10515600" cy="5157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VE" sz="60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todo yo me alegraré en Jehová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VE" sz="60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me gozaré en el Dios de mi salvación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7"/>
          <p:cNvSpPr txBox="1"/>
          <p:nvPr>
            <p:ph idx="4294967295" type="body"/>
          </p:nvPr>
        </p:nvSpPr>
        <p:spPr>
          <a:xfrm>
            <a:off x="495300" y="152400"/>
            <a:ext cx="112014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VE" sz="6000" cap="non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La higuera</a:t>
            </a:r>
            <a:endParaRPr/>
          </a:p>
          <a:p>
            <a:pPr indent="0" lvl="0" marL="0" rtl="0" algn="ctr"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900"/>
              <a:buNone/>
            </a:pPr>
            <a:r>
              <a:rPr b="1" lang="es-VE" sz="9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b="1" sz="100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5400"/>
              <a:buNone/>
            </a:pP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Aunque la higuera no florezca </a:t>
            </a:r>
            <a:endParaRPr/>
          </a:p>
          <a:p>
            <a:pPr indent="0" lvl="0" marL="0" rtl="0" algn="ctr"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5400"/>
              <a:buNone/>
            </a:pP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en las vides no haya fruto,</a:t>
            </a:r>
            <a:b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b="1" lang="es-VE" sz="54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aunque falte del olivo el producto </a:t>
            </a:r>
            <a:br>
              <a:rPr b="1" lang="es-VE" sz="48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br>
              <a:rPr b="1" lang="es-VE" sz="4400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endParaRPr b="1" sz="4400" cap="none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/>
          <p:nvPr/>
        </p:nvSpPr>
        <p:spPr>
          <a:xfrm>
            <a:off x="1343025" y="585788"/>
            <a:ext cx="9901239" cy="58466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los labrados no den mantenimiento,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las ovejas sean quitadas de l</a:t>
            </a:r>
            <a:r>
              <a:rPr b="1" lang="es-VE" sz="6000">
                <a:latin typeface="Arial Black"/>
                <a:ea typeface="Arial Black"/>
                <a:cs typeface="Arial Black"/>
                <a:sym typeface="Arial Black"/>
              </a:rPr>
              <a:t>as</a:t>
            </a:r>
            <a:r>
              <a:rPr b="1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ma</a:t>
            </a:r>
            <a:r>
              <a:rPr b="1" lang="es-VE" sz="6000">
                <a:latin typeface="Arial Black"/>
                <a:ea typeface="Arial Black"/>
                <a:cs typeface="Arial Black"/>
                <a:sym typeface="Arial Black"/>
              </a:rPr>
              <a:t>ja</a:t>
            </a:r>
            <a:r>
              <a:rPr b="1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das Y no haya vacas </a:t>
            </a:r>
            <a:r>
              <a:rPr b="1" lang="es-VE" sz="6000">
                <a:latin typeface="Arial Black"/>
                <a:ea typeface="Arial Black"/>
                <a:cs typeface="Arial Black"/>
                <a:sym typeface="Arial Black"/>
              </a:rPr>
              <a:t>en</a:t>
            </a:r>
            <a:r>
              <a:rPr b="1" i="0" lang="es-VE" sz="6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los corrales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idx="4294967295" type="body"/>
          </p:nvPr>
        </p:nvSpPr>
        <p:spPr>
          <a:xfrm>
            <a:off x="1084730" y="850106"/>
            <a:ext cx="10515600" cy="5157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VE" sz="60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todo yo me alegraré en Jehová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VE" sz="6000" cap="non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me gozaré en el Dios de mi salvación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d72c9e9149_0_0"/>
          <p:cNvSpPr txBox="1"/>
          <p:nvPr>
            <p:ph idx="4294967295" type="body"/>
          </p:nvPr>
        </p:nvSpPr>
        <p:spPr>
          <a:xfrm>
            <a:off x="979375" y="1924052"/>
            <a:ext cx="10515600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///Jehová el Señor </a:t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es mi fortaleza///</a:t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b="1"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fuerza es Jehová</a:t>
            </a:r>
            <a:endParaRPr b="1"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2017-03-02T19:13:40Z</dcterms:created>
  <dc:creator>Kadiesa</dc:creator>
</cp:coreProperties>
</file>
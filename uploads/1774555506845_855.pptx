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r41XLgn+ZdPpRp3EibAEtPHsu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101" name="Google Shape;101;p26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07" name="Google Shape;107;p2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108" name="Google Shape;108;p2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14" name="Google Shape;114;p2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15" name="Google Shape;115;p2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116" name="Google Shape;116;p2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117" name="Google Shape;117;p2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132" name="Google Shape;132;p3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40" name="Google Shape;140;p3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1524001" y="68629"/>
            <a:ext cx="9852587" cy="7704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3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81 LO QUE RESPIRA</a:t>
            </a:r>
            <a:endParaRPr b="0" i="1" sz="43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nuestro Dios en su santuario,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la hermosura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su cielo,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sus proezas alabadle a Él.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719404" y="836714"/>
            <a:ext cx="11100725" cy="538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Alabadle por la grandeza de su nombre,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el sonido de bocina,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salterio y arpa,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la vez cantad.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527552" y="202523"/>
            <a:ext cx="12128400" cy="7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Alabadle con el alegre pandero,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con el candor de la danza;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cantad con gozo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Señor.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 txBox="1"/>
          <p:nvPr/>
        </p:nvSpPr>
        <p:spPr>
          <a:xfrm>
            <a:off x="-408384" y="1458792"/>
            <a:ext cx="130089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Alabadle con cuerdas, flautas y címbalos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de júbilo resonantes.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7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1" y="27522"/>
            <a:ext cx="12444875" cy="8956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su lenguaje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que respira</a:t>
            </a:r>
            <a:r>
              <a:rPr b="0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alabe al Señor.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Lo que respira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alabe al Señor.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¡Amén!</a:t>
            </a:r>
            <a:endParaRPr b="0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1524001" y="68629"/>
            <a:ext cx="9852587" cy="7704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3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81 LO QUE RESPIRA</a:t>
            </a:r>
            <a:endParaRPr b="0" i="1" sz="43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nuestro Dios en su santuario, </a:t>
            </a:r>
            <a:endParaRPr b="1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la hermosura </a:t>
            </a:r>
            <a:endParaRPr b="1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su cielo, </a:t>
            </a:r>
            <a:endParaRPr b="1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sus proezas alabadle a Él.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719404" y="836714"/>
            <a:ext cx="11100725" cy="538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Alabadle por la grandeza de su nombre,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el sonido de bocina,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salterio y arpa, </a:t>
            </a:r>
            <a:endParaRPr b="1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la vez cantad.</a:t>
            </a:r>
            <a:endParaRPr b="0" i="0" sz="6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2" y="283673"/>
            <a:ext cx="12128444" cy="7273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Alabadle con el alegre pandero,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con el candor de la danza; </a:t>
            </a:r>
            <a:endParaRPr b="1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cantad con gozo </a:t>
            </a:r>
            <a:endParaRPr b="1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Señor.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-267209" y="1316767"/>
            <a:ext cx="13008768" cy="4524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Alabadle con cuerdas, flautas y címbalos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de júbilo resonantes.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7200" u="none" cap="none" strike="noStrike">
              <a:solidFill>
                <a:srgbClr val="FFFFF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1" y="27522"/>
            <a:ext cx="12444875" cy="8956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su lenguaje </a:t>
            </a:r>
            <a:endParaRPr b="1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que respira</a:t>
            </a:r>
            <a:r>
              <a:rPr b="0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alabe al Señor.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Lo que respira </a:t>
            </a:r>
            <a:endParaRPr b="1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alabe al Señor. </a:t>
            </a:r>
            <a:endParaRPr b="1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¡Amén!</a:t>
            </a:r>
            <a:endParaRPr b="0" i="0" sz="7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2017-03-02T19:25:40Z</dcterms:created>
  <dc:creator>Kadiesa</dc:creator>
</cp:coreProperties>
</file>
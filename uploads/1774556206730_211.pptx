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2194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29467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8336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29268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73463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7358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42140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2941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1388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17409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5384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662B6-9789-43F5-9D56-582B519A514C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80C8C-ACDB-4D93-85EB-6242F2F6E366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6935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1"/>
            <a:ext cx="9144000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u="sng" dirty="0">
                <a:ln w="25400">
                  <a:noFill/>
                </a:ln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5 CANTAD ALEGRES AL SEÑOR</a:t>
            </a:r>
          </a:p>
          <a:p>
            <a:pPr algn="ctr"/>
            <a:r>
              <a:rPr lang="es-ES" sz="2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 </a:t>
            </a:r>
          </a:p>
          <a:p>
            <a:pPr algn="ctr"/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1. Cantad alegres al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Señor, Mortales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todos por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doquier,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Servidle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siempre con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fervor,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Obedecedle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con placer.</a:t>
            </a:r>
          </a:p>
          <a:p>
            <a:pPr algn="ctr"/>
            <a:r>
              <a:rPr lang="es-ES" sz="44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Black" pitchFamily="34" charset="0"/>
              </a:rPr>
              <a:t> </a:t>
            </a:r>
            <a:endParaRPr lang="es-ES" sz="4400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s-E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242066"/>
      </p:ext>
    </p:extLst>
  </p:cSld>
  <p:clrMapOvr>
    <a:masterClrMapping/>
  </p:clrMapOvr>
  <p:transition advTm="300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0"/>
            <a:ext cx="8929718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5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2. Con gratitud canción alzad Al Hacedor que el ser nos dio; Al Dios excelso adorad, Que como Padre nos amó</a:t>
            </a:r>
            <a:r>
              <a:rPr lang="es-ES" sz="6500" b="1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.</a:t>
            </a:r>
            <a:endParaRPr lang="es-ES" sz="6500" dirty="0">
              <a:ln w="25400">
                <a:noFill/>
              </a:ln>
              <a:latin typeface="Arial Black" pitchFamily="34" charset="0"/>
              <a:cs typeface="Arial" pitchFamily="34" charset="0"/>
            </a:endParaRPr>
          </a:p>
          <a:p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48231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1"/>
            <a:ext cx="8929718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2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3. Reconoced que es Dios y Rey, Nuestro potente Creador;</a:t>
            </a:r>
          </a:p>
          <a:p>
            <a:pPr algn="ctr"/>
            <a:r>
              <a:rPr lang="es-ES" sz="62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Ovejas somos de su grey, Y pueblo suyo por su amor.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01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1"/>
            <a:ext cx="8929718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dirty="0">
                <a:solidFill>
                  <a:schemeClr val="bg1"/>
                </a:solidFill>
                <a:latin typeface="Arial Black" pitchFamily="34" charset="0"/>
                <a:cs typeface="Arial" pitchFamily="34" charset="0"/>
              </a:rPr>
              <a:t> 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4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. Con alabanza y gozo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entrad A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la presencia del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Señor; Al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Soberano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aclamad, Y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bendecidle con 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fervor. Amén</a:t>
            </a:r>
            <a:r>
              <a:rPr lang="es-ES" sz="6000" dirty="0">
                <a:ln w="25400">
                  <a:noFill/>
                </a:ln>
                <a:latin typeface="Arial Black" pitchFamily="34" charset="0"/>
                <a:cs typeface="Arial" pitchFamily="34" charset="0"/>
              </a:rPr>
              <a:t>.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012024"/>
      </p:ext>
    </p:extLst>
  </p:cSld>
  <p:clrMapOvr>
    <a:masterClrMapping/>
  </p:clrMapOvr>
  <p:transition advTm="3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Panorámica</PresentationFormat>
  <Paragraphs>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2017-03-02T16:30:14Z</dcterms:created>
  <dcterms:modified xsi:type="dcterms:W3CDTF">2017-03-02T16:30:20Z</dcterms:modified>
</cp:coreProperties>
</file>
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6858000" cx="12192000"/>
  <p:notesSz cx="6858000" cy="9144000"/>
  <p:embeddedFontLst>
    <p:embeddedFont>
      <p:font typeface="Arial Black"/>
      <p:regular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4" roundtripDataSignature="AMtx7miPUhAKQ4eCTRfAtSzaN1xOFRVw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ArialBlack-regular.fnt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8" name="Google Shape;38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3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3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13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6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3" name="Google Shape;63;p16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7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7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9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4" name="Google Shape;94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1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2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1" name="Google Shape;101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2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8" name="Google Shape;108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3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2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5" name="Google Shape;115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2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5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25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25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2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2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9" name="Google Shape;139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4" name="Google Shape;14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8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8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28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2" name="Google Shape;152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9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29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0" name="Google Shape;160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0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0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30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4" name="Google Shape;164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8" name="Google Shape;168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1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1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5" name="Google Shape;175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2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8" name="Google Shape;178;p32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82" name="Google Shape;182;p3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3" name="Google Shape;183;p32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wentieth Century"/>
              <a:buNone/>
            </a:pPr>
            <a:r>
              <a:rPr b="0" i="0" lang="es-ES" sz="8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5" name="Google Shape;185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3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2" name="Google Shape;192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34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34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34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6" name="Google Shape;196;p34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34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8" name="Google Shape;198;p34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34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0" name="Google Shape;200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4" name="Google Shape;20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5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35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35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35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0" name="Google Shape;210;p35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35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35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35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35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9" name="Google Shape;219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36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6" name="Google Shape;226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7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7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7" name="Google Shape;87;p2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0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2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>
            <p:ph idx="1" type="subTitle"/>
          </p:nvPr>
        </p:nvSpPr>
        <p:spPr>
          <a:xfrm>
            <a:off x="52994" y="634252"/>
            <a:ext cx="12086011" cy="55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ES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LO IMPOSIBLE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Jesucristo, reinas con poder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Soberano, victorioso rey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la muerte pudo detener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poder para vencer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914086" y="1104661"/>
            <a:ext cx="10363827" cy="4648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lo imposible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adoramos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invencible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Soberano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idx="1" type="body"/>
          </p:nvPr>
        </p:nvSpPr>
        <p:spPr>
          <a:xfrm>
            <a:off x="650473" y="1067135"/>
            <a:ext cx="10891053" cy="472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Tuya es toda la gloria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Tuyo es todo el honor</a:t>
            </a:r>
            <a:endParaRPr b="1" sz="5467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idx="1" type="subTitle"/>
          </p:nvPr>
        </p:nvSpPr>
        <p:spPr>
          <a:xfrm>
            <a:off x="52994" y="634252"/>
            <a:ext cx="12086011" cy="55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0"/>
              <a:buNone/>
            </a:pPr>
            <a:r>
              <a:rPr b="1" lang="es-ES" sz="60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LO IMPOSIBLE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 sz="32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Jesucristo, reinas con poder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Soberano, victorioso rey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Ni la muerte pudo detener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poder para vencer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"/>
          <p:cNvSpPr txBox="1"/>
          <p:nvPr>
            <p:ph idx="1" type="body"/>
          </p:nvPr>
        </p:nvSpPr>
        <p:spPr>
          <a:xfrm>
            <a:off x="914086" y="1104661"/>
            <a:ext cx="10363827" cy="4648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 lo imposible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adoramos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invencible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Soberano</a:t>
            </a:r>
            <a:endParaRPr sz="3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/>
          <p:nvPr>
            <p:ph idx="1" type="body"/>
          </p:nvPr>
        </p:nvSpPr>
        <p:spPr>
          <a:xfrm>
            <a:off x="650473" y="1067135"/>
            <a:ext cx="10891053" cy="47237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Tuya es toda la gloria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Tuyo es todo el honor</a:t>
            </a:r>
            <a:endParaRPr b="1" sz="5467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ota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2017-08-26T22:41:17Z</dcterms:created>
  <dc:creator>Kadiesa</dc:creator>
</cp:coreProperties>
</file>
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TD+WzO2rFoMxrIzyy3Qs9qNoM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28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2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3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5" name="Google Shape;195;p3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6" name="Google Shape;206;p36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7" name="Google Shape;207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211" name="Google Shape;211;p3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p36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3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82" name="Google Shape;82;p23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3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3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3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3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3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3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23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95" name="Google Shape;95;p23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3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3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3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3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3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3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3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/>
          <p:nvPr/>
        </p:nvSpPr>
        <p:spPr>
          <a:xfrm>
            <a:off x="1882591" y="287696"/>
            <a:ext cx="8458199" cy="6699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QUIERO RENDIR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7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rendir mi vida a ti,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7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reflejar tu amor y compasión.</a:t>
            </a:r>
            <a:br>
              <a:rPr b="0" i="0" lang="es-VE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V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/>
          <p:nvPr/>
        </p:nvSpPr>
        <p:spPr>
          <a:xfrm>
            <a:off x="784943" y="908845"/>
            <a:ext cx="10879676" cy="4791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vivir tu voluntad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compartir al mundo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la verdad.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cantar de tu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al mundo yo gritar.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/>
          <p:nvPr/>
        </p:nvSpPr>
        <p:spPr>
          <a:xfrm>
            <a:off x="1882591" y="287696"/>
            <a:ext cx="8458199" cy="6699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QUIERO RENDIR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7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rendir mi vida a ti,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7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reflejar tu amor y compasión.</a:t>
            </a:r>
            <a:br>
              <a:rPr b="0" i="0" lang="es-VE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V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/>
          <p:nvPr/>
        </p:nvSpPr>
        <p:spPr>
          <a:xfrm>
            <a:off x="784943" y="908845"/>
            <a:ext cx="10879676" cy="4791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vivir tu voluntad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compartir al mundo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la verdad.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Quiero cantar de tu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 al mundo yo gritar.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1436916" y="2"/>
            <a:ext cx="9216571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9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Jesús es el camino y la verdad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en Él hay esperanza en Él hay paz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101"/>
                </a:solidFill>
                <a:latin typeface="Arial Black"/>
                <a:ea typeface="Arial Black"/>
                <a:cs typeface="Arial Black"/>
                <a:sym typeface="Arial Black"/>
              </a:rPr>
              <a:t>yo quiero proclamar Jesús es Señor.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2018-11-17T19:28:15Z</dcterms:created>
  <dc:creator>Familia Tobón Ch</dc:creator>
</cp:coreProperties>
</file>
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8xJAjlNwABDk0QZObPNfuZoyq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2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4025505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143000" y="1"/>
            <a:ext cx="6858000" cy="52706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3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222 PORQUE ÉL VIVE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Dios nos envió a su Hijo Cristo; El es amor, paz y perdón.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605601" y="86116"/>
            <a:ext cx="8216700" cy="55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mí murió en el Calvario,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Mas de la tumba con poder resucitó.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990703" y="195487"/>
            <a:ext cx="7317432" cy="45935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6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él vive no temo el mañana; Porque Él vive seguro estoy,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/>
        </p:nvSpPr>
        <p:spPr>
          <a:xfrm>
            <a:off x="948177" y="0"/>
            <a:ext cx="7605464" cy="5993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yo sé, yo sé que el futuro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suyo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que la vida vale, porque Él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vive hoy.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/>
        </p:nvSpPr>
        <p:spPr>
          <a:xfrm>
            <a:off x="297390" y="267496"/>
            <a:ext cx="8253536" cy="73327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Grato es tener a un tierno niño, Precioso don que Dios nos da.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9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9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9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1163171" y="322730"/>
            <a:ext cx="6858000" cy="50860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Cuánto mejor cuando él recibe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Salvador, y vida eterna gozará.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/>
        </p:nvSpPr>
        <p:spPr>
          <a:xfrm>
            <a:off x="990703" y="195487"/>
            <a:ext cx="7317432" cy="45935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6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él vive no temo el mañana; Porque Él vive seguro estoy,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948177" y="0"/>
            <a:ext cx="7605464" cy="5993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yo sé, yo sé que el futuro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suyo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que la vida vale, porque Él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vive hoy.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/>
        </p:nvSpPr>
        <p:spPr>
          <a:xfrm>
            <a:off x="1143000" y="160719"/>
            <a:ext cx="6858000" cy="51475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Se acabará mi vida un día;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Enfrentaré muerte y dolor. </a:t>
            </a:r>
            <a:endParaRPr b="0" i="0" sz="6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/>
        </p:nvSpPr>
        <p:spPr>
          <a:xfrm>
            <a:off x="755576" y="267495"/>
            <a:ext cx="7749480" cy="45320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Mas a Jesús veré en la gloria, Y reinaré con mi triunfante Salvador.</a:t>
            </a:r>
            <a:endParaRPr b="0" i="0" sz="5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/>
        </p:nvSpPr>
        <p:spPr>
          <a:xfrm>
            <a:off x="990703" y="195487"/>
            <a:ext cx="7317432" cy="45935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6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él vive no temo el mañana; Porque Él vive seguro estoy,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/>
        </p:nvSpPr>
        <p:spPr>
          <a:xfrm>
            <a:off x="948177" y="0"/>
            <a:ext cx="7605464" cy="5993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yo sé, yo sé que el futuro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suyo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que la vida vale, porque Él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vive hoy.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2021-05-09T02:41:52Z</dcterms:created>
  <dc:creator>pc</dc:creator>
</cp:coreProperties>
</file>
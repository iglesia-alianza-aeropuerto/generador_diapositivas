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006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83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60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73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20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470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52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62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632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47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531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35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269 TU PALABRA ME HABLA</a:t>
            </a:r>
          </a:p>
          <a:p>
            <a:pPr algn="ctr"/>
            <a:endParaRPr lang="es-CO" sz="3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8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Bendito </a:t>
            </a:r>
            <a:r>
              <a:rPr lang="es-CO" sz="8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tú, oh SEÑOR; enséñame tus estatutos.</a:t>
            </a:r>
          </a:p>
          <a:p>
            <a:pPr algn="ctr"/>
            <a:endParaRPr lang="es-CO" sz="4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076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428604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 he gozado en el camino de tus testimonios, más que en todas las riquezas.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60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 deleitaré en tus estatutos, y no olvidaré tu palabra.</a:t>
            </a:r>
          </a:p>
          <a:p>
            <a:pPr algn="ctr"/>
            <a:endParaRPr lang="es-CO" sz="60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37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Abre mis ojos, para que vea las maravillas de tu ley.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9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357167"/>
            <a:ext cx="91440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Hazme entender el camino de tus preceptos, y meditaré en tus maravillas.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913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CO" sz="8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Cuánto amo tu ley! Todo el </a:t>
            </a:r>
            <a:r>
              <a:rPr lang="es-CO" sz="8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día es </a:t>
            </a:r>
            <a:r>
              <a:rPr lang="es-CO" sz="8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ella mi meditación.</a:t>
            </a:r>
          </a:p>
          <a:p>
            <a:pPr algn="ctr"/>
            <a:endParaRPr lang="es-CO" sz="5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79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Escrito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está: “No sólo de pan vivirá el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hombre, Sino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toda palabra que sale de la boca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Dios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”.</a:t>
            </a:r>
          </a:p>
          <a:p>
            <a:pPr algn="ctr"/>
            <a:endParaRPr lang="es-CO" sz="2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674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Toda Escritura es inspirada por Dios y útil para enseñar, para reprender, para corregir, para instruir en justicia,</a:t>
            </a:r>
          </a:p>
          <a:p>
            <a:pPr algn="ctr"/>
            <a:endParaRPr lang="es-CO" sz="4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82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fin de que el hombre de Dios sea perfecto, equipado para toda buena obra.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47919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Panorámica</PresentationFormat>
  <Paragraphs>13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2017-05-10T22:00:01Z</dcterms:created>
  <dcterms:modified xsi:type="dcterms:W3CDTF">2017-05-10T22:00:03Z</dcterms:modified>
</cp:coreProperties>
</file>
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Arial Black"/>
      <p:regular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Imr88v8lYOvbG1gg9wAFO6E5A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ArialBlack-regular.fnt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E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214291"/>
            <a:ext cx="9144000" cy="6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351 AMARTE SÓLO A TI, SEÑOR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2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Amarte </a:t>
            </a:r>
            <a:r>
              <a:rPr b="1" lang="es-CO" sz="6600">
                <a:latin typeface="Arial Black"/>
                <a:ea typeface="Arial Black"/>
                <a:cs typeface="Arial Black"/>
                <a:sym typeface="Arial Black"/>
              </a:rPr>
              <a:t>solo</a:t>
            </a: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a ti, Señor, amarte sólo a ti, Señor, amarte sólo a ti, Señor, y hacer tu voluntad; 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214290"/>
            <a:ext cx="9144000" cy="683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 tu caminar, Señor,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 sin desmayar, Señor, seguir hasta el final, Señor, y no mirar atrás.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1"/>
            <a:ext cx="9144000" cy="763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 tu caminar, Señor,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 sin desmayar, Señor,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 hasta el final, Señor, y no mirar atrás.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-142900"/>
            <a:ext cx="9144000" cy="7344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Confiar tan sólo en ti, Señor,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 tan sólo en ti, Señor,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 tan sólo en ti, Señor,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hacer tu voluntad;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6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214290"/>
            <a:ext cx="914400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 tu caminar, Señor,</a:t>
            </a:r>
            <a:r>
              <a:rPr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 sin desmayar, Señor,</a:t>
            </a:r>
            <a:r>
              <a:rPr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 hasta el final, Señor, y no mirar atrás.</a:t>
            </a:r>
            <a:r>
              <a:rPr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2017-05-27T15:52:53Z</dcterms:created>
  <dc:creator>Kadiesa</dc:creator>
</cp:coreProperties>
</file>
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embeddedFontLst>
    <p:embeddedFont>
      <p:font typeface="Arial Black"/>
      <p:regular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jMb16/zcb4f1U/EsP+aqcp/HTG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font" Target="fonts/ArialBlack-regular.fntdata"/><Relationship Id="rId10" Type="http://schemas.openxmlformats.org/officeDocument/2006/relationships/slide" Target="slides/slide6.xml"/><Relationship Id="rId12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DADA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524000" y="1"/>
            <a:ext cx="9144000" cy="7602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505 DEMOS CON ALEGRÍA</a:t>
            </a:r>
            <a:endParaRPr b="0" i="1" sz="40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CO" sz="4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4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-1143000" lvl="0" marL="114300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 Black"/>
              <a:buAutoNum type="arabicPeriod"/>
            </a:pPr>
            <a:r>
              <a:rPr b="1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Demos con alegría y no por necesidad </a:t>
            </a:r>
            <a:endParaRPr b="1" i="0" sz="6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Al Dios de toda gracia con gran liberalidad; </a:t>
            </a:r>
            <a:endParaRPr b="0" i="0" sz="6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2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1524000" y="0"/>
            <a:ext cx="9144000" cy="80637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Ministrando y supliendo,</a:t>
            </a:r>
            <a:r>
              <a:rPr b="0" i="0" lang="es-CO" sz="6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6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gratitud siempre expresando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//Al Señor, el Creador, la ofrenda de nuestro amor.//</a:t>
            </a:r>
            <a:endParaRPr b="0" i="0" sz="6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2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/>
        </p:nvSpPr>
        <p:spPr>
          <a:xfrm>
            <a:off x="1524000" y="214291"/>
            <a:ext cx="9144000" cy="6186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2. Nunca escasamente mas siempre de corazón </a:t>
            </a:r>
            <a:endParaRPr b="1" i="0" sz="66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generosamente con gozo y oración; </a:t>
            </a:r>
            <a:endParaRPr b="0" i="0" sz="4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/>
        </p:nvSpPr>
        <p:spPr>
          <a:xfrm>
            <a:off x="1524000" y="214291"/>
            <a:ext cx="9144000" cy="74174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Ayudando y ofrendando como Dios nos ha enseñado; </a:t>
            </a:r>
            <a:endParaRPr b="1" i="0" sz="6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//El nos ve y nos provee; su amor es perfecta ley.//</a:t>
            </a:r>
            <a:endParaRPr b="0" i="0" sz="6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2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 txBox="1"/>
          <p:nvPr/>
        </p:nvSpPr>
        <p:spPr>
          <a:xfrm>
            <a:off x="1524000" y="214291"/>
            <a:ext cx="9144000" cy="72327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Todo lo que respira, alabe a Jehová. </a:t>
            </a:r>
            <a:endParaRPr b="1" i="0" sz="66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Todo lo que respira, alabe a Jehová. </a:t>
            </a:r>
            <a:endParaRPr b="0" i="0" sz="66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 txBox="1"/>
          <p:nvPr/>
        </p:nvSpPr>
        <p:spPr>
          <a:xfrm>
            <a:off x="1524000" y="357166"/>
            <a:ext cx="9144000" cy="66171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Alabadle sol y luna y vosotros todos sus santos, //Alabad y bendecid el nombre de Jehová.//</a:t>
            </a:r>
            <a:endParaRPr b="0" i="0" sz="66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2017-05-30T20:14:45Z</dcterms:created>
  <dc:creator>Kadiesa</dc:creator>
</cp:coreProperties>
</file>
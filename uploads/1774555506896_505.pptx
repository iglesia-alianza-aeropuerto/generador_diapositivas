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embeddedFontLst>
    <p:embeddedFont>
      <p:font typeface="Arial Black"/>
      <p:regular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jAgYmkTWUXFBOr/9nXBGxyHhgX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ArialBlack-regular.fntdata"/><Relationship Id="rId10" Type="http://schemas.openxmlformats.org/officeDocument/2006/relationships/slide" Target="slides/slide6.xml"/><Relationship Id="rId12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 txBox="1"/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853"/>
              </a:spcBef>
              <a:spcAft>
                <a:spcPts val="0"/>
              </a:spcAft>
              <a:buClr>
                <a:srgbClr val="888888"/>
              </a:buClr>
              <a:buSzPts val="4267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47"/>
              </a:spcBef>
              <a:spcAft>
                <a:spcPts val="0"/>
              </a:spcAft>
              <a:buClr>
                <a:srgbClr val="888888"/>
              </a:buClr>
              <a:buSzPts val="3733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33"/>
              <a:buFont typeface="Calibri"/>
              <a:buNone/>
              <a:defRPr b="1" sz="5333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 sz="2667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2133"/>
              <a:buNone/>
              <a:defRPr sz="2133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2" name="Google Shape;32;p11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3" name="Google Shape;33;p1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" type="body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39" name="Google Shape;39;p12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0" name="Google Shape;40;p12"/>
          <p:cNvSpPr txBox="1"/>
          <p:nvPr>
            <p:ph idx="3" type="body"/>
          </p:nvPr>
        </p:nvSpPr>
        <p:spPr>
          <a:xfrm>
            <a:off x="6193372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1" name="Google Shape;41;p12"/>
          <p:cNvSpPr txBox="1"/>
          <p:nvPr>
            <p:ph idx="4" type="body"/>
          </p:nvPr>
        </p:nvSpPr>
        <p:spPr>
          <a:xfrm>
            <a:off x="6193372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2" name="Google Shape;42;p1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609603" y="273049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4766733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Char char="•"/>
              <a:defRPr sz="4267"/>
            </a:lvl1pPr>
            <a:lvl2pPr indent="-465645" lvl="1" marL="9144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–"/>
              <a:defRPr sz="3733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397954" lvl="3" marL="1828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4pPr>
            <a:lvl5pPr indent="-397954" lvl="4" marL="22860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»"/>
              <a:defRPr sz="2667"/>
            </a:lvl5pPr>
            <a:lvl6pPr indent="-397954" lvl="5" marL="27432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6pPr>
            <a:lvl7pPr indent="-397954" lvl="6" marL="3200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7pPr>
            <a:lvl8pPr indent="-397954" lvl="7" marL="3657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8pPr>
            <a:lvl9pPr indent="-397954" lvl="8" marL="4114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609603" y="1435104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2389717" y="5367341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 b="0" i="0" sz="5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marR="0" rtl="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Font typeface="Arial"/>
              <a:buChar char="•"/>
              <a:defRPr b="0" i="0" sz="42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65645" lvl="1" marL="9144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97954" lvl="3" marL="1828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97954" lvl="4" marL="22860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97954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idx="1" type="body"/>
          </p:nvPr>
        </p:nvSpPr>
        <p:spPr>
          <a:xfrm>
            <a:off x="496378" y="366106"/>
            <a:ext cx="11199244" cy="6125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None/>
            </a:pPr>
            <a:r>
              <a:rPr lang="es-VE" sz="44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CANTARÉ AL SEÑOR </a:t>
            </a:r>
            <a:endParaRPr/>
          </a:p>
          <a:p>
            <a:pPr indent="0" lvl="0" marL="0" rtl="0" algn="ctr">
              <a:spcBef>
                <a:spcPts val="880"/>
              </a:spcBef>
              <a:spcAft>
                <a:spcPts val="0"/>
              </a:spcAft>
              <a:buClr>
                <a:srgbClr val="FF0000"/>
              </a:buClr>
              <a:buSzPts val="4400"/>
              <a:buNone/>
            </a:pPr>
            <a:r>
              <a:rPr lang="es-VE" sz="44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POR SIEMPRE</a:t>
            </a:r>
            <a:endParaRPr/>
          </a:p>
          <a:p>
            <a:pPr indent="0" lvl="0" marL="0" rtl="0" algn="ctr">
              <a:spcBef>
                <a:spcPts val="120"/>
              </a:spcBef>
              <a:spcAft>
                <a:spcPts val="0"/>
              </a:spcAft>
              <a:buClr>
                <a:srgbClr val="FF0000"/>
              </a:buClr>
              <a:buSzPts val="600"/>
              <a:buNone/>
            </a:pPr>
            <a:r>
              <a:rPr lang="es-VE" sz="6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lang="es-VE" sz="6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//Cantaré al </a:t>
            </a:r>
            <a:r>
              <a:rPr lang="es-VE" sz="6000">
                <a:latin typeface="Arial Black"/>
                <a:ea typeface="Arial Black"/>
                <a:cs typeface="Arial Black"/>
                <a:sym typeface="Arial Black"/>
              </a:rPr>
              <a:t>S</a:t>
            </a:r>
            <a:r>
              <a:rPr lang="es-VE" sz="6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eñor 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lang="es-VE" sz="6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por siempre 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lang="es-VE" sz="6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Su diestra es 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lang="es-VE" sz="6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todo poder.//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>
            <p:ph idx="1" type="body"/>
          </p:nvPr>
        </p:nvSpPr>
        <p:spPr>
          <a:xfrm>
            <a:off x="572294" y="1153254"/>
            <a:ext cx="11047412" cy="45514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</a:pPr>
            <a:r>
              <a:rPr lang="es-VE" sz="6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//Echó a la mar</a:t>
            </a:r>
            <a:endParaRPr/>
          </a:p>
          <a:p>
            <a:pPr indent="0" lvl="0" marL="0" rtl="0" algn="ctr">
              <a:spcBef>
                <a:spcPts val="132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</a:pPr>
            <a:r>
              <a:rPr lang="es-VE" sz="6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Quien los perseguía </a:t>
            </a:r>
            <a:endParaRPr/>
          </a:p>
          <a:p>
            <a:pPr indent="0" lvl="0" marL="0" rtl="0" algn="ctr">
              <a:spcBef>
                <a:spcPts val="132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</a:pPr>
            <a:r>
              <a:rPr lang="es-VE" sz="6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Jinete y caballo </a:t>
            </a:r>
            <a:endParaRPr/>
          </a:p>
          <a:p>
            <a:pPr indent="0" lvl="0" marL="0" rtl="0" algn="ctr">
              <a:spcBef>
                <a:spcPts val="132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</a:pPr>
            <a:r>
              <a:rPr lang="es-VE" sz="6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Echó a la mar.//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/>
          <p:nvPr/>
        </p:nvSpPr>
        <p:spPr>
          <a:xfrm>
            <a:off x="1880968" y="1654464"/>
            <a:ext cx="8430064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80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Echó a la mar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80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los carros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80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del faraón.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/>
          <p:nvPr>
            <p:ph idx="1" type="body"/>
          </p:nvPr>
        </p:nvSpPr>
        <p:spPr>
          <a:xfrm>
            <a:off x="496378" y="366106"/>
            <a:ext cx="11199244" cy="6125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None/>
            </a:pPr>
            <a:r>
              <a:rPr lang="es-VE" sz="44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CANTARÉ AL SEÑOR </a:t>
            </a:r>
            <a:endParaRPr/>
          </a:p>
          <a:p>
            <a:pPr indent="0" lvl="0" marL="0" rtl="0" algn="ctr">
              <a:spcBef>
                <a:spcPts val="880"/>
              </a:spcBef>
              <a:spcAft>
                <a:spcPts val="0"/>
              </a:spcAft>
              <a:buClr>
                <a:srgbClr val="FF0000"/>
              </a:buClr>
              <a:buSzPts val="4400"/>
              <a:buNone/>
            </a:pPr>
            <a:r>
              <a:rPr lang="es-VE" sz="44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POR SIEMPRE</a:t>
            </a:r>
            <a:endParaRPr/>
          </a:p>
          <a:p>
            <a:pPr indent="0" lvl="0" marL="0" rtl="0" algn="ctr">
              <a:spcBef>
                <a:spcPts val="120"/>
              </a:spcBef>
              <a:spcAft>
                <a:spcPts val="0"/>
              </a:spcAft>
              <a:buClr>
                <a:srgbClr val="FF0000"/>
              </a:buClr>
              <a:buSzPts val="600"/>
              <a:buNone/>
            </a:pPr>
            <a:r>
              <a:rPr lang="es-VE" sz="6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lang="es-VE" sz="6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//Cantaré al </a:t>
            </a:r>
            <a:r>
              <a:rPr lang="es-VE" sz="6000">
                <a:latin typeface="Arial Black"/>
                <a:ea typeface="Arial Black"/>
                <a:cs typeface="Arial Black"/>
                <a:sym typeface="Arial Black"/>
              </a:rPr>
              <a:t>S</a:t>
            </a:r>
            <a:r>
              <a:rPr lang="es-VE" sz="6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eñor 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lang="es-VE" sz="6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por siempre 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lang="es-VE" sz="6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Su diestra es 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lang="es-VE" sz="6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todo poder.//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 txBox="1"/>
          <p:nvPr>
            <p:ph idx="1" type="body"/>
          </p:nvPr>
        </p:nvSpPr>
        <p:spPr>
          <a:xfrm>
            <a:off x="714375" y="1389690"/>
            <a:ext cx="11047412" cy="57683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</a:pPr>
            <a:r>
              <a:rPr lang="es-VE" sz="6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//Mi padre es Dios y yo le exalto </a:t>
            </a:r>
            <a:endParaRPr/>
          </a:p>
          <a:p>
            <a:pPr indent="0" lvl="0" marL="0" rtl="0" algn="ctr">
              <a:spcBef>
                <a:spcPts val="132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</a:pPr>
            <a:r>
              <a:rPr lang="es-VE" sz="6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Mi padre es Dios y le exaltaré//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"/>
          <p:cNvSpPr txBox="1"/>
          <p:nvPr/>
        </p:nvSpPr>
        <p:spPr>
          <a:xfrm>
            <a:off x="1880968" y="1654464"/>
            <a:ext cx="8430064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80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Echó a la mar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80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los carros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80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del faraón.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1">
  <a:themeElements>
    <a:clrScheme name="Ofici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2018-11-15T14:37:19Z</dcterms:created>
  <dc:creator>Familia Tobón Ch</dc:creator>
</cp:coreProperties>
</file>
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FplAOZKN6AgTCac1jj0JBCw1D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285729"/>
            <a:ext cx="9144000" cy="57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4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282 SEMBRARÉ LA SIMIENTE PRECIOSA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4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Sembraré la simiente preciosa del glorioso evangelio de amor.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259080" y="1371600"/>
            <a:ext cx="116739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dejaré el resultado </a:t>
            </a:r>
            <a:endParaRPr sz="46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 Señor.</a:t>
            </a:r>
            <a:endParaRPr sz="4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809689" y="1012954"/>
            <a:ext cx="1057262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Mientras viva, simiente de amor.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914400" y="803112"/>
            <a:ext cx="10161431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Al hallarme en la casa de Dios.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14291"/>
            <a:ext cx="9144000" cy="71096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Sembraré en corazones sensibles la doctrina del Dios de perdón. </a:t>
            </a:r>
            <a:endParaRPr b="1" sz="4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201930" y="1720840"/>
            <a:ext cx="1178814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dejaré el resultado al Señor.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809689" y="1012954"/>
            <a:ext cx="1057262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Mientras viva, simiente de amor.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914400" y="803112"/>
            <a:ext cx="10161431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Al hallarme en la casa de Dios.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524000" y="1"/>
            <a:ext cx="9144000" cy="6401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•3. Sembraré en corazones de mármol la bendita palabra de Dios.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281940" y="1536174"/>
            <a:ext cx="1162812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74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Sembraré, sembraré, mientras viva; dejaré el resultado al Señor.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809689" y="1012954"/>
            <a:ext cx="10572622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O" sz="4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Sembraré (Sembraré)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Sembraré (Sembraré) Mientras viva, simiente de amor.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914400" y="803112"/>
            <a:ext cx="10161431" cy="5447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Segaré  (Segaré)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8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 Al hallarme en la casa de Dios.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2017-05-10T22:16:17Z</dcterms:created>
  <dc:creator>Kadiesa</dc:creator>
</cp:coreProperties>
</file>
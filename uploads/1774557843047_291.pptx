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7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22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46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113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94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500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798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76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14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101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79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07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602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270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313 VEN AMIGO A JESÚS</a:t>
            </a:r>
            <a:endParaRPr lang="es-CO" sz="4000" i="1" dirty="0">
              <a:ln w="1270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sz="24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ES" sz="6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Ven amigo a Jesús, pues él murió por </a:t>
            </a:r>
            <a:r>
              <a:rPr lang="es-ES" sz="6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ti;</a:t>
            </a:r>
            <a:r>
              <a:rPr lang="es-CO" sz="6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Recibirás </a:t>
            </a:r>
            <a:r>
              <a:rPr lang="es-ES" sz="6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luz que quiere darte a </a:t>
            </a:r>
            <a:r>
              <a:rPr lang="es-ES" sz="6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ti.</a:t>
            </a:r>
            <a:r>
              <a:rPr lang="es-CO" sz="6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6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410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</a:t>
            </a:r>
            <a:r>
              <a:rPr lang="es-ES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buen Jesús murió para darte </a:t>
            </a:r>
            <a:r>
              <a:rPr lang="es-ES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perdón;</a:t>
            </a:r>
            <a:r>
              <a:rPr lang="es-CO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Abre </a:t>
            </a:r>
            <a:r>
              <a:rPr lang="es-ES" sz="7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corazón y dulce paz tendrás.</a:t>
            </a:r>
            <a:endParaRPr lang="es-CO" sz="76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892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8"/>
            <a:ext cx="9144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i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Día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fatal vendrá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cuando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habrá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lugar;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puerta se abre hoy, y tú podrás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entrar.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72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709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Más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gracia ya no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habrá,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pues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despreciaste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hoy;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Acepta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pecador, la salvación de Dios.</a:t>
            </a:r>
            <a:endParaRPr lang="es-CO" sz="72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94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Las manos del Señor</a:t>
            </a:r>
            <a:r>
              <a:rPr lang="es-CO" sz="7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se abren hoy para ti;</a:t>
            </a:r>
            <a:endParaRPr lang="es-CO" sz="74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Ven y confía en él, y serás muy feliz.</a:t>
            </a:r>
            <a:r>
              <a:rPr lang="es-CO" sz="7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74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8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657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Tus cuitas pon en Dios,</a:t>
            </a:r>
            <a:r>
              <a:rPr lang="es-CO" sz="7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pues él las llevará;</a:t>
            </a:r>
            <a:endParaRPr lang="es-CO" sz="74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Quitará tu pesar por su consolación.</a:t>
            </a:r>
          </a:p>
          <a:p>
            <a:pPr algn="ctr"/>
            <a:endParaRPr lang="es-ES" sz="28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8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274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8"/>
            <a:ext cx="9144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i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Día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fatal vendrá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cuando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habrá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lugar;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puerta se abre hoy, y tú podrás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entrar.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72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130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9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Más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gracia ya no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habrá,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pues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despreciaste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hoy;</a:t>
            </a:r>
            <a:r>
              <a:rPr lang="es-CO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Acepta</a:t>
            </a:r>
            <a:r>
              <a:rPr lang="es-ES" sz="7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 pecador, la salvación de Dios.</a:t>
            </a:r>
            <a:endParaRPr lang="es-CO" sz="72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2582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Panorámica</PresentationFormat>
  <Paragraphs>17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2017-05-27T14:37:14Z</dcterms:created>
  <dcterms:modified xsi:type="dcterms:W3CDTF">2017-05-27T14:37:18Z</dcterms:modified>
</cp:coreProperties>
</file>
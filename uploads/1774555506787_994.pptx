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a858j1apzKPns3PNmNeORvGz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815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511 GOZO DA SERVIR A CRISTO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Gozo da servir a Cristo,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vida diaria aquí;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Gozo, que con alegría, siempre él me da a mí.</a:t>
            </a:r>
            <a:endParaRPr b="0" i="0" sz="6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7340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hay, sí, en servir a Cristo;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el corazón.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Cada día él da poder, me ayuda a vencer,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da gozo, gozo en el corazón.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Gozo da servir a Cristo,</a:t>
            </a: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que triunfante está</a:t>
            </a:r>
            <a:r>
              <a:rPr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pena o tristeza; Cristo en todo vence ya.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9144000" cy="7340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hay, sí, en servir a Cristo;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el corazón.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Cada día él da poder, me ayuda a vencer,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da gozo, gozo en el corazón.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Gozo da servir a Cristo,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la oscuridad,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tengo el secreto de la luz de la verdad.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9144000" cy="7340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hay, sí, en servir a Cristo;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el corazón.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Cada día él da poder, me ayuda a vencer,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da gozo, gozo en el corazón.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2017-05-30T20:19:09Z</dcterms:created>
  <dc:creator>Kadiesa</dc:creator>
</cp:coreProperties>
</file>
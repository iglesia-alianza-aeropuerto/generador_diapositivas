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753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93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512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770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507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332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532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38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945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586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855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520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357167"/>
            <a:ext cx="9144000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solidFill>
                  <a:srgbClr val="FF0000"/>
                </a:solidFill>
                <a:latin typeface="Arial Black" pitchFamily="34" charset="0"/>
              </a:rPr>
              <a:t>281 LA PALABRA DEL SEÑOR</a:t>
            </a:r>
          </a:p>
          <a:p>
            <a:pPr algn="ctr"/>
            <a:endParaRPr lang="es-CO" sz="24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•</a:t>
            </a:r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1. </a:t>
            </a:r>
            <a:r>
              <a:rPr lang="es-CO" sz="6600" b="1" dirty="0">
                <a:solidFill>
                  <a:prstClr val="black"/>
                </a:solidFill>
                <a:latin typeface="Arial Black" pitchFamily="34" charset="0"/>
              </a:rPr>
              <a:t>La palabra del </a:t>
            </a:r>
            <a:r>
              <a:rPr lang="es-CO" sz="6600" b="1" dirty="0">
                <a:solidFill>
                  <a:prstClr val="black"/>
                </a:solidFill>
                <a:latin typeface="Arial Black" pitchFamily="34" charset="0"/>
              </a:rPr>
              <a:t>Señor predicad</a:t>
            </a:r>
            <a:r>
              <a:rPr lang="es-CO" sz="6600" b="1" dirty="0">
                <a:solidFill>
                  <a:prstClr val="black"/>
                </a:solidFill>
                <a:latin typeface="Arial Black" pitchFamily="34" charset="0"/>
              </a:rPr>
              <a:t>, </a:t>
            </a:r>
            <a:r>
              <a:rPr lang="es-CO" sz="6600" b="1" dirty="0">
                <a:solidFill>
                  <a:prstClr val="black"/>
                </a:solidFill>
                <a:latin typeface="Arial Black" pitchFamily="34" charset="0"/>
              </a:rPr>
              <a:t>predicad; Con </a:t>
            </a:r>
            <a:r>
              <a:rPr lang="es-CO" sz="6600" b="1" dirty="0">
                <a:solidFill>
                  <a:prstClr val="black"/>
                </a:solidFill>
                <a:latin typeface="Arial Black" pitchFamily="34" charset="0"/>
              </a:rPr>
              <a:t>anhelo y oración, predicad, </a:t>
            </a:r>
            <a:r>
              <a:rPr lang="es-CO" sz="6600" b="1" dirty="0">
                <a:solidFill>
                  <a:prstClr val="black"/>
                </a:solidFill>
                <a:latin typeface="Arial Black" pitchFamily="34" charset="0"/>
              </a:rPr>
              <a:t>predicad. </a:t>
            </a:r>
            <a:endParaRPr lang="es-CO" sz="66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789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285729"/>
            <a:ext cx="9144000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800" b="1" dirty="0">
                <a:solidFill>
                  <a:prstClr val="black"/>
                </a:solidFill>
                <a:latin typeface="Arial Black" pitchFamily="34" charset="0"/>
              </a:rPr>
              <a:t>Ante </a:t>
            </a:r>
            <a:r>
              <a:rPr lang="es-CO" sz="6800" b="1" dirty="0">
                <a:solidFill>
                  <a:prstClr val="black"/>
                </a:solidFill>
                <a:latin typeface="Arial Black" pitchFamily="34" charset="0"/>
              </a:rPr>
              <a:t>el mundo </a:t>
            </a:r>
            <a:r>
              <a:rPr lang="es-CO" sz="6800" b="1" dirty="0">
                <a:solidFill>
                  <a:prstClr val="black"/>
                </a:solidFill>
                <a:latin typeface="Arial Black" pitchFamily="34" charset="0"/>
              </a:rPr>
              <a:t>burlador sed </a:t>
            </a:r>
            <a:r>
              <a:rPr lang="es-CO" sz="6800" b="1" dirty="0">
                <a:solidFill>
                  <a:prstClr val="black"/>
                </a:solidFill>
                <a:latin typeface="Arial Black" pitchFamily="34" charset="0"/>
              </a:rPr>
              <a:t>testigos de su </a:t>
            </a:r>
            <a:r>
              <a:rPr lang="es-CO" sz="6800" b="1" dirty="0">
                <a:solidFill>
                  <a:prstClr val="black"/>
                </a:solidFill>
                <a:latin typeface="Arial Black" pitchFamily="34" charset="0"/>
              </a:rPr>
              <a:t>amor;  El </a:t>
            </a:r>
            <a:r>
              <a:rPr lang="es-CO" sz="6800" b="1" dirty="0">
                <a:solidFill>
                  <a:prstClr val="black"/>
                </a:solidFill>
                <a:latin typeface="Arial Black" pitchFamily="34" charset="0"/>
              </a:rPr>
              <a:t>poder del Salvador predicad, predicad.</a:t>
            </a:r>
          </a:p>
          <a:p>
            <a:endParaRPr lang="es-CO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641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dirty="0">
                <a:solidFill>
                  <a:prstClr val="black"/>
                </a:solidFill>
                <a:latin typeface="Arial Black" pitchFamily="34" charset="0"/>
              </a:rPr>
              <a:t>2. El ejemplo del Señor imitad, imitad; Su humildad y tierno amor imitad, imitad. </a:t>
            </a:r>
            <a:endParaRPr lang="es-CO" sz="4400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829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940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500" dirty="0">
                <a:solidFill>
                  <a:prstClr val="black"/>
                </a:solidFill>
                <a:latin typeface="Arial Black" pitchFamily="34" charset="0"/>
              </a:rPr>
              <a:t>Su constancia en la oración, su paciencia en la aflicción, Su bondad y compasión, imitad, imitad.</a:t>
            </a:r>
          </a:p>
          <a:p>
            <a:pPr algn="ctr"/>
            <a:endParaRPr lang="es-CO" sz="3000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218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dirty="0">
                <a:solidFill>
                  <a:prstClr val="black"/>
                </a:solidFill>
                <a:latin typeface="Arial Black" pitchFamily="34" charset="0"/>
              </a:rPr>
              <a:t>3. La venida del Señor esperad, esperad; El vendrá, no tardará, esperad, esperad. </a:t>
            </a:r>
            <a:endParaRPr lang="es-CO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844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Como siervos del gran Rey, trabajad con celo y fe; Si sembráis, recogeréis; esperad, esperad.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78548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Office PowerPoint</Application>
  <PresentationFormat>Panorámica</PresentationFormat>
  <Paragraphs>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2017-05-10T22:15:35Z</dcterms:created>
  <dcterms:modified xsi:type="dcterms:W3CDTF">2017-05-10T22:15:51Z</dcterms:modified>
</cp:coreProperties>
</file>
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VgsB8cB35U5RDWzyNXOl9x8cE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5D8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787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420 TE VENGO A DECIR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Te vengo a decir, te vengo a decir,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 mi Salvador, que yo te amo a ti,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yo te amo a ti, con el corazón.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1"/>
            <a:ext cx="9144000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vengo a decir, te vengo a decir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toda la verdad; Te quiero, Señor,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amo, Señor, con el corazón.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3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quiero cantar, yo quiero cantar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gozo y de paz; Yo quiero llorar,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quiero llorar de felicidad.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0"/>
            <a:ext cx="914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vengo a decir,// toda la verdad;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quiero, Señor, te amo, Señor,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corazón.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357167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Te quiero seguir, te quiero seguir,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oh mi Salvador, y darte mi ser,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darte mi ser, mi Amigo, mi Dios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.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quiero servir, te quiero servir,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Dios y mi Rey; Te vengo a poner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 lo que soy; recíbelo, Dios.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6894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quiero cantar, yo quiero cantar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gozo y de paz; Yo quiero llorar,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yo quiero llorar de felicidad.</a:t>
            </a:r>
            <a:r>
              <a:rPr lang="es-CO" sz="67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6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72019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//Te vengo a decir,// toda la verdad;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quiero, Señor, te amo, Señor,</a:t>
            </a: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el corazón.</a:t>
            </a:r>
            <a:endParaRPr sz="74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2017-05-27T18:47:34Z</dcterms:created>
  <dc:creator>Kadiesa</dc:creator>
</cp:coreProperties>
</file>
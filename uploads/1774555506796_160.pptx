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TAYC0y/dn2yspj3/0lG6sTi1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0D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546 UN DÍA CRISTO VOLVERÁ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Un día Cristo volverá; Es la promesa del Señor; Tal como fue así vendrá,</a:t>
            </a:r>
            <a:r>
              <a:rPr b="0" i="0" lang="es-CO" sz="5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5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su pueblo ha de ver al Salvador.</a:t>
            </a:r>
            <a:endParaRPr b="0" i="0" sz="5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1"/>
            <a:ext cx="9144000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r>
              <a:rPr b="1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1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Muy pronto, sí, Jesús vendrá, y alegre le verá su pueblo. ¡Velad! ¡Orad! el Rey vendrá, los suyos arrebatará. </a:t>
            </a:r>
            <a:endParaRPr b="0" i="0" sz="6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1"/>
            <a:ext cx="9144000" cy="7263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Los mensajeros del Señor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Anuncian que Jesús vendrá; Señales hay alrededor; El vendrá y a los suyos llevará.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1"/>
            <a:ext cx="9144000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Muy pronto, sí, Jesús vendrá, y alegre le verá su pueblo. ¡Velad! ¡Orad! el Rey vendrá, los suyos arrebatará. </a:t>
            </a:r>
            <a:endParaRPr sz="61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1"/>
            <a:ext cx="9144000" cy="8648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En busca de su grey vendrá,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toda gloria y honor; Su Iglesia esperando está,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aclamará con gozo a su Señor.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214291"/>
            <a:ext cx="9144000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Muy pronto, sí, Jesús vendrá, y alegre le verá su pueblo. ¡Velad! ¡Orad! el Rey vendrá, los suyos arrebatará. </a:t>
            </a:r>
            <a:endParaRPr sz="61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"/>
            <a:ext cx="9144000" cy="7263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¡Oh bienvenido, Rey Jesús!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Tus hijos te esperan ya;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Muy pronto han de ver la luz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gozar en tu presencia siempre allá.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214291"/>
            <a:ext cx="9144000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Muy pronto, sí, Jesús vendrá, y alegre le verá su pueblo. ¡Velad! ¡Orad! el Rey vendrá, los suyos arrebatará. </a:t>
            </a:r>
            <a:endParaRPr sz="61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2017-05-31T15:10:33Z</dcterms:created>
  <dc:creator>Kadiesa</dc:creator>
</cp:coreProperties>
</file>
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Arial Black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y/u7STeaS0/iyRFaLRDp5AG2S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ArialBlack-regular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186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27 TUYA ES LA GLORIA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Tuya es la gloria,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honra también;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Tuya para siempre,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amén, amén.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Tuyos los dominios,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tronos también;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Tuyos para siempre,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amén, amén.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2017-03-02T17:02:09Z</dcterms:created>
  <dc:creator>Kadiesa</dc:creator>
</cp:coreProperties>
</file>
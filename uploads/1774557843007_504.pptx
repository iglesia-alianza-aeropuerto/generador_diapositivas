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44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16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61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31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49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644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8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826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83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40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61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97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275 NUNCA SE APARTARÁ</a:t>
            </a:r>
          </a:p>
          <a:p>
            <a:pPr algn="ctr"/>
            <a:endParaRPr lang="es-CO" sz="4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Nunca 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 apartará de tu 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boca este 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libro de la 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ley, Sino 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de día y de noche tú meditarás en 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él; </a:t>
            </a:r>
            <a:endParaRPr lang="es-CO" sz="63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593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Para 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guardes y hagas 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conforme A 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todo lo que en él 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está escrito; </a:t>
            </a:r>
            <a:endParaRPr lang="es-CO" sz="7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41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Porque entonces harás prosperar tu camino, Y todo te saldrá bien.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85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2"/>
            <a:ext cx="9144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Nunca se apartará de tu boca Este libro de la ley, Sino que de día y de noche, tú meditarás en él.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7608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Panorámica</PresentationFormat>
  <Paragraphs>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2017-05-10T22:10:20Z</dcterms:created>
  <dcterms:modified xsi:type="dcterms:W3CDTF">2017-05-10T22:10:23Z</dcterms:modified>
</cp:coreProperties>
</file>
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6735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9778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06821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1976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17884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40616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68571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26324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1376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2354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7324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F10CA-ACD5-4ED6-88E1-28AD865F8938}" type="datetimeFigureOut">
              <a:rPr lang="es-VE" smtClean="0"/>
              <a:t>02-03-2017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86F9B-CA36-4282-8661-84DDCDDAAC72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97286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830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18. GLORIA A TU NOMBRE, OH DIOS</a:t>
            </a:r>
          </a:p>
          <a:p>
            <a:pPr algn="ctr"/>
            <a:r>
              <a:rPr lang="es-ES" sz="4800" dirty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pPr algn="ctr"/>
            <a:r>
              <a:rPr lang="es-ES" sz="4800" dirty="0">
                <a:ln w="19050">
                  <a:noFill/>
                </a:ln>
                <a:latin typeface="Arial Black" pitchFamily="34" charset="0"/>
              </a:rPr>
              <a:t> </a:t>
            </a:r>
            <a:r>
              <a:rPr lang="es-ES" sz="6000" dirty="0">
                <a:ln w="19050">
                  <a:noFill/>
                </a:ln>
                <a:latin typeface="Arial Black" pitchFamily="34" charset="0"/>
              </a:rPr>
              <a:t>1. ¡Oh bendito rey divino! te adoramos con fervor; Poderoso, admirable eres tú, ¡oh Salvador!</a:t>
            </a:r>
            <a:endParaRPr lang="es-ES" sz="48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3200" dirty="0">
                <a:ln w="19050">
                  <a:noFill/>
                </a:ln>
                <a:latin typeface="Arial Black" pitchFamily="34" charset="0"/>
              </a:rPr>
              <a:t> </a:t>
            </a:r>
          </a:p>
          <a:p>
            <a:pPr algn="ctr"/>
            <a:endParaRPr lang="es-ES" sz="3200" dirty="0">
              <a:ln w="19050">
                <a:noFill/>
              </a:ln>
              <a:latin typeface="Arial Black" pitchFamily="34" charset="0"/>
            </a:endParaRPr>
          </a:p>
          <a:p>
            <a:pPr algn="ctr"/>
            <a:r>
              <a:rPr lang="es-ES" sz="2400" b="1" i="1" dirty="0">
                <a:ln w="19050">
                  <a:solidFill>
                    <a:schemeClr val="tx1"/>
                  </a:solidFill>
                </a:ln>
                <a:latin typeface="Arial Black" pitchFamily="34" charset="0"/>
              </a:rPr>
              <a:t> </a:t>
            </a:r>
            <a:endParaRPr lang="es-ES" sz="2400" dirty="0">
              <a:ln w="19050">
                <a:solidFill>
                  <a:schemeClr val="tx1"/>
                </a:solidFill>
              </a:ln>
              <a:latin typeface="Arial Black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410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524000" y="0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latin typeface="Arial Black" pitchFamily="34" charset="0"/>
              </a:rPr>
              <a:t>Coro: </a:t>
            </a:r>
          </a:p>
          <a:p>
            <a:pPr algn="ctr"/>
            <a:r>
              <a:rPr lang="es-ES" sz="6400" dirty="0">
                <a:ln w="19050">
                  <a:noFill/>
                </a:ln>
                <a:latin typeface="Arial Black" pitchFamily="34" charset="0"/>
              </a:rPr>
              <a:t>Gloria, gloria, ¡Gloria a tu nombre, oh Dios! Gloria, gloria, ¡Gloria a tu nombre, oh Dios! (Amén)</a:t>
            </a:r>
            <a:endParaRPr lang="es-CO" sz="6400" dirty="0"/>
          </a:p>
        </p:txBody>
      </p:sp>
    </p:spTree>
    <p:extLst>
      <p:ext uri="{BB962C8B-B14F-4D97-AF65-F5344CB8AC3E}">
        <p14:creationId xmlns:p14="http://schemas.microsoft.com/office/powerpoint/2010/main" val="311585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0" y="1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9050">
                  <a:noFill/>
                </a:ln>
                <a:latin typeface="Arial Black" pitchFamily="34" charset="0"/>
              </a:rPr>
              <a:t>2. De tu trono en los cielos a este mundo pecador, Has bajado para darte como nuestro Redentor.</a:t>
            </a:r>
            <a:endParaRPr lang="es-CO" sz="7200" dirty="0"/>
          </a:p>
        </p:txBody>
      </p:sp>
    </p:spTree>
    <p:extLst>
      <p:ext uri="{BB962C8B-B14F-4D97-AF65-F5344CB8AC3E}">
        <p14:creationId xmlns:p14="http://schemas.microsoft.com/office/powerpoint/2010/main" val="85104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524000" y="0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latin typeface="Arial Black" pitchFamily="34" charset="0"/>
              </a:rPr>
              <a:t>Coro: </a:t>
            </a:r>
          </a:p>
          <a:p>
            <a:pPr algn="ctr"/>
            <a:r>
              <a:rPr lang="es-ES" sz="6400" dirty="0">
                <a:ln w="19050">
                  <a:noFill/>
                </a:ln>
                <a:latin typeface="Arial Black" pitchFamily="34" charset="0"/>
              </a:rPr>
              <a:t>Gloria, gloria, ¡Gloria a tu nombre, oh Dios! Gloria, gloria, ¡Gloria a tu nombre, oh Dios! (Amén)</a:t>
            </a:r>
            <a:endParaRPr lang="es-CO" sz="6400" dirty="0"/>
          </a:p>
        </p:txBody>
      </p:sp>
    </p:spTree>
    <p:extLst>
      <p:ext uri="{BB962C8B-B14F-4D97-AF65-F5344CB8AC3E}">
        <p14:creationId xmlns:p14="http://schemas.microsoft.com/office/powerpoint/2010/main" val="217083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9050">
                  <a:noFill/>
                </a:ln>
                <a:latin typeface="Arial Black" pitchFamily="34" charset="0"/>
              </a:rPr>
              <a:t>3. Ven, oh ven, Señor Eterno, ven con gloria divinal; Ven y lleva a tu Iglesia a tu reino celestial.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126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524000" y="0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latin typeface="Arial Black" pitchFamily="34" charset="0"/>
              </a:rPr>
              <a:t>Coro: </a:t>
            </a:r>
          </a:p>
          <a:p>
            <a:pPr algn="ctr"/>
            <a:r>
              <a:rPr lang="es-ES" sz="6400" dirty="0">
                <a:ln w="19050">
                  <a:noFill/>
                </a:ln>
                <a:latin typeface="Arial Black" pitchFamily="34" charset="0"/>
              </a:rPr>
              <a:t>Gloria, gloria, ¡Gloria a tu nombre, oh Dios! Gloria, gloria, ¡Gloria a tu nombre, oh Dios! (Amén)</a:t>
            </a:r>
            <a:endParaRPr lang="es-CO" sz="6400" dirty="0"/>
          </a:p>
        </p:txBody>
      </p:sp>
    </p:spTree>
    <p:extLst>
      <p:ext uri="{BB962C8B-B14F-4D97-AF65-F5344CB8AC3E}">
        <p14:creationId xmlns:p14="http://schemas.microsoft.com/office/powerpoint/2010/main" val="265157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Office PowerPoint</Application>
  <PresentationFormat>Panorámica</PresentationFormat>
  <Paragraphs>14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2017-03-02T16:51:03Z</dcterms:created>
  <dcterms:modified xsi:type="dcterms:W3CDTF">2017-03-02T16:51:07Z</dcterms:modified>
</cp:coreProperties>
</file>
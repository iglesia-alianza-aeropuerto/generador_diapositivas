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2" name="31 Rectángulo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9" name="38 Rectángulo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40" name="39 Rectángulo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41" name="40 Rectángulo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56" name="55 Rectángulo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5" name="64 Rectángulo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6" name="65 Rectángulo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7" name="66 Rectángulo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633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41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Forma libre"/>
          <p:cNvSpPr>
            <a:spLocks/>
          </p:cNvSpPr>
          <p:nvPr/>
        </p:nvSpPr>
        <p:spPr bwMode="auto">
          <a:xfrm>
            <a:off x="6438603" y="1073888"/>
            <a:ext cx="5762848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14 Forma libre"/>
          <p:cNvSpPr>
            <a:spLocks/>
          </p:cNvSpPr>
          <p:nvPr/>
        </p:nvSpPr>
        <p:spPr bwMode="auto">
          <a:xfrm>
            <a:off x="498621" y="0"/>
            <a:ext cx="7352715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3" name="12 Forma libre"/>
          <p:cNvSpPr>
            <a:spLocks/>
          </p:cNvSpPr>
          <p:nvPr/>
        </p:nvSpPr>
        <p:spPr bwMode="auto">
          <a:xfrm rot="5236414">
            <a:off x="6635304" y="1285480"/>
            <a:ext cx="4114800" cy="15849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15 Forma libre"/>
          <p:cNvSpPr>
            <a:spLocks/>
          </p:cNvSpPr>
          <p:nvPr/>
        </p:nvSpPr>
        <p:spPr bwMode="auto">
          <a:xfrm>
            <a:off x="7924800" y="0"/>
            <a:ext cx="3657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16 Forma libre"/>
          <p:cNvSpPr>
            <a:spLocks/>
          </p:cNvSpPr>
          <p:nvPr/>
        </p:nvSpPr>
        <p:spPr bwMode="auto">
          <a:xfrm>
            <a:off x="7924800" y="4267200"/>
            <a:ext cx="42672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17 Forma libre"/>
          <p:cNvSpPr>
            <a:spLocks/>
          </p:cNvSpPr>
          <p:nvPr/>
        </p:nvSpPr>
        <p:spPr bwMode="auto">
          <a:xfrm>
            <a:off x="7924800" y="0"/>
            <a:ext cx="18288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18 Forma libre"/>
          <p:cNvSpPr>
            <a:spLocks/>
          </p:cNvSpPr>
          <p:nvPr/>
        </p:nvSpPr>
        <p:spPr bwMode="auto">
          <a:xfrm>
            <a:off x="7931152" y="4246564"/>
            <a:ext cx="2787649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19 Forma libre"/>
          <p:cNvSpPr>
            <a:spLocks/>
          </p:cNvSpPr>
          <p:nvPr/>
        </p:nvSpPr>
        <p:spPr bwMode="auto">
          <a:xfrm>
            <a:off x="7924800" y="4267200"/>
            <a:ext cx="2133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1" name="20 Forma libre"/>
          <p:cNvSpPr>
            <a:spLocks/>
          </p:cNvSpPr>
          <p:nvPr/>
        </p:nvSpPr>
        <p:spPr bwMode="auto">
          <a:xfrm>
            <a:off x="7924800" y="1371600"/>
            <a:ext cx="42672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2" name="21 Forma libre"/>
          <p:cNvSpPr>
            <a:spLocks/>
          </p:cNvSpPr>
          <p:nvPr/>
        </p:nvSpPr>
        <p:spPr bwMode="auto">
          <a:xfrm>
            <a:off x="7924800" y="1752600"/>
            <a:ext cx="42672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3" name="22 Forma libre"/>
          <p:cNvSpPr>
            <a:spLocks/>
          </p:cNvSpPr>
          <p:nvPr/>
        </p:nvSpPr>
        <p:spPr bwMode="auto">
          <a:xfrm>
            <a:off x="1320800" y="4267200"/>
            <a:ext cx="660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4" name="23 Forma libre"/>
          <p:cNvSpPr>
            <a:spLocks/>
          </p:cNvSpPr>
          <p:nvPr/>
        </p:nvSpPr>
        <p:spPr bwMode="auto">
          <a:xfrm>
            <a:off x="711200" y="4267200"/>
            <a:ext cx="7112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5" name="24 Forma libre"/>
          <p:cNvSpPr>
            <a:spLocks/>
          </p:cNvSpPr>
          <p:nvPr/>
        </p:nvSpPr>
        <p:spPr bwMode="auto">
          <a:xfrm>
            <a:off x="489099" y="2438400"/>
            <a:ext cx="75184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6" name="25 Forma libre"/>
          <p:cNvSpPr>
            <a:spLocks/>
          </p:cNvSpPr>
          <p:nvPr/>
        </p:nvSpPr>
        <p:spPr bwMode="auto">
          <a:xfrm>
            <a:off x="489099" y="2133600"/>
            <a:ext cx="75184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7" name="26 Forma libre"/>
          <p:cNvSpPr>
            <a:spLocks/>
          </p:cNvSpPr>
          <p:nvPr/>
        </p:nvSpPr>
        <p:spPr bwMode="auto">
          <a:xfrm>
            <a:off x="6096000" y="4267200"/>
            <a:ext cx="18288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84213" y="402265"/>
            <a:ext cx="1133856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 flipH="1">
            <a:off x="49538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 flipH="1">
            <a:off x="548145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 flipH="1">
            <a:off x="59793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10 Rectángulo"/>
          <p:cNvSpPr/>
          <p:nvPr/>
        </p:nvSpPr>
        <p:spPr>
          <a:xfrm flipH="1">
            <a:off x="63560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67304" y="680477"/>
            <a:ext cx="48768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846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426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24 Rectángulo"/>
          <p:cNvSpPr/>
          <p:nvPr/>
        </p:nvSpPr>
        <p:spPr>
          <a:xfrm>
            <a:off x="0" y="402266"/>
            <a:ext cx="11822773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117053" y="680477"/>
            <a:ext cx="6096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6307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8" name="17 Rectángulo"/>
          <p:cNvSpPr/>
          <p:nvPr/>
        </p:nvSpPr>
        <p:spPr>
          <a:xfrm>
            <a:off x="37669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9" name="18 Rectángulo"/>
          <p:cNvSpPr/>
          <p:nvPr/>
        </p:nvSpPr>
        <p:spPr>
          <a:xfrm>
            <a:off x="0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0" name="19 Rectángulo"/>
          <p:cNvSpPr/>
          <p:nvPr/>
        </p:nvSpPr>
        <p:spPr>
          <a:xfrm flipH="1">
            <a:off x="19969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1" name="20 Rectángulo"/>
          <p:cNvSpPr/>
          <p:nvPr/>
        </p:nvSpPr>
        <p:spPr>
          <a:xfrm flipH="1">
            <a:off x="252455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2" name="21 Rectángulo"/>
          <p:cNvSpPr/>
          <p:nvPr/>
        </p:nvSpPr>
        <p:spPr>
          <a:xfrm flipH="1">
            <a:off x="302243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9" name="28 Rectángulo"/>
          <p:cNvSpPr/>
          <p:nvPr/>
        </p:nvSpPr>
        <p:spPr>
          <a:xfrm flipH="1">
            <a:off x="339912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371613" y="680477"/>
            <a:ext cx="48768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29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49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41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525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cxnSp>
        <p:nvCxnSpPr>
          <p:cNvPr id="9" name="8 Conector recto"/>
          <p:cNvCxnSpPr/>
          <p:nvPr/>
        </p:nvCxnSpPr>
        <p:spPr>
          <a:xfrm flipV="1">
            <a:off x="484260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9 Grupo"/>
          <p:cNvGrpSpPr/>
          <p:nvPr/>
        </p:nvGrpSpPr>
        <p:grpSpPr>
          <a:xfrm rot="5400000">
            <a:off x="11374903" y="1197789"/>
            <a:ext cx="132763" cy="171288"/>
            <a:chOff x="6668087" y="1297746"/>
            <a:chExt cx="161840" cy="156602"/>
          </a:xfrm>
        </p:grpSpPr>
        <p:cxnSp>
          <p:nvCxnSpPr>
            <p:cNvPr id="15" name="14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grpSp>
        <p:nvGrpSpPr>
          <p:cNvPr id="14" name="13 Grupo"/>
          <p:cNvGrpSpPr/>
          <p:nvPr/>
        </p:nvGrpSpPr>
        <p:grpSpPr>
          <a:xfrm rot="5400000">
            <a:off x="11578103" y="1350189"/>
            <a:ext cx="132763" cy="171288"/>
            <a:chOff x="6668087" y="1297746"/>
            <a:chExt cx="161840" cy="156602"/>
          </a:xfrm>
        </p:grpSpPr>
        <p:cxnSp>
          <p:nvCxnSpPr>
            <p:cNvPr id="11" name="10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17 Grupo"/>
          <p:cNvGrpSpPr/>
          <p:nvPr/>
        </p:nvGrpSpPr>
        <p:grpSpPr>
          <a:xfrm rot="5400000">
            <a:off x="11115579" y="1453352"/>
            <a:ext cx="132763" cy="171288"/>
            <a:chOff x="6668087" y="1297746"/>
            <a:chExt cx="161840" cy="156602"/>
          </a:xfrm>
        </p:grpSpPr>
        <p:cxnSp>
          <p:nvCxnSpPr>
            <p:cNvPr id="19" name="18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20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521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03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anchor="ctr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31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40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1"/>
            <a:ext cx="9144000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solidFill>
                  <a:srgbClr val="FF0000"/>
                </a:solidFill>
                <a:latin typeface="Arial Black" pitchFamily="34" charset="0"/>
              </a:rPr>
              <a:t>291 DIOS MUESTRA SU AMOR</a:t>
            </a:r>
          </a:p>
          <a:p>
            <a:pPr algn="ctr"/>
            <a:endParaRPr lang="es-CO" sz="36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000" b="1" dirty="0">
                <a:solidFill>
                  <a:prstClr val="black"/>
                </a:solidFill>
                <a:latin typeface="Arial Black" pitchFamily="34" charset="0"/>
              </a:rPr>
              <a:t>//Mas </a:t>
            </a:r>
            <a:r>
              <a:rPr lang="es-CO" sz="6000" b="1" dirty="0">
                <a:solidFill>
                  <a:prstClr val="black"/>
                </a:solidFill>
                <a:latin typeface="Arial Black" pitchFamily="34" charset="0"/>
              </a:rPr>
              <a:t>Dios muestra su amor para con </a:t>
            </a:r>
            <a:r>
              <a:rPr lang="es-CO" sz="6000" b="1" dirty="0">
                <a:solidFill>
                  <a:prstClr val="black"/>
                </a:solidFill>
                <a:latin typeface="Arial Black" pitchFamily="34" charset="0"/>
              </a:rPr>
              <a:t>nosotros En </a:t>
            </a:r>
            <a:r>
              <a:rPr lang="es-CO" sz="6000" b="1" dirty="0">
                <a:solidFill>
                  <a:prstClr val="black"/>
                </a:solidFill>
                <a:latin typeface="Arial Black" pitchFamily="34" charset="0"/>
              </a:rPr>
              <a:t>que siendo aún pecadores, Cristo murió por nosotros</a:t>
            </a:r>
            <a:r>
              <a:rPr lang="es-CO" sz="6000" b="1" dirty="0">
                <a:solidFill>
                  <a:prstClr val="black"/>
                </a:solidFill>
                <a:latin typeface="Arial Black" pitchFamily="34" charset="0"/>
              </a:rPr>
              <a:t>.//</a:t>
            </a:r>
            <a:endParaRPr lang="es-CO" sz="60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i="1" dirty="0">
              <a:solidFill>
                <a:prstClr val="black"/>
              </a:solidFill>
            </a:endParaRPr>
          </a:p>
          <a:p>
            <a:endParaRPr lang="es-CO" i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22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solidFill>
                  <a:prstClr val="black"/>
                </a:solidFill>
                <a:latin typeface="Arial Black" pitchFamily="34" charset="0"/>
              </a:rPr>
              <a:t>292. HAY UN SOLO DIOS</a:t>
            </a:r>
          </a:p>
          <a:p>
            <a:pPr algn="ctr"/>
            <a:endParaRPr lang="es-CO" sz="24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Porque hay un solo Dios, y un solo mediador Entre Dios y los hombres, Jesucristo el Redentor, </a:t>
            </a:r>
            <a:endParaRPr lang="es-CO" sz="6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68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600" dirty="0">
                <a:solidFill>
                  <a:prstClr val="black"/>
                </a:solidFill>
                <a:latin typeface="Arial Black" pitchFamily="34" charset="0"/>
              </a:rPr>
              <a:t>Quien se dio a sí mismo en rescate al pecador. Ven, amigo, y acepta al Salvador.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49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Papel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Panorámica</PresentationFormat>
  <Paragraphs>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Arial Black</vt:lpstr>
      <vt:lpstr>Consolas</vt:lpstr>
      <vt:lpstr>Corbel</vt:lpstr>
      <vt:lpstr>Wingdings</vt:lpstr>
      <vt:lpstr>Wingdings 2</vt:lpstr>
      <vt:lpstr>Wingdings 3</vt:lpstr>
      <vt:lpstr>Metro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2017-05-10T22:21:06Z</dcterms:created>
  <dcterms:modified xsi:type="dcterms:W3CDTF">2017-05-10T22:21:07Z</dcterms:modified>
</cp:coreProperties>
</file>
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thXWD86cpjeGbNRzuez6nGler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ae9cd44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2ae9cd44d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945778" y="591671"/>
            <a:ext cx="10269000" cy="57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TU MIRADA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Tus ojos revelan que yo, nada puedo esconder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no soy nada sin ti,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Oh fiel Señor.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039907" y="1196788"/>
            <a:ext cx="10269071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 lo sabes de mi,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cuando miras el corazón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 lo puedes ver,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muy dentro de mi.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356396" y="720011"/>
            <a:ext cx="114792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latin typeface="Arial Black"/>
                <a:ea typeface="Arial Black"/>
                <a:cs typeface="Arial Black"/>
                <a:sym typeface="Arial Black"/>
              </a:rPr>
              <a:t>Lleva mi vida</a:t>
            </a:r>
            <a:endParaRPr sz="66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latin typeface="Arial Black"/>
                <a:ea typeface="Arial Black"/>
                <a:cs typeface="Arial Black"/>
                <a:sym typeface="Arial Black"/>
              </a:rPr>
              <a:t>A una sola verdad</a:t>
            </a:r>
            <a:endParaRPr sz="66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latin typeface="Arial Black"/>
                <a:ea typeface="Arial Black"/>
                <a:cs typeface="Arial Black"/>
                <a:sym typeface="Arial Black"/>
              </a:rPr>
              <a:t>Que cuando me miras</a:t>
            </a:r>
            <a:endParaRPr sz="66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latin typeface="Arial Black"/>
                <a:ea typeface="Arial Black"/>
                <a:cs typeface="Arial Black"/>
                <a:sym typeface="Arial Black"/>
              </a:rPr>
              <a:t>Nada puedo ocultar</a:t>
            </a:r>
            <a:endParaRPr sz="66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47918" y="847164"/>
            <a:ext cx="11896165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Sé que no puedo negar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tu mirada puesta en mi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llena de tu paz.</a:t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/>
        </p:nvSpPr>
        <p:spPr>
          <a:xfrm>
            <a:off x="394447" y="356659"/>
            <a:ext cx="11479307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Sé que es tu fidelidad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llevas mi vida más allá de lo que puedo imaginar. </a:t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/>
        </p:nvSpPr>
        <p:spPr>
          <a:xfrm>
            <a:off x="981207" y="836712"/>
            <a:ext cx="10269071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Tus ojos revelan que yo, nada puedo esconder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no soy nada sin ti,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Oh fiel Señor.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/>
        </p:nvSpPr>
        <p:spPr>
          <a:xfrm>
            <a:off x="1039907" y="1196788"/>
            <a:ext cx="10269071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 lo sabes de mi,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cuando miras el corazón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 lo puedes ver,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muy dentro de mi.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ae9cd44d3_0_0"/>
          <p:cNvSpPr txBox="1"/>
          <p:nvPr/>
        </p:nvSpPr>
        <p:spPr>
          <a:xfrm>
            <a:off x="356396" y="720011"/>
            <a:ext cx="114792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latin typeface="Arial Black"/>
                <a:ea typeface="Arial Black"/>
                <a:cs typeface="Arial Black"/>
                <a:sym typeface="Arial Black"/>
              </a:rPr>
              <a:t>Lleva mi vida</a:t>
            </a:r>
            <a:endParaRPr sz="66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latin typeface="Arial Black"/>
                <a:ea typeface="Arial Black"/>
                <a:cs typeface="Arial Black"/>
                <a:sym typeface="Arial Black"/>
              </a:rPr>
              <a:t>A una sola verdad</a:t>
            </a:r>
            <a:endParaRPr sz="66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latin typeface="Arial Black"/>
                <a:ea typeface="Arial Black"/>
                <a:cs typeface="Arial Black"/>
                <a:sym typeface="Arial Black"/>
              </a:rPr>
              <a:t>Que cuando me miras</a:t>
            </a:r>
            <a:endParaRPr sz="66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latin typeface="Arial Black"/>
                <a:ea typeface="Arial Black"/>
                <a:cs typeface="Arial Black"/>
                <a:sym typeface="Arial Black"/>
              </a:rPr>
              <a:t>Nada puedo ocultar</a:t>
            </a:r>
            <a:endParaRPr sz="66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/>
        </p:nvSpPr>
        <p:spPr>
          <a:xfrm>
            <a:off x="394447" y="358953"/>
            <a:ext cx="11479307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Sé que es tu fidelidad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llevas mi vida más allá de lo que puedo imaginar. </a:t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/>
        </p:nvSpPr>
        <p:spPr>
          <a:xfrm>
            <a:off x="147918" y="847164"/>
            <a:ext cx="11896165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Sé que no puedo negar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tu mirada puesta en mi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llena de tu paz.</a:t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2024-02-17T01:48:51Z</dcterms:created>
  <dc:creator>Dilan Lamus</dc:creator>
</cp:coreProperties>
</file>
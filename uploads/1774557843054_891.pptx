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886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0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963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403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845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91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7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70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1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0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432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81426-4C8F-4A83-94A3-27C290E27C72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72A38-EE59-4F13-A1EF-E5D84DD0C0D6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514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970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322 AÑOS MI ALMA EN VANIDAD VIVIÓ</a:t>
            </a:r>
            <a:endParaRPr lang="es-CO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r>
              <a:rPr lang="es-CO" sz="24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36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5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</a:t>
            </a:r>
            <a:r>
              <a:rPr lang="es-CO" sz="5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Años mi alma en vanidad </a:t>
            </a:r>
            <a:r>
              <a:rPr lang="es-CO" sz="5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vivió, Ignorando </a:t>
            </a:r>
            <a:r>
              <a:rPr lang="es-CO" sz="5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 quien por mí </a:t>
            </a:r>
            <a:r>
              <a:rPr lang="es-CO" sz="5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sufrió Y </a:t>
            </a:r>
            <a:r>
              <a:rPr lang="es-CO" sz="5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en el Calvario sucumbió el Salvador.</a:t>
            </a:r>
            <a:endParaRPr lang="es-CO" sz="5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2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0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908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CO" sz="6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alma allí divina gracia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halló;</a:t>
            </a:r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Dios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allí perdón y paz me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dio;</a:t>
            </a:r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Del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pecado allí me libertó el Salvador.</a:t>
            </a:r>
            <a:endParaRPr lang="es-CO" sz="6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2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642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</a:t>
            </a:r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Por la Biblia miro que </a:t>
            </a:r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pequé,</a:t>
            </a:r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 ley divina </a:t>
            </a:r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quebranté; Mi </a:t>
            </a:r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alma </a:t>
            </a:r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entonces contempló </a:t>
            </a:r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 </a:t>
            </a:r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fe </a:t>
            </a:r>
            <a:r>
              <a:rPr lang="en-US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 </a:t>
            </a:r>
            <a:r>
              <a:rPr lang="en-US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Salvador.</a:t>
            </a:r>
            <a:endParaRPr lang="es-CO" sz="65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65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577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908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CO" sz="6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alma allí divina gracia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halló;</a:t>
            </a:r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Dios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allí perdón y paz me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dio;</a:t>
            </a:r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Del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pecado allí me libertó el Salvador.</a:t>
            </a:r>
            <a:endParaRPr lang="es-CO" sz="6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2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994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8170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Toda mi alma a Cristo ya entregué;</a:t>
            </a:r>
            <a:endParaRPr lang="es-CO" sz="65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Hoy le quiero y sirvo como a </a:t>
            </a:r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Rey;</a:t>
            </a:r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</a:t>
            </a:r>
            <a:r>
              <a:rPr lang="es-CO" sz="65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los siglos siempre cantaré al Salvador.</a:t>
            </a:r>
            <a:endParaRPr lang="es-CO" sz="65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2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831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908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CO" sz="6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alma allí divina gracia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halló;</a:t>
            </a:r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Dios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allí perdón y paz me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dio;</a:t>
            </a:r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Del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pecado allí me libertó el Salvador.</a:t>
            </a:r>
            <a:endParaRPr lang="es-CO" sz="6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2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828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309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3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r>
              <a:rPr lang="es-CO" sz="63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4</a:t>
            </a:r>
            <a:r>
              <a:rPr lang="es-CO" sz="63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En la cruz su amor Dios </a:t>
            </a:r>
            <a:r>
              <a:rPr lang="es-CO" sz="63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demostró,</a:t>
            </a: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3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CO" sz="63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gracia al hombre </a:t>
            </a:r>
            <a:r>
              <a:rPr lang="es-CO" sz="63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revistió</a:t>
            </a: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3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Cuando </a:t>
            </a:r>
            <a:r>
              <a:rPr lang="es-CO" sz="63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nosotros se entregó el Salvador.</a:t>
            </a:r>
            <a:endParaRPr lang="es-CO" sz="63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215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908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CO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CO" sz="6000" b="1" i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alma allí divina gracia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halló;</a:t>
            </a:r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Dios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allí perdón y paz me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dio;</a:t>
            </a:r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Del 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pecado allí me libertó el Salvador.</a:t>
            </a:r>
            <a:endParaRPr lang="es-CO" sz="6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2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276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Office PowerPoint</Application>
  <PresentationFormat>Panorámica</PresentationFormat>
  <Paragraphs>21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2017-05-27T15:30:21Z</dcterms:created>
  <dcterms:modified xsi:type="dcterms:W3CDTF">2017-05-27T15:30:24Z</dcterms:modified>
</cp:coreProperties>
</file>
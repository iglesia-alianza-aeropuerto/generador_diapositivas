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01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358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246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574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40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671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754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358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127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911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12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595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solidFill>
                  <a:srgbClr val="FF0000"/>
                </a:solidFill>
                <a:latin typeface="Arial Black" pitchFamily="34" charset="0"/>
              </a:rPr>
              <a:t>284 OH, VERBO ENCARNADO</a:t>
            </a:r>
          </a:p>
          <a:p>
            <a:pPr algn="ctr"/>
            <a:endParaRPr lang="pt-BR" sz="28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pt-BR" sz="6600" dirty="0">
                <a:solidFill>
                  <a:prstClr val="black"/>
                </a:solidFill>
                <a:latin typeface="Arial Black" pitchFamily="34" charset="0"/>
              </a:rPr>
              <a:t>1</a:t>
            </a:r>
            <a:r>
              <a:rPr lang="pt-BR" sz="6600" dirty="0">
                <a:solidFill>
                  <a:prstClr val="black"/>
                </a:solidFill>
                <a:latin typeface="Arial Black" pitchFamily="34" charset="0"/>
              </a:rPr>
              <a:t>. Oh, Verbo encarnado, oh, celestial </a:t>
            </a:r>
            <a:r>
              <a:rPr lang="pt-BR" sz="6600" dirty="0">
                <a:solidFill>
                  <a:prstClr val="black"/>
                </a:solidFill>
                <a:latin typeface="Arial Black" pitchFamily="34" charset="0"/>
              </a:rPr>
              <a:t>Verdad, </a:t>
            </a:r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Sabiduría </a:t>
            </a:r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eterna, luz en la </a:t>
            </a:r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oscuridad, </a:t>
            </a:r>
            <a:endParaRPr lang="es-CO" sz="44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662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400" dirty="0">
                <a:solidFill>
                  <a:prstClr val="black"/>
                </a:solidFill>
                <a:latin typeface="Arial Black" pitchFamily="34" charset="0"/>
              </a:rPr>
              <a:t>Te </a:t>
            </a:r>
            <a:r>
              <a:rPr lang="es-CO" sz="7400" dirty="0">
                <a:solidFill>
                  <a:prstClr val="black"/>
                </a:solidFill>
                <a:latin typeface="Arial Black" pitchFamily="34" charset="0"/>
              </a:rPr>
              <a:t>loamos por tu Libro que luz eterna </a:t>
            </a:r>
            <a:r>
              <a:rPr lang="es-CO" sz="7400" dirty="0">
                <a:solidFill>
                  <a:prstClr val="black"/>
                </a:solidFill>
                <a:latin typeface="Arial Black" pitchFamily="34" charset="0"/>
              </a:rPr>
              <a:t>da; Cual </a:t>
            </a:r>
            <a:r>
              <a:rPr lang="es-CO" sz="7400" dirty="0">
                <a:solidFill>
                  <a:prstClr val="black"/>
                </a:solidFill>
                <a:latin typeface="Arial Black" pitchFamily="34" charset="0"/>
              </a:rPr>
              <a:t>lámpara divina su luz siempre dará.</a:t>
            </a:r>
          </a:p>
          <a:p>
            <a:pPr algn="ctr"/>
            <a:endParaRPr lang="es-CO" sz="30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712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416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400" dirty="0">
                <a:solidFill>
                  <a:prstClr val="black"/>
                </a:solidFill>
                <a:latin typeface="Arial Black" pitchFamily="34" charset="0"/>
              </a:rPr>
              <a:t>2. Oh Cristo, a tu Iglesia legaste este don, Que cual brillante faro provee dirección. 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889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140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500" dirty="0">
                <a:solidFill>
                  <a:prstClr val="black"/>
                </a:solidFill>
                <a:latin typeface="Arial Black" pitchFamily="34" charset="0"/>
              </a:rPr>
              <a:t>Es tu Palabra caja de joyas sin igual; Pintura que retrata tu imagen celestial.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654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000" dirty="0">
                <a:solidFill>
                  <a:prstClr val="black"/>
                </a:solidFill>
                <a:latin typeface="Arial Black" pitchFamily="34" charset="0"/>
              </a:rPr>
              <a:t>3</a:t>
            </a:r>
            <a:r>
              <a:rPr lang="es-CO" sz="7000" dirty="0">
                <a:solidFill>
                  <a:prstClr val="black"/>
                </a:solidFill>
                <a:latin typeface="Arial Black" pitchFamily="34" charset="0"/>
              </a:rPr>
              <a:t>. Delante de tu pueblo </a:t>
            </a:r>
            <a:r>
              <a:rPr lang="es-CO" sz="7000" dirty="0">
                <a:solidFill>
                  <a:prstClr val="black"/>
                </a:solidFill>
                <a:latin typeface="Arial Black" pitchFamily="34" charset="0"/>
              </a:rPr>
              <a:t>cual estandarte va; Al </a:t>
            </a:r>
            <a:r>
              <a:rPr lang="es-CO" sz="7000" dirty="0">
                <a:solidFill>
                  <a:prstClr val="black"/>
                </a:solidFill>
                <a:latin typeface="Arial Black" pitchFamily="34" charset="0"/>
              </a:rPr>
              <a:t>mundo envuelto en </a:t>
            </a:r>
            <a:r>
              <a:rPr lang="es-CO" sz="7000" dirty="0">
                <a:solidFill>
                  <a:prstClr val="black"/>
                </a:solidFill>
                <a:latin typeface="Arial Black" pitchFamily="34" charset="0"/>
              </a:rPr>
              <a:t>nieblas sus </a:t>
            </a:r>
            <a:r>
              <a:rPr lang="es-CO" sz="7000" dirty="0">
                <a:solidFill>
                  <a:prstClr val="black"/>
                </a:solidFill>
                <a:latin typeface="Arial Black" pitchFamily="34" charset="0"/>
              </a:rPr>
              <a:t>rayos puros </a:t>
            </a:r>
            <a:r>
              <a:rPr lang="es-CO" sz="7000" dirty="0">
                <a:solidFill>
                  <a:prstClr val="black"/>
                </a:solidFill>
                <a:latin typeface="Arial Black" pitchFamily="34" charset="0"/>
              </a:rPr>
              <a:t>da; </a:t>
            </a:r>
            <a:endParaRPr lang="es-CO" sz="70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0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572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Es </a:t>
            </a:r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brújula, y carta que en tormentosa </a:t>
            </a:r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mar, por </a:t>
            </a:r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todos los peligros a Cristo saben guiar.</a:t>
            </a:r>
          </a:p>
          <a:p>
            <a:pPr algn="ctr"/>
            <a:endParaRPr lang="es-CO" sz="3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0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307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500" dirty="0">
                <a:solidFill>
                  <a:prstClr val="black"/>
                </a:solidFill>
                <a:latin typeface="Arial Black" pitchFamily="34" charset="0"/>
              </a:rPr>
              <a:t>4. Haz que tu Iglesia sea lumbrera, oh Señor, Que brilla en las naciones</a:t>
            </a:r>
          </a:p>
          <a:p>
            <a:pPr algn="ctr"/>
            <a:r>
              <a:rPr lang="es-CO" sz="6500" dirty="0">
                <a:solidFill>
                  <a:prstClr val="black"/>
                </a:solidFill>
                <a:latin typeface="Arial Black" pitchFamily="34" charset="0"/>
              </a:rPr>
              <a:t>con santo resplandor; </a:t>
            </a:r>
            <a:endParaRPr lang="es-CO" sz="65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865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Enseña al peregrino a guiarse por tu luz, Seguro, hasta verte en gloria, oh Jesús.</a:t>
            </a:r>
            <a:endParaRPr lang="es-CO" sz="7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04798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Panorámica</PresentationFormat>
  <Paragraphs>13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2017-05-10T22:17:11Z</dcterms:created>
  <dcterms:modified xsi:type="dcterms:W3CDTF">2017-05-10T22:17:15Z</dcterms:modified>
</cp:coreProperties>
</file>
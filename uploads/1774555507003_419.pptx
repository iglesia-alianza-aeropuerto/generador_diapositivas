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Arial Black"/>
      <p:regular r:id="rId19"/>
    </p:embeddedFont>
    <p:embeddedFont>
      <p:font typeface="Century Gothic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j1c634+96Uhzx7mgcsCHRN5nhR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regular.fntdata"/><Relationship Id="rId11" Type="http://schemas.openxmlformats.org/officeDocument/2006/relationships/slide" Target="slides/slide6.xml"/><Relationship Id="rId22" Type="http://schemas.openxmlformats.org/officeDocument/2006/relationships/font" Target="fonts/CenturyGothic-italic.fntdata"/><Relationship Id="rId10" Type="http://schemas.openxmlformats.org/officeDocument/2006/relationships/slide" Target="slides/slide5.xml"/><Relationship Id="rId21" Type="http://schemas.openxmlformats.org/officeDocument/2006/relationships/font" Target="fonts/CenturyGothic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CenturyGothic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rialBlack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"/>
          <p:cNvSpPr txBox="1"/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7"/>
          <p:cNvSpPr txBox="1"/>
          <p:nvPr>
            <p:ph idx="1" type="subTitle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6" name="Google Shape;116;p2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7"/>
          <p:cNvSpPr/>
          <p:nvPr/>
        </p:nvSpPr>
        <p:spPr>
          <a:xfrm>
            <a:off x="0" y="4323810"/>
            <a:ext cx="1744652" cy="778589"/>
          </a:xfrm>
          <a:custGeom>
            <a:rect b="b" l="l" r="r" t="t"/>
            <a:pathLst>
              <a:path extrusionOk="0" h="166" w="372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7"/>
          <p:cNvSpPr txBox="1"/>
          <p:nvPr>
            <p:ph idx="12" type="sldNum"/>
          </p:nvPr>
        </p:nvSpPr>
        <p:spPr>
          <a:xfrm>
            <a:off x="531812" y="4529540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8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23" name="Google Shape;123;p2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8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 txBox="1"/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1" type="body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0" name="Google Shape;130;p2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9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9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0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0"/>
          <p:cNvSpPr txBox="1"/>
          <p:nvPr>
            <p:ph idx="1" type="body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7" name="Google Shape;137;p30"/>
          <p:cNvSpPr txBox="1"/>
          <p:nvPr>
            <p:ph idx="2" type="body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0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1"/>
          <p:cNvSpPr txBox="1"/>
          <p:nvPr>
            <p:ph idx="1" type="body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45" name="Google Shape;145;p31"/>
          <p:cNvSpPr txBox="1"/>
          <p:nvPr>
            <p:ph idx="2" type="body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6" name="Google Shape;146;p31"/>
          <p:cNvSpPr txBox="1"/>
          <p:nvPr>
            <p:ph idx="3" type="body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47" name="Google Shape;147;p31"/>
          <p:cNvSpPr txBox="1"/>
          <p:nvPr>
            <p:ph idx="4" type="body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8" name="Google Shape;148;p3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1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2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2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3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4"/>
          <p:cNvSpPr txBox="1"/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b="0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4"/>
          <p:cNvSpPr txBox="1"/>
          <p:nvPr>
            <p:ph idx="1" type="body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66" name="Google Shape;166;p34"/>
          <p:cNvSpPr txBox="1"/>
          <p:nvPr>
            <p:ph idx="2" type="body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67" name="Google Shape;167;p3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4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/>
          <p:cNvSpPr txBox="1"/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5"/>
          <p:cNvSpPr/>
          <p:nvPr>
            <p:ph idx="2" type="pic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5"/>
          <p:cNvSpPr txBox="1"/>
          <p:nvPr>
            <p:ph idx="1" type="body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75" name="Google Shape;175;p3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5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5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6"/>
          <p:cNvSpPr txBox="1"/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6"/>
          <p:cNvSpPr txBox="1"/>
          <p:nvPr>
            <p:ph idx="1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2" name="Google Shape;182;p3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6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6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7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7"/>
          <p:cNvSpPr txBox="1"/>
          <p:nvPr>
            <p:ph idx="1" type="body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89" name="Google Shape;189;p37"/>
          <p:cNvSpPr txBox="1"/>
          <p:nvPr>
            <p:ph idx="2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0" name="Google Shape;190;p3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7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7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94" name="Google Shape;194;p37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95" name="Google Shape;195;p3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/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38"/>
          <p:cNvSpPr txBox="1"/>
          <p:nvPr>
            <p:ph idx="1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99" name="Google Shape;199;p3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8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8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r la tarjeta de nombre">
  <p:cSld name="Citar la tarjeta de nombre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9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9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06" name="Google Shape;206;p39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07" name="Google Shape;207;p3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3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39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9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11" name="Google Shape;211;p39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212" name="Google Shape;212;p39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dadero o falso">
  <p:cSld name="Verdadero o falso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0"/>
          <p:cNvSpPr txBox="1"/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40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16" name="Google Shape;216;p40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17" name="Google Shape;217;p4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4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40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0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1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41"/>
          <p:cNvSpPr txBox="1"/>
          <p:nvPr>
            <p:ph idx="1" type="body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24" name="Google Shape;224;p4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4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41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4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2"/>
          <p:cNvSpPr txBox="1"/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42"/>
          <p:cNvSpPr txBox="1"/>
          <p:nvPr>
            <p:ph idx="1" type="body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31" name="Google Shape;231;p4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4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42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DDE6C3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26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82" name="Google Shape;82;p26"/>
            <p:cNvSpPr/>
            <p:nvPr/>
          </p:nvSpPr>
          <p:spPr>
            <a:xfrm>
              <a:off x="2487613" y="2284413"/>
              <a:ext cx="85725" cy="53340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6"/>
            <p:cNvSpPr/>
            <p:nvPr/>
          </p:nvSpPr>
          <p:spPr>
            <a:xfrm>
              <a:off x="2597151" y="2779713"/>
              <a:ext cx="550863" cy="1978025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26"/>
            <p:cNvSpPr/>
            <p:nvPr/>
          </p:nvSpPr>
          <p:spPr>
            <a:xfrm>
              <a:off x="3175001" y="4730750"/>
              <a:ext cx="519113" cy="1209675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6"/>
            <p:cNvSpPr/>
            <p:nvPr/>
          </p:nvSpPr>
          <p:spPr>
            <a:xfrm>
              <a:off x="3305176" y="5630863"/>
              <a:ext cx="146050" cy="309563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6"/>
            <p:cNvSpPr/>
            <p:nvPr/>
          </p:nvSpPr>
          <p:spPr>
            <a:xfrm>
              <a:off x="2573338" y="2817813"/>
              <a:ext cx="700088" cy="2835275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6"/>
            <p:cNvSpPr/>
            <p:nvPr/>
          </p:nvSpPr>
          <p:spPr>
            <a:xfrm>
              <a:off x="2506663" y="285750"/>
              <a:ext cx="90488" cy="2493963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26"/>
            <p:cNvSpPr/>
            <p:nvPr/>
          </p:nvSpPr>
          <p:spPr>
            <a:xfrm>
              <a:off x="2554288" y="2598738"/>
              <a:ext cx="66675" cy="420688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26"/>
            <p:cNvSpPr/>
            <p:nvPr/>
          </p:nvSpPr>
          <p:spPr>
            <a:xfrm>
              <a:off x="3143251" y="4757738"/>
              <a:ext cx="161925" cy="873125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26"/>
            <p:cNvSpPr/>
            <p:nvPr/>
          </p:nvSpPr>
          <p:spPr>
            <a:xfrm>
              <a:off x="3148013" y="1282700"/>
              <a:ext cx="1768475" cy="3448050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26"/>
            <p:cNvSpPr/>
            <p:nvPr/>
          </p:nvSpPr>
          <p:spPr>
            <a:xfrm>
              <a:off x="3273426" y="5653088"/>
              <a:ext cx="138113" cy="287338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26"/>
            <p:cNvSpPr/>
            <p:nvPr/>
          </p:nvSpPr>
          <p:spPr>
            <a:xfrm>
              <a:off x="3143251" y="4656138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6"/>
            <p:cNvSpPr/>
            <p:nvPr/>
          </p:nvSpPr>
          <p:spPr>
            <a:xfrm>
              <a:off x="3211513" y="5410200"/>
              <a:ext cx="203200" cy="53022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" name="Google Shape;94;p26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95" name="Google Shape;95;p26"/>
            <p:cNvSpPr/>
            <p:nvPr/>
          </p:nvSpPr>
          <p:spPr>
            <a:xfrm>
              <a:off x="6627813" y="194833"/>
              <a:ext cx="409575" cy="3646488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6"/>
            <p:cNvSpPr/>
            <p:nvPr/>
          </p:nvSpPr>
          <p:spPr>
            <a:xfrm>
              <a:off x="7061201" y="3771900"/>
              <a:ext cx="350838" cy="1309688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6"/>
            <p:cNvSpPr/>
            <p:nvPr/>
          </p:nvSpPr>
          <p:spPr>
            <a:xfrm>
              <a:off x="7439026" y="5053013"/>
              <a:ext cx="357188" cy="820738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6"/>
            <p:cNvSpPr/>
            <p:nvPr/>
          </p:nvSpPr>
          <p:spPr>
            <a:xfrm>
              <a:off x="7037388" y="3811588"/>
              <a:ext cx="457200" cy="1852613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6"/>
            <p:cNvSpPr/>
            <p:nvPr/>
          </p:nvSpPr>
          <p:spPr>
            <a:xfrm>
              <a:off x="6992938" y="1263650"/>
              <a:ext cx="144463" cy="2508250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6"/>
            <p:cNvSpPr/>
            <p:nvPr/>
          </p:nvSpPr>
          <p:spPr>
            <a:xfrm>
              <a:off x="7526338" y="5640388"/>
              <a:ext cx="111125" cy="233363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6"/>
            <p:cNvSpPr/>
            <p:nvPr/>
          </p:nvSpPr>
          <p:spPr>
            <a:xfrm>
              <a:off x="7021513" y="3598863"/>
              <a:ext cx="68263" cy="42386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6"/>
            <p:cNvSpPr/>
            <p:nvPr/>
          </p:nvSpPr>
          <p:spPr>
            <a:xfrm>
              <a:off x="7412038" y="2801938"/>
              <a:ext cx="1168400" cy="225107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6"/>
            <p:cNvSpPr/>
            <p:nvPr/>
          </p:nvSpPr>
          <p:spPr>
            <a:xfrm>
              <a:off x="7494588" y="5664200"/>
              <a:ext cx="100013" cy="209550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6"/>
            <p:cNvSpPr/>
            <p:nvPr/>
          </p:nvSpPr>
          <p:spPr>
            <a:xfrm>
              <a:off x="7412038" y="5081588"/>
              <a:ext cx="114300" cy="558800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6"/>
            <p:cNvSpPr/>
            <p:nvPr/>
          </p:nvSpPr>
          <p:spPr>
            <a:xfrm>
              <a:off x="7412038" y="4978400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6"/>
            <p:cNvSpPr/>
            <p:nvPr/>
          </p:nvSpPr>
          <p:spPr>
            <a:xfrm>
              <a:off x="7439026" y="5434013"/>
              <a:ext cx="174625" cy="439738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2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6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26"/>
          <p:cNvSpPr txBox="1"/>
          <p:nvPr>
            <p:ph idx="1" type="body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0" name="Google Shape;110;p2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2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2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"/>
          <p:cNvSpPr txBox="1"/>
          <p:nvPr>
            <p:ph idx="1" type="subTitle"/>
          </p:nvPr>
        </p:nvSpPr>
        <p:spPr>
          <a:xfrm>
            <a:off x="649310" y="144887"/>
            <a:ext cx="10893380" cy="6568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rPr b="1" lang="es-ES" sz="6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HAY LIBERTAD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ES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Las cadenas de la muerte me quitó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ES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Para mí ya no hay condenación,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ES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hay libertad, libertad</a:t>
            </a:r>
            <a:endParaRPr sz="60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"/>
          <p:cNvSpPr txBox="1"/>
          <p:nvPr>
            <p:ph idx="1" type="body"/>
          </p:nvPr>
        </p:nvSpPr>
        <p:spPr>
          <a:xfrm>
            <a:off x="987380" y="788187"/>
            <a:ext cx="10217239" cy="528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b="1" lang="es-ES" sz="6600">
                <a:latin typeface="Arial Black"/>
                <a:ea typeface="Arial Black"/>
                <a:cs typeface="Arial Black"/>
                <a:sym typeface="Arial Black"/>
              </a:rPr>
              <a:t>Siendo esclavo del pecado me libró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b="1" lang="es-ES" sz="6600">
                <a:latin typeface="Arial Black"/>
                <a:ea typeface="Arial Black"/>
                <a:cs typeface="Arial Black"/>
                <a:sym typeface="Arial Black"/>
              </a:rPr>
              <a:t>En la cruz compró mi redención y libertad, libertad</a:t>
            </a:r>
            <a:endParaRPr b="1" sz="66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"/>
          <p:cNvSpPr txBox="1"/>
          <p:nvPr>
            <p:ph idx="1" type="subTitle"/>
          </p:nvPr>
        </p:nvSpPr>
        <p:spPr>
          <a:xfrm>
            <a:off x="1298620" y="746814"/>
            <a:ext cx="9594760" cy="5364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b="1" lang="es-ES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Rompió mis cadenas, me dio vida nueva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b="1" lang="es-ES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 al fondo del mar echó mi maldad</a:t>
            </a:r>
            <a:endParaRPr sz="6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"/>
          <p:cNvSpPr txBox="1"/>
          <p:nvPr>
            <p:ph idx="1" type="body"/>
          </p:nvPr>
        </p:nvSpPr>
        <p:spPr>
          <a:xfrm>
            <a:off x="987380" y="1210615"/>
            <a:ext cx="10217239" cy="4436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b="1" lang="es-ES" sz="6600">
                <a:latin typeface="Arial Black"/>
                <a:ea typeface="Arial Black"/>
                <a:cs typeface="Arial Black"/>
                <a:sym typeface="Arial Black"/>
              </a:rPr>
              <a:t>Lavó mis pecados y me ha perdonado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b="1" lang="es-ES" sz="6600">
                <a:latin typeface="Arial Black"/>
                <a:ea typeface="Arial Black"/>
                <a:cs typeface="Arial Black"/>
                <a:sym typeface="Arial Black"/>
              </a:rPr>
              <a:t>Solo en el nombre de Jesús hay libertad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"/>
          <p:cNvSpPr txBox="1"/>
          <p:nvPr>
            <p:ph idx="1" type="body"/>
          </p:nvPr>
        </p:nvSpPr>
        <p:spPr>
          <a:xfrm>
            <a:off x="987380" y="845337"/>
            <a:ext cx="10217239" cy="5167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b="1" lang="es-ES" sz="6600">
                <a:latin typeface="Arial Black"/>
                <a:ea typeface="Arial Black"/>
                <a:cs typeface="Arial Black"/>
                <a:sym typeface="Arial Black"/>
              </a:rPr>
              <a:t>Yo proclamo que en la cruz por mí murió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b="1" lang="es-ES" sz="6600">
                <a:latin typeface="Arial Black"/>
                <a:ea typeface="Arial Black"/>
                <a:cs typeface="Arial Black"/>
                <a:sym typeface="Arial Black"/>
              </a:rPr>
              <a:t>Y cambió mi duro corazón por libertad, libertad</a:t>
            </a:r>
            <a:endParaRPr b="1" sz="66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"/>
          <p:cNvSpPr txBox="1"/>
          <p:nvPr>
            <p:ph idx="1" type="subTitle"/>
          </p:nvPr>
        </p:nvSpPr>
        <p:spPr>
          <a:xfrm>
            <a:off x="1298620" y="746814"/>
            <a:ext cx="9594760" cy="5364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b="1" lang="es-ES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El poder de su evangelio me salvó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b="1" lang="es-ES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 no me avergüenzo del Señor, mi libertad, libertad</a:t>
            </a:r>
            <a:endParaRPr sz="6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 txBox="1"/>
          <p:nvPr>
            <p:ph idx="1" type="subTitle"/>
          </p:nvPr>
        </p:nvSpPr>
        <p:spPr>
          <a:xfrm>
            <a:off x="1298620" y="746814"/>
            <a:ext cx="9594760" cy="5364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b="1" lang="es-ES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Rompió mis cadenas, me dio vida nueva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b="1" lang="es-ES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 al fondo del mar echó mi maldad</a:t>
            </a:r>
            <a:endParaRPr sz="6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"/>
          <p:cNvSpPr txBox="1"/>
          <p:nvPr>
            <p:ph idx="1" type="body"/>
          </p:nvPr>
        </p:nvSpPr>
        <p:spPr>
          <a:xfrm>
            <a:off x="987380" y="1210615"/>
            <a:ext cx="10217239" cy="4436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b="1" lang="es-ES" sz="6600">
                <a:latin typeface="Arial Black"/>
                <a:ea typeface="Arial Black"/>
                <a:cs typeface="Arial Black"/>
                <a:sym typeface="Arial Black"/>
              </a:rPr>
              <a:t>Lavó mis pecados y me ha perdonado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b="1" lang="es-ES" sz="6600">
                <a:latin typeface="Arial Black"/>
                <a:ea typeface="Arial Black"/>
                <a:cs typeface="Arial Black"/>
                <a:sym typeface="Arial Black"/>
              </a:rPr>
              <a:t>Solo en el nombre de Jesús hay libertad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"/>
          <p:cNvSpPr txBox="1"/>
          <p:nvPr>
            <p:ph idx="1" type="subTitle"/>
          </p:nvPr>
        </p:nvSpPr>
        <p:spPr>
          <a:xfrm>
            <a:off x="1298620" y="788670"/>
            <a:ext cx="9594760" cy="5280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</a:pPr>
            <a:r>
              <a:rPr b="1" lang="es-ES" sz="8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////Al que el Hijo hace libre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</a:pPr>
            <a:r>
              <a:rPr b="1" lang="es-ES" sz="8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es libre en verdad////</a:t>
            </a:r>
            <a:endParaRPr sz="8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"/>
          <p:cNvSpPr txBox="1"/>
          <p:nvPr>
            <p:ph idx="1" type="subTitle"/>
          </p:nvPr>
        </p:nvSpPr>
        <p:spPr>
          <a:xfrm>
            <a:off x="1298620" y="746814"/>
            <a:ext cx="9594760" cy="5364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b="1" lang="es-ES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Rompió mis cadenas, me dio vida nueva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b="1" lang="es-ES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 al fondo del mar echó mi maldad</a:t>
            </a:r>
            <a:endParaRPr sz="6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"/>
          <p:cNvSpPr txBox="1"/>
          <p:nvPr>
            <p:ph idx="1" type="body"/>
          </p:nvPr>
        </p:nvSpPr>
        <p:spPr>
          <a:xfrm>
            <a:off x="987380" y="1210615"/>
            <a:ext cx="10217239" cy="4436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b="1" lang="es-ES" sz="6600">
                <a:latin typeface="Arial Black"/>
                <a:ea typeface="Arial Black"/>
                <a:cs typeface="Arial Black"/>
                <a:sym typeface="Arial Black"/>
              </a:rPr>
              <a:t>Lavó mis pecados y me ha perdonado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b="1" lang="es-ES" sz="6600">
                <a:latin typeface="Arial Black"/>
                <a:ea typeface="Arial Black"/>
                <a:cs typeface="Arial Black"/>
                <a:sym typeface="Arial Black"/>
              </a:rPr>
              <a:t>Solo en el nombre de Jesús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"/>
          <p:cNvSpPr txBox="1"/>
          <p:nvPr>
            <p:ph idx="1" type="subTitle"/>
          </p:nvPr>
        </p:nvSpPr>
        <p:spPr>
          <a:xfrm>
            <a:off x="1298620" y="746814"/>
            <a:ext cx="9594760" cy="5364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b="1" lang="es-ES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Rompió mis cadenas, me dio vida nueva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b="1" lang="es-ES" sz="6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 al fondo del mar echó mi maldad</a:t>
            </a:r>
            <a:endParaRPr sz="6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"/>
          <p:cNvSpPr txBox="1"/>
          <p:nvPr>
            <p:ph idx="1" type="body"/>
          </p:nvPr>
        </p:nvSpPr>
        <p:spPr>
          <a:xfrm>
            <a:off x="987380" y="1210615"/>
            <a:ext cx="10217239" cy="4436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b="1" lang="es-ES" sz="6600">
                <a:latin typeface="Arial Black"/>
                <a:ea typeface="Arial Black"/>
                <a:cs typeface="Arial Black"/>
                <a:sym typeface="Arial Black"/>
              </a:rPr>
              <a:t>Lavó mis pecados y me ha perdonado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b="1" lang="es-ES" sz="6600">
                <a:latin typeface="Arial Black"/>
                <a:ea typeface="Arial Black"/>
                <a:cs typeface="Arial Black"/>
                <a:sym typeface="Arial Black"/>
              </a:rPr>
              <a:t>Solo en el nombre de Jesús hay libertad.</a:t>
            </a:r>
            <a:endParaRPr b="1" sz="66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Espiral">
  <a:themeElements>
    <a:clrScheme name="Espiral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2017-11-07T01:21:49Z</dcterms:created>
  <dc:creator>jhonnier leon</dc:creator>
</cp:coreProperties>
</file>
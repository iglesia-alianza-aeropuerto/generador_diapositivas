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Arial Black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jC9cy80Eb3ClfieoLyEpXl0P9H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ArialBlack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  <a:defRPr b="1" sz="5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63550" lvl="1" marL="9144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6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2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8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8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2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9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9250" lvl="3" marL="1828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4pPr>
            <a:lvl5pPr indent="-349250" lvl="4" marL="22860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900"/>
            </a:lvl5pPr>
            <a:lvl6pPr indent="-349250" lvl="5" marL="2743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6pPr>
            <a:lvl7pPr indent="-349250" lvl="6" marL="32004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7pPr>
            <a:lvl8pPr indent="-349250" lvl="7" marL="3657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8pPr>
            <a:lvl9pPr indent="-349250" lvl="8" marL="4114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9pPr>
          </a:lstStyle>
          <a:p/>
        </p:txBody>
      </p:sp>
      <p:sp>
        <p:nvSpPr>
          <p:cNvPr id="107" name="Google Shape;107;p29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9250" lvl="3" marL="1828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4pPr>
            <a:lvl5pPr indent="-349250" lvl="4" marL="22860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900"/>
            </a:lvl5pPr>
            <a:lvl6pPr indent="-349250" lvl="5" marL="2743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6pPr>
            <a:lvl7pPr indent="-349250" lvl="6" marL="32004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7pPr>
            <a:lvl8pPr indent="-349250" lvl="7" marL="3657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8pPr>
            <a:lvl9pPr indent="-349250" lvl="8" marL="4114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9pPr>
          </a:lstStyle>
          <a:p/>
        </p:txBody>
      </p:sp>
      <p:sp>
        <p:nvSpPr>
          <p:cNvPr id="108" name="Google Shape;108;p2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0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30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925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5" name="Google Shape;115;p30"/>
          <p:cNvSpPr txBox="1"/>
          <p:nvPr>
            <p:ph idx="3" type="body"/>
          </p:nvPr>
        </p:nvSpPr>
        <p:spPr>
          <a:xfrm>
            <a:off x="6193369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30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925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7" name="Google Shape;117;p3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3"/>
          <p:cNvSpPr txBox="1"/>
          <p:nvPr>
            <p:ph type="title"/>
          </p:nvPr>
        </p:nvSpPr>
        <p:spPr>
          <a:xfrm>
            <a:off x="609602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3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33"/>
          <p:cNvSpPr txBox="1"/>
          <p:nvPr>
            <p:ph idx="2" type="body"/>
          </p:nvPr>
        </p:nvSpPr>
        <p:spPr>
          <a:xfrm>
            <a:off x="609602" y="1435102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3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 txBox="1"/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4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34"/>
          <p:cNvSpPr txBox="1"/>
          <p:nvPr>
            <p:ph idx="1" type="body"/>
          </p:nvPr>
        </p:nvSpPr>
        <p:spPr>
          <a:xfrm>
            <a:off x="2389717" y="5367338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3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5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6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6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3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 b="0" i="0" sz="5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3550" lvl="1" marL="914400" marR="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–"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»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5DFE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2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/>
        </p:nvSpPr>
        <p:spPr>
          <a:xfrm>
            <a:off x="815413" y="548682"/>
            <a:ext cx="107532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6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273 TODAS LAS PROMESAS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Todas las promesas del Señor Jesús 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Son apoyo poderoso de mi fe;</a:t>
            </a: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/>
          <p:nvPr/>
        </p:nvSpPr>
        <p:spPr>
          <a:xfrm>
            <a:off x="623394" y="644693"/>
            <a:ext cx="106410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Mientras luche aquí buscando yo su luz, 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Siempre en sus promesas confiaré.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/>
        </p:nvSpPr>
        <p:spPr>
          <a:xfrm>
            <a:off x="1524000" y="3"/>
            <a:ext cx="91440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7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sz="4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Grandes, fieles, Las promesas que el Señor Jesús ha dado;</a:t>
            </a:r>
            <a:r>
              <a:rPr b="0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/>
        </p:nvSpPr>
        <p:spPr>
          <a:xfrm>
            <a:off x="719403" y="1382419"/>
            <a:ext cx="111294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Grandes, fieles,  </a:t>
            </a:r>
            <a:endParaRPr sz="4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ellas para siempre </a:t>
            </a:r>
            <a:endParaRPr sz="4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confiaré.</a:t>
            </a:r>
            <a:endParaRPr sz="4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/>
          <p:nvPr/>
        </p:nvSpPr>
        <p:spPr>
          <a:xfrm>
            <a:off x="-924272" y="1151518"/>
            <a:ext cx="140406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Todas las promesas </a:t>
            </a:r>
            <a:endParaRPr sz="4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para el hombre fiel, </a:t>
            </a:r>
            <a:endParaRPr sz="4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Señor en sus </a:t>
            </a:r>
            <a:endParaRPr sz="4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Bondades cumplirá, </a:t>
            </a:r>
            <a:endParaRPr sz="4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/>
        </p:nvSpPr>
        <p:spPr>
          <a:xfrm>
            <a:off x="-432725" y="932725"/>
            <a:ext cx="13212900" cy="5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confiado sé que </a:t>
            </a:r>
            <a:endParaRPr sz="4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para siempre en Él, </a:t>
            </a:r>
            <a:endParaRPr sz="4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Paz eterna mi alma gozará.</a:t>
            </a:r>
            <a:endParaRPr sz="4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/>
        </p:nvSpPr>
        <p:spPr>
          <a:xfrm>
            <a:off x="1524000" y="3"/>
            <a:ext cx="9144000" cy="63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72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Grandes, fieles, Las promesas que el Señor Jesús ha dado;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/>
        </p:nvSpPr>
        <p:spPr>
          <a:xfrm>
            <a:off x="623394" y="1412778"/>
            <a:ext cx="1112950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Grandes, fieles,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ellas para siempre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confiaré.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/>
        </p:nvSpPr>
        <p:spPr>
          <a:xfrm>
            <a:off x="0" y="452669"/>
            <a:ext cx="122529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Todas las promesas del Señor serán </a:t>
            </a:r>
            <a:endParaRPr sz="4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Gozo y fuerza en nuestra</a:t>
            </a:r>
            <a:endParaRPr sz="4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vida terrenal; </a:t>
            </a:r>
            <a:endParaRPr sz="4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 txBox="1"/>
          <p:nvPr/>
        </p:nvSpPr>
        <p:spPr>
          <a:xfrm>
            <a:off x="-15415" y="836713"/>
            <a:ext cx="12732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Ellas en la dura lid </a:t>
            </a:r>
            <a:endParaRPr sz="4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sostendrán, </a:t>
            </a:r>
            <a:endParaRPr sz="47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triunfar podremos sobre el mal.</a:t>
            </a:r>
            <a:endParaRPr sz="4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 txBox="1"/>
          <p:nvPr/>
        </p:nvSpPr>
        <p:spPr>
          <a:xfrm>
            <a:off x="1524000" y="3"/>
            <a:ext cx="9144000" cy="63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72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Grandes, fieles, Las promesas que el Señor Jesús ha dado;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 txBox="1"/>
          <p:nvPr/>
        </p:nvSpPr>
        <p:spPr>
          <a:xfrm>
            <a:off x="527383" y="1412778"/>
            <a:ext cx="1112950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Grandes, fieles,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ellas para siempre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confiaré.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2017-05-10T22:09:02Z</dcterms:created>
  <dc:creator>Kadiesa</dc:creator>
</cp:coreProperties>
</file>
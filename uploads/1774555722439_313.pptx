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3388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6945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3113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8305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664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855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6864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2621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0088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396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960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78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4AB980-6A0D-4F85-82EB-213E1BA5173F}" type="datetimeFigureOut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02/03/2017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87433-47AF-4872-80DC-7270628B1A00}" type="slidenum">
              <a:rPr lang="es-ES" smtClean="0">
                <a:solidFill>
                  <a:prstClr val="white">
                    <a:tint val="75000"/>
                  </a:prstClr>
                </a:solidFill>
              </a:rPr>
              <a:pPr/>
              <a:t>‹Nº›</a:t>
            </a:fld>
            <a:endParaRPr lang="es-ES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4382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905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23 SANTO ES EL SEÑOR</a:t>
            </a:r>
            <a:endParaRPr lang="es-ES" sz="4000" i="1" dirty="0">
              <a:ln w="1905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r>
              <a:rPr lang="es-ES" sz="48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 </a:t>
            </a:r>
            <a:endParaRPr lang="es-ES" sz="48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Santo, santo, santo, poderoso Dios;</a:t>
            </a:r>
            <a:r>
              <a:rPr lang="es-ES" sz="6600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6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Santo, santo, santo, poderoso Dios.</a:t>
            </a:r>
            <a:endParaRPr lang="es-ES" sz="66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041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76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La tierra está llena de su gloria,</a:t>
            </a:r>
            <a:endParaRPr lang="es-ES" sz="6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La tierra está llena de su gloria,</a:t>
            </a:r>
            <a:endParaRPr lang="es-ES" sz="6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La tierra está llena de su gloria.</a:t>
            </a:r>
            <a:endParaRPr lang="es-ES" sz="6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6000" b="1" dirty="0">
                <a:ln w="1905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Santo es el Señor.</a:t>
            </a:r>
            <a:endParaRPr lang="es-ES" sz="6000" dirty="0">
              <a:ln w="1905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CO" sz="60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336667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Panorámica</PresentationFormat>
  <Paragraphs>7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2017-03-02T16:59:13Z</dcterms:created>
  <dcterms:modified xsi:type="dcterms:W3CDTF">2017-03-02T16:59:16Z</dcterms:modified>
</cp:coreProperties>
</file>
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eS7IVSZwXuQegbln6gfhvDzw/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>
            <a:alpha val="49803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214291"/>
            <a:ext cx="9144000" cy="77867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326 LA HERMOSA VISIÓN DE LA CRUZ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2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2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Largos años vagué por el valle del mal,</a:t>
            </a:r>
            <a:r>
              <a:rPr b="0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Sin consuelo, sin fe, sin amor;</a:t>
            </a:r>
            <a:endParaRPr b="0" i="0" sz="6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214290"/>
            <a:ext cx="9144000" cy="701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 sombra fatal de la senda que hollé puso en mi alma la hiel del dolor.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3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1"/>
            <a:ext cx="9144000" cy="741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mis pies el infierno se abrió,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clamé con el alma a Jesús;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8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142853"/>
            <a:ext cx="9144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al instante la escena cambió</a:t>
            </a:r>
            <a:r>
              <a:rPr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hermosa visión de la cruz</a:t>
            </a:r>
            <a:r>
              <a:rPr b="1" lang="es-CO" sz="8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1"/>
            <a:ext cx="9144000" cy="7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</a:t>
            </a: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Desde entonces, por él, ya no soy lo que fui, </a:t>
            </a:r>
            <a:r>
              <a:rPr b="1"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Una sombra sin Dios y sin ley;</a:t>
            </a:r>
            <a:r>
              <a:rPr lang="es-CO" sz="7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214291"/>
            <a:ext cx="9144000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existencia le di, y le quiero ser fiel;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 constriñe el amor de mi Rey.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741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mis pies el infierno se abrió,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clamé con el alma a Jesús;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8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142853"/>
            <a:ext cx="9144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al instante la escena cambió</a:t>
            </a:r>
            <a:r>
              <a:rPr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hermosa visión de la cruz</a:t>
            </a:r>
            <a:r>
              <a:rPr b="1" lang="es-CO" sz="8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524000" y="214290"/>
            <a:ext cx="9144000" cy="6647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Peregrino que vais por el valle del mal,</a:t>
            </a:r>
            <a:endParaRPr sz="7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Vuestra senda sólo es de dolor;</a:t>
            </a:r>
            <a:r>
              <a:rPr lang="es-CO" sz="7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1524000" y="214290"/>
            <a:ext cx="9144000" cy="680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Esa carga fatal que en el alma lleváis,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Ven y ponla a los pies del Señor.</a:t>
            </a:r>
            <a:endParaRPr sz="8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1524000" y="1"/>
            <a:ext cx="9144000" cy="7417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Coro: </a:t>
            </a:r>
            <a:endParaRPr b="1" i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 mis pies el infierno se abrió,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clamé con el alma a Jesús;</a:t>
            </a: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8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1524000" y="142853"/>
            <a:ext cx="9144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al instante la escena cambió</a:t>
            </a:r>
            <a:r>
              <a:rPr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s-CO" sz="8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la hermosa visión de la cruz</a:t>
            </a:r>
            <a:r>
              <a:rPr b="1" lang="es-CO" sz="8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8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2017-05-27T15:31:33Z</dcterms:created>
  <dc:creator>Kadiesa</dc:creator>
</cp:coreProperties>
</file>
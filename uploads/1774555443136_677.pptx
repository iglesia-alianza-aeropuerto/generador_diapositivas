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TZI4I/VItfiZA2zTRS6LyEyG/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9" name="Google Shape;8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3" name="Google Shape;133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4E0B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1257300" y="171449"/>
            <a:ext cx="10306051" cy="95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6667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226 REY EXALTADO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6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Rey exaltado en gloria es Cristo Jesús y le alabo.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/>
          <p:nvPr/>
        </p:nvSpPr>
        <p:spPr>
          <a:xfrm>
            <a:off x="1524000" y="152402"/>
            <a:ext cx="9144000" cy="106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Rey exaltado </a:t>
            </a:r>
            <a:r>
              <a:rPr lang="es-CO" sz="8000">
                <a:latin typeface="Arial Black"/>
                <a:ea typeface="Arial Black"/>
                <a:cs typeface="Arial Black"/>
                <a:sym typeface="Arial Black"/>
              </a:rPr>
              <a:t>por siempre</a:t>
            </a: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es Cristo</a:t>
            </a:r>
            <a:r>
              <a:rPr lang="es-CO" sz="800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yo le alabaré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/>
        </p:nvSpPr>
        <p:spPr>
          <a:xfrm>
            <a:off x="647701" y="1264043"/>
            <a:ext cx="11048121" cy="4196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es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 Él reinará;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creación su nombre proclamará.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"/>
          <p:cNvSpPr/>
          <p:nvPr/>
        </p:nvSpPr>
        <p:spPr>
          <a:xfrm>
            <a:off x="2082019" y="1406771"/>
            <a:ext cx="8032800" cy="4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Rey exaltado en gloria es Cristo Jesús.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1028700" y="171451"/>
            <a:ext cx="10306051" cy="850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667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Rey exaltado en gloria es Cristo Jesús y le alabo.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/>
        </p:nvSpPr>
        <p:spPr>
          <a:xfrm>
            <a:off x="1524000" y="152402"/>
            <a:ext cx="9144000" cy="10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Rey exaltado en gloria es Cristo Jesús y yo le alabaré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647701" y="1264043"/>
            <a:ext cx="11048121" cy="4196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es Señor,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siempre Él reinará;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creación su nombre proclamará.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2082019" y="1406771"/>
            <a:ext cx="8032800" cy="4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//Rey exaltado en gloria es Cristo Jesús//.</a:t>
            </a:r>
            <a:endParaRPr b="0" i="0" sz="8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2017-05-10T21:18:34Z</dcterms:created>
  <dc:creator>Kadiesa</dc:creator>
</cp:coreProperties>
</file>
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MJsI2M/fGfvUriLobFFrsWziN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88" name="Google Shape;8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3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5" name="Google Shape;9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2" name="Google Shape;10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5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9" name="Google Shape;1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7" name="Google Shape;11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7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7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7" name="Google Shape;12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3" name="Google Shape;13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0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6" name="Google Shape;14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1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1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31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0" name="Google Shape;150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4" name="Google Shape;15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2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2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2" name="Google Shape;16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3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3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9" name="Google Shape;16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4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4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2" name="Google Shape;172;p34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3" name="Google Shape;173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76" name="Google Shape;176;p34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77" name="Google Shape;177;p34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9" name="Google Shape;17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2" name="Google Shape;182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6" name="Google Shape;18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6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89" name="Google Shape;189;p36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0" name="Google Shape;190;p36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1" name="Google Shape;191;p36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2" name="Google Shape;192;p36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36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4" name="Google Shape;194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8" name="Google Shape;19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7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1" name="Google Shape;201;p37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2" name="Google Shape;202;p37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3" name="Google Shape;203;p37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4" name="Google Shape;204;p37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5" name="Google Shape;205;p37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6" name="Google Shape;206;p37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7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8" name="Google Shape;208;p37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13" name="Google Shape;21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8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3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0" name="Google Shape;22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9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9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3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1" name="Google Shape;81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"/>
          <p:cNvSpPr txBox="1"/>
          <p:nvPr/>
        </p:nvSpPr>
        <p:spPr>
          <a:xfrm>
            <a:off x="1025691" y="535901"/>
            <a:ext cx="10140619" cy="57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267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366 EN JESUCRISTO</a:t>
            </a:r>
            <a:endParaRPr b="0" i="1" sz="4267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En Jesucristo se halla la paz;</a:t>
            </a: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horas negras de tempestad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"/>
          <p:cNvSpPr txBox="1"/>
          <p:nvPr/>
        </p:nvSpPr>
        <p:spPr>
          <a:xfrm>
            <a:off x="1451654" y="905233"/>
            <a:ext cx="9288693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Tienen las almas dulce solaz,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Grato consuelo, felicidad.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"/>
          <p:cNvSpPr txBox="1"/>
          <p:nvPr/>
        </p:nvSpPr>
        <p:spPr>
          <a:xfrm>
            <a:off x="1524000" y="214291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Gloria cantemos al Redentor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por nosotros quiso morir;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que la gracia del Salvador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Siempre dirija nuestro vivir.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"/>
          <p:cNvSpPr txBox="1"/>
          <p:nvPr/>
        </p:nvSpPr>
        <p:spPr>
          <a:xfrm>
            <a:off x="1217712" y="836712"/>
            <a:ext cx="9756600" cy="54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En nuestras luchas, en el dolor,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tristes horas de tentación,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733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733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"/>
          <p:cNvSpPr txBox="1"/>
          <p:nvPr/>
        </p:nvSpPr>
        <p:spPr>
          <a:xfrm>
            <a:off x="1487488" y="1397675"/>
            <a:ext cx="8784299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Calma le infunde, santo vigor,</a:t>
            </a: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Nuevos alientos al corazón.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"/>
          <p:cNvSpPr txBox="1"/>
          <p:nvPr/>
        </p:nvSpPr>
        <p:spPr>
          <a:xfrm>
            <a:off x="1524000" y="214291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Gloria cantemos al Redentor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por nosotros quiso morir;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que la gracia del Salvador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Siempre dirija nuestro vivir.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/>
          <p:cNvSpPr txBox="1"/>
          <p:nvPr/>
        </p:nvSpPr>
        <p:spPr>
          <a:xfrm>
            <a:off x="1524000" y="1124745"/>
            <a:ext cx="9144000" cy="53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Cuando en la lucha falta la fe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el alma verse desfallecer,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 txBox="1"/>
          <p:nvPr/>
        </p:nvSpPr>
        <p:spPr>
          <a:xfrm>
            <a:off x="1517576" y="1151454"/>
            <a:ext cx="915684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Cristo nos dice: “Siempre os daré Gracia divina, santo poder”.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 txBox="1"/>
          <p:nvPr/>
        </p:nvSpPr>
        <p:spPr>
          <a:xfrm>
            <a:off x="1524000" y="214291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Gloria cantemos al Redentor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por nosotros quiso morir;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que la gracia del Salvador</a:t>
            </a:r>
            <a:r>
              <a:rPr b="0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Siempre dirija nuestro vivir.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ota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2017-05-27T16:04:14Z</dcterms:created>
  <dc:creator>Kadiesa</dc:creator>
</cp:coreProperties>
</file>
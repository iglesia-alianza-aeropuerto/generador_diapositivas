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ISilx1HyQCEwW88Ogq+YnSvmA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5D8F1">
            <a:alpha val="6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8002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528 SIERVOS DE JESÚS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•1. Siervos de Jesús, hombres de verdad,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Guardas del deber, somos, sí.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7540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Libres de maldad, ricos en bondad,</a:t>
            </a:r>
            <a:r>
              <a:rPr lang="es-CO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Fieles en la lid seremos, sí.</a:t>
            </a:r>
            <a:endParaRPr sz="8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1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¡Firmes! ¡Fuertes! Alcen la bandera,</a:t>
            </a: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Grande, noble emblema del Señor. </a:t>
            </a:r>
            <a:endParaRPr sz="7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85729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¡Prontos! ¡Bravos! Pasen la consigna: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Marchen, todos, vamos a vencer.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"/>
            <a:ext cx="9144000" cy="7755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Nuestro Capitán es ya vencedor,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él nos redimió por su cruz. Guardas del deber, él nos da poder, y nos guiará hasta la luz.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1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¡Firmes! ¡Fuertes! Alcen la bandera,</a:t>
            </a: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Grande, noble emblema del Señor. </a:t>
            </a:r>
            <a:endParaRPr sz="7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285729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¡Prontos! ¡Bravos! Pasen la consigna: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Marchen, todos, vamos a vencer.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6832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•3. Invencibles son los que con afán cada día van al deber. Triunfos obtendrán y recibirán magno galardón del Redentor.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214291"/>
            <a:ext cx="9144000" cy="6601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¡Firmes! ¡Fuertes! Alcen la bandera,</a:t>
            </a:r>
            <a:r>
              <a:rPr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Grande, noble emblema del Señor. </a:t>
            </a:r>
            <a:endParaRPr sz="7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285729"/>
            <a:ext cx="9144000" cy="6370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¡Prontos! ¡Bravos! Pasen la consigna: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Marchen, todos, vamos a vencer.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2017-05-30T20:32:12Z</dcterms:created>
  <dc:creator>Kadiesa</dc:creator>
</cp:coreProperties>
</file>
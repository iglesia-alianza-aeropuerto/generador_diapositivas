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Arial Black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iygOj2SR42qrfiI3KQradG6KIv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ArialBlack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15933407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2159334075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159334075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2159334075a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159334075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2159334075a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159334075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2159334075a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159334075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2159334075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159334075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2159334075a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ctr">
              <a:spcBef>
                <a:spcPts val="86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  <a:defRPr b="1" sz="53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54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 sz="27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 sz="21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8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63550" lvl="0" marL="4572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400050" lvl="2" marL="1371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2700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4pPr>
            <a:lvl5pPr indent="-22860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5pPr>
            <a:lvl6pPr indent="-22860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6pPr>
            <a:lvl7pPr indent="-22860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7pPr>
            <a:lvl8pPr indent="-22860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8pPr>
            <a:lvl9pPr indent="-22860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0050" lvl="1" marL="914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Char char="•"/>
              <a:defRPr sz="4300"/>
            </a:lvl1pPr>
            <a:lvl2pPr indent="-463550" lvl="1" marL="91440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400050" lvl="3" marL="1828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–"/>
              <a:defRPr sz="2700"/>
            </a:lvl4pPr>
            <a:lvl5pPr indent="-400050" lvl="4" marL="22860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»"/>
              <a:defRPr sz="2700"/>
            </a:lvl5pPr>
            <a:lvl6pPr indent="-400050" lvl="5" marL="27432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6pPr>
            <a:lvl7pPr indent="-400050" lvl="6" marL="32004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7pPr>
            <a:lvl8pPr indent="-400050" lvl="7" marL="36576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8pPr>
            <a:lvl9pPr indent="-400050" lvl="8" marL="411480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  <a:defRPr sz="27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60950" lIns="121900" spcFirstLastPara="1" rIns="121900" wrap="square" tIns="60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228600" lvl="0" marL="457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900"/>
              <a:buFont typeface="Calibri"/>
              <a:buNone/>
              <a:defRPr b="0" i="0" sz="5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60950" lIns="121900" spcFirstLastPara="1" rIns="121900" wrap="square" tIns="60950">
            <a:normAutofit/>
          </a:bodyPr>
          <a:lstStyle>
            <a:lvl1pPr indent="-501650" lvl="0" marL="457200" marR="0" rtl="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Char char="•"/>
              <a:defRPr b="0" i="0" sz="4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3550" lvl="1" marL="914400" marR="0" rtl="0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Char char="–"/>
              <a:defRPr b="0" i="0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0050" lvl="3" marL="1828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–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0050" lvl="4" marL="22860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»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0050" lvl="5" marL="27432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0050" lvl="6" marL="32004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0050" lvl="7" marL="36576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0050" lvl="8" marL="4114800" marR="0" rtl="0" algn="l">
              <a:spcBef>
                <a:spcPts val="54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085791" y="23323"/>
            <a:ext cx="10418164" cy="6093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55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447 DAD GRACIAS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Dad gracias,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todo corazón;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Dad gracias al Dios santísimo;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111891" y="1644861"/>
            <a:ext cx="10418164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Dad gracias, porque a su Hijo Jesucristo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nos dio.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117975" y="412957"/>
            <a:ext cx="10418164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Dad gracias,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todo corazón;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Dad gracias al Dios santísimo;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734519" y="1595021"/>
            <a:ext cx="10418164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Dad gracias, porque a su Hijo Jesucristo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nos dio.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-125036" y="491113"/>
            <a:ext cx="12667656" cy="632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//Y ahora, diga el débil: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“Fuerte soy”,</a:t>
            </a: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Diga el pobre, “Rico soy”</a:t>
            </a: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lo que hizo el Señor por mí.//</a:t>
            </a:r>
            <a:endParaRPr b="0" i="0" sz="6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-147484" y="2448014"/>
            <a:ext cx="12667656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Dad gracias.</a:t>
            </a:r>
            <a:endParaRPr b="0" i="0" sz="8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159334075a_0_0"/>
          <p:cNvSpPr txBox="1"/>
          <p:nvPr/>
        </p:nvSpPr>
        <p:spPr>
          <a:xfrm>
            <a:off x="1085791" y="23323"/>
            <a:ext cx="10418100" cy="61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55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447 DAD GRACIAS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Dad gracias,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todo corazón;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Dad gracias al Dios santísimo;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159334075a_0_4"/>
          <p:cNvSpPr txBox="1"/>
          <p:nvPr/>
        </p:nvSpPr>
        <p:spPr>
          <a:xfrm>
            <a:off x="1111891" y="1644861"/>
            <a:ext cx="104181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Dad gracias, porque a su Hijo Jesucristo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nos dio.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159334075a_0_8"/>
          <p:cNvSpPr txBox="1"/>
          <p:nvPr/>
        </p:nvSpPr>
        <p:spPr>
          <a:xfrm>
            <a:off x="1117975" y="412957"/>
            <a:ext cx="104181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Dad gracias,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todo corazón;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Dad gracias al Dios santísimo;</a:t>
            </a:r>
            <a:r>
              <a:rPr b="0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159334075a_0_12"/>
          <p:cNvSpPr txBox="1"/>
          <p:nvPr/>
        </p:nvSpPr>
        <p:spPr>
          <a:xfrm>
            <a:off x="734519" y="1595021"/>
            <a:ext cx="104181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Dad gracias, porque a su Hijo Jesucristo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nos dio.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7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72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159334075a_0_16"/>
          <p:cNvSpPr txBox="1"/>
          <p:nvPr/>
        </p:nvSpPr>
        <p:spPr>
          <a:xfrm>
            <a:off x="-125036" y="491113"/>
            <a:ext cx="12667800" cy="6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//Y ahora, diga el débil: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“Fuerte soy”,</a:t>
            </a: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Diga el pobre, “Rico soy”</a:t>
            </a:r>
            <a:r>
              <a:rPr b="0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Por lo que hizo el Señor por mí.//</a:t>
            </a:r>
            <a:endParaRPr b="0" i="0" sz="67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O" sz="4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59334075a_0_20"/>
          <p:cNvSpPr txBox="1"/>
          <p:nvPr/>
        </p:nvSpPr>
        <p:spPr>
          <a:xfrm>
            <a:off x="-147484" y="2448014"/>
            <a:ext cx="126678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88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Dad gracias.</a:t>
            </a:r>
            <a:endParaRPr b="0" i="0" sz="88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2017-05-30T15:49:17Z</dcterms:created>
  <dc:creator>Kadiesa</dc:creator>
</cp:coreProperties>
</file>
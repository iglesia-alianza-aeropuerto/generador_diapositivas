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veG+Sv+dGSOoGGRHY1ulX3jMg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a4272c264_0_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1ea4272c264_0_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1ea4272c264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a4272c264_0_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1ea4272c264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1ea4272c264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1ea4272c264_0_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1ea4272c264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ea4272c264_0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1ea4272c264_0_1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1ea4272c264_0_1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1ea4272c264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ea4272c264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1ea4272c264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a4272c264_0_2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1ea4272c264_0_2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1ea4272c264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ea4272c264_0_27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1ea4272c264_0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ea4272c264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1ea4272c264_0_30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1ea4272c264_0_30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1ea4272c264_0_30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1ea4272c264_0_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ea4272c264_0_3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1ea4272c264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ea4272c264_0_39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1ea4272c264_0_39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1ea4272c264_0_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ea4272c264_0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ea4272c264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1ea4272c264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1ea4272c264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524000" y="1"/>
            <a:ext cx="9144000" cy="7786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314 VIDA NUEVA ENCONTRÉ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//Ya mi vida se la debo a Jesús, porque él Murió en la cruz por mí.//</a:t>
            </a:r>
            <a:endParaRPr b="0" i="0" sz="7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1524000" y="285729"/>
            <a:ext cx="9144000" cy="7602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//Vida nueva encontré en la cruz de Jesús Porque Cristo mi deuda pagó.//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//Yo me rindo a los pies de Jesús mi Señor, Porque fui un infiel pecador.//</a:t>
            </a:r>
            <a:endParaRPr sz="8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/>
        </p:nvSpPr>
        <p:spPr>
          <a:xfrm>
            <a:off x="1524000" y="285729"/>
            <a:ext cx="9144000" cy="7602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//Vida nueva encontré en la cruz de Jesús Porque Cristo mi deuda pagó.//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//Pecador, el Santo Espíritu te llama a ti; Ven a Cristo y salvo serás.//</a:t>
            </a:r>
            <a:endParaRPr sz="8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/>
        </p:nvSpPr>
        <p:spPr>
          <a:xfrm>
            <a:off x="1524000" y="285729"/>
            <a:ext cx="9144000" cy="7602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//Vida nueva encontré en la cruz de Jesús Porque Cristo mi deuda pagó.//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2017-05-27T14:38:08Z</dcterms:created>
  <dc:creator>Kadiesa</dc:creator>
</cp:coreProperties>
</file>
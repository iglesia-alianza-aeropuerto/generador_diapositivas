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9144000"/>
  <p:embeddedFontLst>
    <p:embeddedFont>
      <p:font typeface="Arial Black"/>
      <p:regular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iSluz7tP60GOplP4NK6ty2Dcny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ArialBlack-regular.fntdata"/><Relationship Id="rId10" Type="http://schemas.openxmlformats.org/officeDocument/2006/relationships/slide" Target="slides/slide6.xml"/><Relationship Id="rId12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853"/>
              </a:spcBef>
              <a:spcAft>
                <a:spcPts val="0"/>
              </a:spcAft>
              <a:buClr>
                <a:srgbClr val="888888"/>
              </a:buClr>
              <a:buSzPts val="4267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747"/>
              </a:spcBef>
              <a:spcAft>
                <a:spcPts val="0"/>
              </a:spcAft>
              <a:buClr>
                <a:srgbClr val="888888"/>
              </a:buClr>
              <a:buSzPts val="3733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33"/>
              <a:buFont typeface="Calibri"/>
              <a:buNone/>
              <a:defRPr b="1" sz="5333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 sz="2667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27"/>
              </a:spcBef>
              <a:spcAft>
                <a:spcPts val="0"/>
              </a:spcAft>
              <a:buClr>
                <a:srgbClr val="888888"/>
              </a:buClr>
              <a:buSzPts val="2133"/>
              <a:buNone/>
              <a:defRPr sz="2133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6" name="Google Shape;36;p12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7" name="Google Shape;37;p12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3" name="Google Shape;43;p13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4" name="Google Shape;44;p13"/>
          <p:cNvSpPr txBox="1"/>
          <p:nvPr>
            <p:ph idx="3" type="body"/>
          </p:nvPr>
        </p:nvSpPr>
        <p:spPr>
          <a:xfrm>
            <a:off x="6193372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5" name="Google Shape;45;p13"/>
          <p:cNvSpPr txBox="1"/>
          <p:nvPr>
            <p:ph idx="4" type="body"/>
          </p:nvPr>
        </p:nvSpPr>
        <p:spPr>
          <a:xfrm>
            <a:off x="6193372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6" name="Google Shape;46;p1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609603" y="273049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4766733" y="273054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Char char="•"/>
              <a:defRPr sz="4267"/>
            </a:lvl1pPr>
            <a:lvl2pPr indent="-465645" lvl="1" marL="9144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–"/>
              <a:defRPr sz="3733"/>
            </a:lvl2pPr>
            <a:lvl3pPr indent="-4318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indent="-397954" lvl="3" marL="1828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4pPr>
            <a:lvl5pPr indent="-397954" lvl="4" marL="22860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»"/>
              <a:defRPr sz="2667"/>
            </a:lvl5pPr>
            <a:lvl6pPr indent="-397954" lvl="5" marL="27432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6pPr>
            <a:lvl7pPr indent="-397954" lvl="6" marL="3200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7pPr>
            <a:lvl8pPr indent="-397954" lvl="7" marL="3657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8pPr>
            <a:lvl9pPr indent="-397954" lvl="8" marL="4114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9pPr>
          </a:lstStyle>
          <a:p/>
        </p:txBody>
      </p:sp>
      <p:sp>
        <p:nvSpPr>
          <p:cNvPr id="57" name="Google Shape;57;p15"/>
          <p:cNvSpPr txBox="1"/>
          <p:nvPr>
            <p:ph idx="2" type="body"/>
          </p:nvPr>
        </p:nvSpPr>
        <p:spPr>
          <a:xfrm>
            <a:off x="609603" y="1435104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8" name="Google Shape;58;p15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2389717" y="4800601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2389717" y="5367341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5" name="Google Shape;65;p16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 rot="5400000">
            <a:off x="7285038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 rot="5400000">
            <a:off x="1697038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 b="0" i="0" sz="5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marR="0" rtl="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Font typeface="Arial"/>
              <a:buChar char="•"/>
              <a:defRPr b="0" i="0" sz="42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65645" lvl="1" marL="914400" marR="0" rtl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97954" lvl="3" marL="1828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97954" lvl="4" marL="22860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97954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762000" y="166568"/>
            <a:ext cx="10668000" cy="652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ES" sz="40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171 ¿CON QUÉ PAGAREMOS?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-914400" lvl="0" marL="91440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 Black"/>
              <a:buAutoNum type="arabicPeriod"/>
            </a:pPr>
            <a:r>
              <a:rPr b="0" i="0" lang="es-ES" sz="5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¿Con qué pagaremos amor tan inmenso?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5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Que diste tu vida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5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por el pecador;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5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En cambio recibes la ofrenda humilde,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/>
        </p:nvSpPr>
        <p:spPr>
          <a:xfrm>
            <a:off x="1419922" y="197346"/>
            <a:ext cx="9352156" cy="6463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La ofrenda humilde, Señor Jesucristo, de mi corazón.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La ofrenda humilde, Señor Jesucristo, de mi corazón.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/>
          <p:nvPr/>
        </p:nvSpPr>
        <p:spPr>
          <a:xfrm>
            <a:off x="689517" y="278781"/>
            <a:ext cx="10812966" cy="6463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2. Y cuando la noche extiende su manto, Mis ojos en llanto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en ti fijaré;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Alzando mis ojos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veré las estrellas;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 txBox="1"/>
          <p:nvPr/>
        </p:nvSpPr>
        <p:spPr>
          <a:xfrm>
            <a:off x="1442224" y="243512"/>
            <a:ext cx="9307551" cy="6370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5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Yo sé que tras ellas cual Padre amoroso tú velas por mí.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5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Yo sé que tras ellas cual Padre amoroso tú velas por mí.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"/>
          <p:cNvSpPr txBox="1"/>
          <p:nvPr/>
        </p:nvSpPr>
        <p:spPr>
          <a:xfrm>
            <a:off x="658851" y="335845"/>
            <a:ext cx="10874298" cy="61863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3. No puedo pagarte con oro ni plata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el gran sacrificio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que hiciste por mí;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No tengo qué darte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por tanto amarme;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"/>
          <p:cNvSpPr txBox="1"/>
          <p:nvPr/>
        </p:nvSpPr>
        <p:spPr>
          <a:xfrm>
            <a:off x="1524000" y="520700"/>
            <a:ext cx="9144000" cy="58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Recibe este canto mezclado con llanto, y mi corazón. Recibe este canto mezclado con llanto, y mi corazón.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1">
  <a:themeElements>
    <a:clrScheme name="Oficin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2017-03-03T21:16:01Z</dcterms:created>
  <dc:creator>Kadiesa</dc:creator>
</cp:coreProperties>
</file>
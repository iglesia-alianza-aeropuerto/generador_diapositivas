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FZpgYY5Nb8xNgV1xQnGWZaY+L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BCD7">
            <a:alpha val="29803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7078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198 MI VIDA DI POR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Mi vida di por ti, mi sangre derramé; Por ti inmolado fui, por gracia te salvé; </a:t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1"/>
            <a:ext cx="9144000" cy="763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//Por ti, por ti inmolado fui, ¿Qué has dado tú por mí?//</a:t>
            </a:r>
            <a:endParaRPr sz="8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Mi celestial mansión, mi trono de esplendor, Dejé por rescatar al mundo pecador;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0"/>
            <a:ext cx="9144000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//Sí, todo yo dejé por ti, ¿Qué dejas tú por mí?//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357166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Reproches, aflicción y angustias yo sufrí; La copa amarga fue que yo por ti bebí; </a:t>
            </a:r>
            <a:endParaRPr sz="4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428604"/>
            <a:ext cx="9144000" cy="6586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//Reproches yo por ti sufrí, ¿Qué sufres tú por mí?//</a:t>
            </a:r>
            <a:endParaRPr sz="9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De mi celeste hogar, te traigo el rico don Del Padre Dios de amor, la plena salvación;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//Mi don de amor te traigo a ti, ¿Qué ofreces tú por mí?//</a:t>
            </a:r>
            <a:endParaRPr sz="5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2017-03-03T21:49:14Z</dcterms:created>
  <dc:creator>Kadiesa</dc:creator>
</cp:coreProperties>
</file>
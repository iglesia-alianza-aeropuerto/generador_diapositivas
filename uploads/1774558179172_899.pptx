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1" r:id="rId5"/>
    <p:sldId id="264" r:id="rId6"/>
    <p:sldId id="263" r:id="rId7"/>
    <p:sldId id="265" r:id="rId8"/>
    <p:sldId id="266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660"/>
  </p:normalViewPr>
  <p:slideViewPr>
    <p:cSldViewPr snapToGrid="0">
      <p:cViewPr varScale="1">
        <p:scale>
          <a:sx n="67" d="100"/>
          <a:sy n="67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6157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5950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2501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6765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3323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0460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7631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64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2255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1053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4748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31746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150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37577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08081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8806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38AF7-E1E8-4837-A008-C42B0EBD3E15}" type="datetimeFigureOut">
              <a:rPr lang="es-VE" smtClean="0"/>
              <a:t>15-11-2018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B77A630-481D-403A-92BD-B2E66326B3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8653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03287" y="290512"/>
            <a:ext cx="10460038" cy="5938838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s-VE" sz="6000" dirty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y honor </a:t>
            </a:r>
            <a:endParaRPr lang="es-VE" sz="6000" dirty="0" smtClean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VE" sz="6000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i="1" dirty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 </a:t>
            </a:r>
            <a:r>
              <a:rPr lang="es-VE" sz="6600" i="1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Varones: </a:t>
            </a: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</a:t>
            </a: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y honor demos al cordero </a:t>
            </a:r>
          </a:p>
          <a:p>
            <a:pPr marL="0" indent="0" algn="ctr">
              <a:buNone/>
            </a:pP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y honor dad a nuestro </a:t>
            </a: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rey</a:t>
            </a:r>
            <a:endParaRPr lang="es-VE" sz="6600" dirty="0">
              <a:solidFill>
                <a:schemeClr val="tx1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1076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1487" y="828674"/>
            <a:ext cx="11477625" cy="54006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VE" sz="6000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i="1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Mujeres: </a:t>
            </a: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</a:t>
            </a: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y honor demos al cordero </a:t>
            </a:r>
          </a:p>
          <a:p>
            <a:pPr marL="0" indent="0" algn="ctr">
              <a:buNone/>
            </a:pP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y honor dad a nuestro </a:t>
            </a: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rey</a:t>
            </a:r>
            <a:endParaRPr lang="es-VE" sz="6600" dirty="0">
              <a:solidFill>
                <a:schemeClr val="tx1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5085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1487" y="828674"/>
            <a:ext cx="11477625" cy="54006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VE" sz="6000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i="1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Todos: </a:t>
            </a: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</a:t>
            </a: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y honor demos al cordero </a:t>
            </a:r>
          </a:p>
          <a:p>
            <a:pPr marL="0" indent="0" algn="ctr">
              <a:buNone/>
            </a:pP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y honor dad a nuestro </a:t>
            </a: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rey</a:t>
            </a:r>
            <a:endParaRPr lang="es-VE" sz="6600" dirty="0">
              <a:solidFill>
                <a:schemeClr val="tx1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72998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0037" y="-328612"/>
            <a:ext cx="11572876" cy="70437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s-VE" sz="6000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i="1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Coro: </a:t>
            </a:r>
          </a:p>
          <a:p>
            <a:pPr marL="0" indent="0" algn="ctr">
              <a:buNone/>
            </a:pPr>
            <a:endParaRPr lang="es-VE" sz="3900" dirty="0">
              <a:solidFill>
                <a:schemeClr val="tx1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Sacrificio te ofrezco mi canto te doy </a:t>
            </a:r>
          </a:p>
          <a:p>
            <a:pPr marL="0" indent="0" algn="ctr">
              <a:buNone/>
            </a:pP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Con mi vida de proclamo tu grandeza señor </a:t>
            </a:r>
            <a:r>
              <a:rPr lang="es-VE" sz="6600" i="1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 </a:t>
            </a:r>
            <a:endParaRPr lang="es-VE" sz="6600" i="1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17253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0037" y="-328612"/>
            <a:ext cx="11572876" cy="70437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s-VE" sz="6000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i="1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Coro: </a:t>
            </a:r>
          </a:p>
          <a:p>
            <a:pPr marL="0" indent="0" algn="ctr">
              <a:buNone/>
            </a:pPr>
            <a:endParaRPr lang="es-VE" sz="3900" dirty="0">
              <a:solidFill>
                <a:schemeClr val="tx1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Sacrificio te ofrezco mi canto te doy </a:t>
            </a:r>
          </a:p>
          <a:p>
            <a:pPr marL="0" indent="0" algn="ctr">
              <a:buNone/>
            </a:pP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Con mi vida de proclamo tu grandeza señor </a:t>
            </a:r>
            <a:r>
              <a:rPr lang="es-VE" sz="6600" i="1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 </a:t>
            </a:r>
            <a:endParaRPr lang="es-VE" sz="6600" i="1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84601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013" y="457200"/>
            <a:ext cx="11949112" cy="598646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VE" sz="6000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y honor </a:t>
            </a:r>
          </a:p>
          <a:p>
            <a:pPr marL="0" indent="0" algn="ctr">
              <a:buNone/>
            </a:pPr>
            <a:endParaRPr lang="es-VE" sz="6000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i="1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Todos: </a:t>
            </a: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</a:t>
            </a: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y honor demos al cordero </a:t>
            </a:r>
          </a:p>
          <a:p>
            <a:pPr marL="0" indent="0" algn="ctr">
              <a:buNone/>
            </a:pP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Gloria y honor dad a nuestro </a:t>
            </a: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rey</a:t>
            </a:r>
            <a:endParaRPr lang="es-VE" sz="6600" dirty="0">
              <a:solidFill>
                <a:schemeClr val="tx1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7028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0037" y="-328612"/>
            <a:ext cx="11572876" cy="70437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s-VE" sz="6000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i="1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Coro: </a:t>
            </a:r>
          </a:p>
          <a:p>
            <a:pPr marL="0" indent="0" algn="ctr">
              <a:buNone/>
            </a:pPr>
            <a:endParaRPr lang="es-VE" sz="3900" dirty="0">
              <a:solidFill>
                <a:schemeClr val="tx1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Sacrificio te ofrezco mi canto te doy </a:t>
            </a:r>
          </a:p>
          <a:p>
            <a:pPr marL="0" indent="0" algn="ctr">
              <a:buNone/>
            </a:pP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Con mi vida de proclamo tu grandeza señor </a:t>
            </a:r>
            <a:r>
              <a:rPr lang="es-VE" sz="6600" i="1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 </a:t>
            </a:r>
            <a:endParaRPr lang="es-VE" sz="6600" i="1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82595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0037" y="-328612"/>
            <a:ext cx="11572876" cy="70437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s-VE" sz="6000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i="1" dirty="0" smtClean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Coro: </a:t>
            </a:r>
          </a:p>
          <a:p>
            <a:pPr marL="0" indent="0" algn="ctr">
              <a:buNone/>
            </a:pPr>
            <a:endParaRPr lang="es-VE" sz="3900" dirty="0">
              <a:solidFill>
                <a:schemeClr val="tx1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Sacrificio te ofrezco mi canto te doy </a:t>
            </a:r>
          </a:p>
          <a:p>
            <a:pPr marL="0" indent="0" algn="ctr">
              <a:buNone/>
            </a:pPr>
            <a:r>
              <a:rPr lang="es-VE" sz="6600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Con mi vida de proclamo tu grandeza señor </a:t>
            </a:r>
            <a:r>
              <a:rPr lang="es-VE" sz="6600" i="1" dirty="0" smtClean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 </a:t>
            </a:r>
            <a:endParaRPr lang="es-VE" sz="6600" i="1" dirty="0">
              <a:solidFill>
                <a:srgbClr val="FF0000"/>
              </a:solidFill>
              <a:latin typeface="Arial Black" panose="020B0A04020102020204" pitchFamily="34" charset="0"/>
              <a:ea typeface="+mj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3524105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135</Words>
  <Application>Microsoft Office PowerPoint</Application>
  <PresentationFormat>Panorámica</PresentationFormat>
  <Paragraphs>34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Aharoni</vt:lpstr>
      <vt:lpstr>Arial</vt:lpstr>
      <vt:lpstr>Arial Black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Familia Tobón Ch</dc:creator>
  <cp:lastModifiedBy>Familia Tobón Ch</cp:lastModifiedBy>
  <cp:revision>2</cp:revision>
  <dcterms:created xsi:type="dcterms:W3CDTF">2018-11-15T13:36:35Z</dcterms:created>
  <dcterms:modified xsi:type="dcterms:W3CDTF">2018-11-15T13:49:45Z</dcterms:modified>
</cp:coreProperties>
</file>
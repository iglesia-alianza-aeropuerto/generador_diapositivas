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Arial Black"/>
      <p:regular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9" roundtripDataSignature="AMtx7mhxfS4Akm4afSOelyqSBFqBWxnf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ArialBlack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558018" y="214292"/>
            <a:ext cx="11075963" cy="7078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327 ME HALLÓ UN BUEN AMIGO</a:t>
            </a:r>
            <a:endParaRPr b="0" i="1" sz="40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1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1143000" lvl="0" marL="114300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Arial Black"/>
              <a:buAutoNum type="arabicPeriod"/>
            </a:pPr>
            <a:r>
              <a:rPr b="1" i="0" lang="es-CO" sz="6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Me halló un buen amigo,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mi amado Salvador; Contaré lo que ha hecho él por mí; </a:t>
            </a:r>
            <a:endParaRPr b="0" i="0" sz="6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1539279" y="548681"/>
            <a:ext cx="91440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Hallándome perdido e indigno pecador,</a:t>
            </a:r>
            <a:r>
              <a:rPr lang="es-CO" sz="4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sz="46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Me salvó y ya me guarda para sí.</a:t>
            </a:r>
            <a:r>
              <a:rPr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sz="7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/>
          <p:nvPr/>
        </p:nvSpPr>
        <p:spPr>
          <a:xfrm>
            <a:off x="1271326" y="1397701"/>
            <a:ext cx="9933300" cy="40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Me salva del pecado, me guarda de Satán, Promete estar conmigo hasta el fin.</a:t>
            </a:r>
            <a:r>
              <a:rPr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sz="6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633047" y="1305872"/>
            <a:ext cx="11019600" cy="26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7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Él consuela mi tristeza, me quita todo afán; ¡Grandes cosas Cristo ha hecho para mí!</a:t>
            </a:r>
            <a:endParaRPr sz="47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/>
          <p:nvPr/>
        </p:nvSpPr>
        <p:spPr>
          <a:xfrm>
            <a:off x="733864" y="0"/>
            <a:ext cx="10724400" cy="3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2. Jesús jamás me falta; </a:t>
            </a:r>
            <a:endParaRPr sz="46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jamás me dejará; </a:t>
            </a:r>
            <a:endParaRPr sz="46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Es mi fuerte y poderoso </a:t>
            </a:r>
            <a:endParaRPr sz="46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Protector. </a:t>
            </a:r>
            <a:endParaRPr sz="4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 txBox="1"/>
          <p:nvPr/>
        </p:nvSpPr>
        <p:spPr>
          <a:xfrm>
            <a:off x="936037" y="612845"/>
            <a:ext cx="10320000" cy="29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Del mundo yo me aparto y de la vanidad </a:t>
            </a:r>
            <a:endParaRPr sz="46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Para consagrar mi vida a mi Señor. </a:t>
            </a:r>
            <a:endParaRPr sz="4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/>
          <p:nvPr/>
        </p:nvSpPr>
        <p:spPr>
          <a:xfrm>
            <a:off x="1259632" y="597455"/>
            <a:ext cx="9672736" cy="5663089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Si el mundo me persigue, </a:t>
            </a:r>
            <a:endParaRPr sz="46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si sufro tentación, Confiado en Cristo puedo resistir. </a:t>
            </a:r>
            <a:endParaRPr sz="4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/>
          <p:nvPr/>
        </p:nvSpPr>
        <p:spPr>
          <a:xfrm>
            <a:off x="826205" y="684658"/>
            <a:ext cx="105396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La victoria me es segura, </a:t>
            </a:r>
            <a:endParaRPr sz="46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elevo mi canción:</a:t>
            </a:r>
            <a:r>
              <a:rPr lang="es-CO" sz="4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sz="46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¡Grandes cosas Cristo ha hecho para mí!</a:t>
            </a:r>
            <a:endParaRPr sz="4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 txBox="1"/>
          <p:nvPr/>
        </p:nvSpPr>
        <p:spPr>
          <a:xfrm>
            <a:off x="401621" y="961658"/>
            <a:ext cx="113889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3. Yo sé que Jesucristo muy pronto volverá, </a:t>
            </a:r>
            <a:endParaRPr sz="46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entre tanto me prepara un lugar</a:t>
            </a:r>
            <a:endParaRPr sz="4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4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"/>
          <p:cNvSpPr txBox="1"/>
          <p:nvPr/>
        </p:nvSpPr>
        <p:spPr>
          <a:xfrm>
            <a:off x="933316" y="1320731"/>
            <a:ext cx="10325400" cy="3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casa de su Padre, </a:t>
            </a:r>
            <a:endParaRPr sz="46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mansión de luz y paz, Do el creyente fiel con él ha de morar.</a:t>
            </a:r>
            <a:r>
              <a:rPr b="1" lang="es-CO" sz="67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  </a:t>
            </a:r>
            <a:endParaRPr sz="6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"/>
          <p:cNvSpPr txBox="1"/>
          <p:nvPr/>
        </p:nvSpPr>
        <p:spPr>
          <a:xfrm>
            <a:off x="841513" y="1428453"/>
            <a:ext cx="10509000" cy="29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Llegando a la gloria, con Él yo estaré; </a:t>
            </a:r>
            <a:endParaRPr sz="4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Contemplaré su rostro siempre allí. </a:t>
            </a:r>
            <a:endParaRPr sz="4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"/>
          <p:cNvSpPr/>
          <p:nvPr/>
        </p:nvSpPr>
        <p:spPr>
          <a:xfrm>
            <a:off x="908180" y="905234"/>
            <a:ext cx="10375640" cy="5047532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 los santos redimidos </a:t>
            </a:r>
            <a:endParaRPr sz="46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gozoso cantaré: </a:t>
            </a:r>
            <a:endParaRPr sz="46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¡Grandes cosas Cristo ha hecho para mí!</a:t>
            </a:r>
            <a:endParaRPr sz="4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1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2017-05-27T15:33:11Z</dcterms:created>
  <dc:creator>Kadiesa</dc:creator>
</cp:coreProperties>
</file>
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3XJLR0ycerj0c5vn5FokMTirX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2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2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7" name="Google Shape;107;p2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8" name="Google Shape;108;p2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p2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2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7" name="Google Shape;117;p2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30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3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1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3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2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3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EF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1505364" y="407661"/>
            <a:ext cx="9181273" cy="6083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5333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387 DULCE COMUNIÓN</a:t>
            </a:r>
            <a:endParaRPr b="0" i="1" sz="5333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333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Dulce comunión la que gozo ya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los brazos de mi Salvador;</a:t>
            </a:r>
            <a:r>
              <a:rPr b="0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3733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733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666749" y="552451"/>
            <a:ext cx="10991851" cy="608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467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¡Qué gran bendición en su paz me da!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¡Oh! yo siento en mí su tierno amor.</a:t>
            </a:r>
            <a:endParaRPr b="0" i="0" sz="6667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1047751" y="76201"/>
            <a:ext cx="10401300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0" i="1" lang="es-CO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Libre, salvo, del pecado y del temor; Libre, salvo,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los brazos de mi Salvador. </a:t>
            </a:r>
            <a:endParaRPr b="0" i="0" sz="6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1700000" y="505252"/>
            <a:ext cx="91440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¡Cuán dulce es vivir, cuán dulce es gozar! En los brazos de mi Salvador.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1276351" y="533401"/>
            <a:ext cx="97536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Allí quiero ir y con él morar,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Siendo objeto de su tierno amor.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1047751" y="76201"/>
            <a:ext cx="10401300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0" i="1" lang="es-CO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Libre, salvo, del pecado y del temor; Libre, salvo,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los brazos de mi Salvador. </a:t>
            </a:r>
            <a:endParaRPr b="0" i="0" sz="6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1104900" y="495280"/>
            <a:ext cx="99822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No hay que temer, ni que desconfiar,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los brazos de mi Salvador;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1543051" y="685779"/>
            <a:ext cx="9144000" cy="495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su gran poder él me guardará De los lazos del engañador.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1047751" y="76201"/>
            <a:ext cx="10401300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0" i="1" lang="es-CO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Libre, salvo, del pecado y del temor; Libre, salvo,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los brazos de mi Salvador. </a:t>
            </a:r>
            <a:endParaRPr b="0" i="0" sz="6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2017-05-27T16:36:03Z</dcterms:created>
  <dc:creator>Kadiesa</dc:creator>
</cp:coreProperties>
</file>
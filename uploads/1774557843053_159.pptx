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081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3088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5561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2519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1816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3273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3169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3173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8913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777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3474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  <a:alpha val="6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7505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1524000" y="1"/>
            <a:ext cx="9144000" cy="7232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b="1" i="1" dirty="0">
                <a:ln w="1270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320 CUAL LA MAR HERMOSA</a:t>
            </a:r>
            <a:endParaRPr lang="es-CO" sz="4000" i="1" dirty="0">
              <a:ln w="12700">
                <a:noFill/>
              </a:ln>
              <a:solidFill>
                <a:srgbClr val="FF0000"/>
              </a:solidFill>
              <a:latin typeface="Arial Black" pitchFamily="34" charset="0"/>
            </a:endParaRPr>
          </a:p>
          <a:p>
            <a:pPr algn="ctr"/>
            <a:r>
              <a:rPr lang="es-CO" sz="2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 </a:t>
            </a:r>
            <a:endParaRPr lang="es-CO" sz="20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7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1. Cual la mar hermosa es la paz de Dios, fuerte y gloriosa, es eterna paz, </a:t>
            </a:r>
            <a:endParaRPr lang="es-CO" sz="72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44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 </a:t>
            </a:r>
            <a:endParaRPr lang="es-CO" sz="44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0058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1524000" y="214290"/>
            <a:ext cx="9144000" cy="661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6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grande y perfecta, premio de la cruz, fruto del Calvario, obra de Jesús.</a:t>
            </a:r>
            <a:endParaRPr lang="es-CO" sz="76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44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 </a:t>
            </a:r>
            <a:endParaRPr lang="es-CO" sz="44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109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1524000" y="214290"/>
            <a:ext cx="9144000" cy="7171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 </a:t>
            </a:r>
            <a:r>
              <a:rPr lang="es-CO" sz="4000" b="1" i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Coro:</a:t>
            </a:r>
          </a:p>
          <a:p>
            <a:pPr algn="ctr"/>
            <a:r>
              <a:rPr lang="es-CO" sz="7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Descansando en Cristo</a:t>
            </a:r>
            <a:r>
              <a:rPr lang="es-CO" sz="70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CO" sz="7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siempre paz tendré;</a:t>
            </a:r>
            <a:r>
              <a:rPr lang="es-CO" sz="70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CO" sz="7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en Jehová confiando, nada temeré.</a:t>
            </a:r>
            <a:endParaRPr lang="es-CO" sz="70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sz="70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9337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500043"/>
            <a:ext cx="9144000" cy="670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6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2. En el gran refugio de la paz de Dios,</a:t>
            </a:r>
            <a:r>
              <a:rPr lang="es-CO" sz="76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CO" sz="76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Nunca hay molestias, es perfecta paz;</a:t>
            </a:r>
            <a:r>
              <a:rPr lang="es-CO" sz="76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</a:p>
          <a:p>
            <a:pPr algn="ctr"/>
            <a:r>
              <a:rPr lang="es-CO" sz="3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 </a:t>
            </a:r>
            <a:endParaRPr lang="es-CO" sz="30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8828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8063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7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Nunca negra duda, pena ni pesar,</a:t>
            </a:r>
            <a:r>
              <a:rPr lang="es-CO" sz="77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CO" sz="77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Vejaciones crueles, pueden acosar.</a:t>
            </a:r>
            <a:endParaRPr lang="es-CO" sz="77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3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 </a:t>
            </a:r>
            <a:endParaRPr lang="es-CO" sz="30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340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1524000" y="214290"/>
            <a:ext cx="9144000" cy="7171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 Coro:</a:t>
            </a:r>
          </a:p>
          <a:p>
            <a:pPr algn="ctr"/>
            <a:r>
              <a:rPr lang="es-CO" sz="7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Descansando en Cristo</a:t>
            </a:r>
            <a:r>
              <a:rPr lang="es-CO" sz="70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CO" sz="7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siempre paz tendré;</a:t>
            </a:r>
            <a:r>
              <a:rPr lang="es-CO" sz="70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CO" sz="7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en Jehová confiando, nada temeré.</a:t>
            </a:r>
            <a:endParaRPr lang="es-CO" sz="70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sz="70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7892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80625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6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3. Toda nuestra vida cuidará Jesús;</a:t>
            </a:r>
            <a:r>
              <a:rPr lang="es-CO" sz="76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CO" sz="76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Cristo nunca cambia, él es nuestra paz;</a:t>
            </a:r>
            <a:endParaRPr lang="es-CO" sz="76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CO" sz="30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287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60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6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Fuertes y seguros en el Salvador,</a:t>
            </a:r>
            <a:r>
              <a:rPr lang="es-CO" sz="76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CO" sz="76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siempre moraremos en su grande amor.</a:t>
            </a:r>
            <a:endParaRPr lang="es-CO" sz="76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7625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1524000" y="214290"/>
            <a:ext cx="9144000" cy="7171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 Coro:</a:t>
            </a:r>
          </a:p>
          <a:p>
            <a:pPr algn="ctr"/>
            <a:r>
              <a:rPr lang="es-CO" sz="7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Descansando en Cristo</a:t>
            </a:r>
            <a:r>
              <a:rPr lang="es-CO" sz="70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CO" sz="7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siempre paz tendré;</a:t>
            </a:r>
            <a:r>
              <a:rPr lang="es-CO" sz="70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CO" sz="7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en Jehová confiando, nada temeré.</a:t>
            </a:r>
            <a:endParaRPr lang="es-CO" sz="70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sz="70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6722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0"/>
            <a:ext cx="914400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4. Oh Señor amado, tú nos das quietud,</a:t>
            </a:r>
            <a:r>
              <a:rPr lang="es-CO" sz="80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CO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de ti recibimos celestial salud;</a:t>
            </a:r>
            <a:r>
              <a:rPr lang="es-CO" sz="80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endParaRPr lang="es-CO" sz="6000" dirty="0">
              <a:ln w="12700">
                <a:noFill/>
              </a:ln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5243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1"/>
            <a:ext cx="9144000" cy="81868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haznos conocerte, te amaremos más;</a:t>
            </a:r>
            <a:r>
              <a:rPr lang="es-CO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CO" sz="7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sé tú nuestro dueño, Príncipe de paz.</a:t>
            </a:r>
            <a:endParaRPr lang="es-CO" sz="72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54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 </a:t>
            </a:r>
          </a:p>
          <a:p>
            <a:endParaRPr lang="es-CO" sz="4000" dirty="0">
              <a:ln w="12700">
                <a:noFill/>
              </a:ln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1437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1524000" y="214290"/>
            <a:ext cx="9144000" cy="7171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 Coro:</a:t>
            </a:r>
          </a:p>
          <a:p>
            <a:pPr algn="ctr"/>
            <a:r>
              <a:rPr lang="es-CO" sz="7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Descansando en Cristo</a:t>
            </a:r>
            <a:r>
              <a:rPr lang="es-CO" sz="70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CO" sz="7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siempre paz tendré;</a:t>
            </a:r>
            <a:r>
              <a:rPr lang="es-CO" sz="70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CO" sz="7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en Jehová confiando, nada temeré.</a:t>
            </a:r>
            <a:endParaRPr lang="es-CO" sz="70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sz="70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5715584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</Words>
  <Application>Microsoft Office PowerPoint</Application>
  <PresentationFormat>Panorámica</PresentationFormat>
  <Paragraphs>23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2017-05-27T14:41:49Z</dcterms:created>
  <dcterms:modified xsi:type="dcterms:W3CDTF">2017-05-27T14:41:51Z</dcterms:modified>
</cp:coreProperties>
</file>
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YBY8K8Ry7UochxNZbSbXed6Xz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subTitle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2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7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7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0"/>
          <p:cNvSpPr txBox="1"/>
          <p:nvPr>
            <p:ph idx="2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33" name="Google Shape;133;p3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1"/>
          <p:cNvSpPr/>
          <p:nvPr>
            <p:ph idx="2" type="pic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40" name="Google Shape;140;p3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" type="body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/>
          <p:nvPr>
            <p:ph type="title"/>
          </p:nvPr>
        </p:nvSpPr>
        <p:spPr>
          <a:xfrm rot="5400000">
            <a:off x="7133432" y="1956596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" type="body"/>
          </p:nvPr>
        </p:nvSpPr>
        <p:spPr>
          <a:xfrm rot="5400000">
            <a:off x="1799431" y="-596104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DA9D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"/>
          <p:cNvSpPr txBox="1"/>
          <p:nvPr/>
        </p:nvSpPr>
        <p:spPr>
          <a:xfrm>
            <a:off x="409127" y="356661"/>
            <a:ext cx="11353800" cy="7807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53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218 ¡RESUCITÓ, RESUCITÓ!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457200" lvl="0" marL="342882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AutoNum type="arabicPeriod"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Jesucristo ya venció la muerte;  con poder glorioso ha resucitado.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/>
        </p:nvSpPr>
        <p:spPr>
          <a:xfrm>
            <a:off x="1295467" y="214291"/>
            <a:ext cx="9144000" cy="7032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¡resucitó! 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¡resucitó!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199456" y="214290"/>
            <a:ext cx="9144000" cy="7032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¡resucitó! 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¡resucitó!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57149" y="815697"/>
            <a:ext cx="11906251" cy="4893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¿Dónde, oh muerte,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dónde está tu triunfo?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¿dónde, oh sepulcro,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dónde tu victoria?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1103445" y="15238"/>
            <a:ext cx="9144000" cy="7032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¡resucitó! 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¡resucitó!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304800" y="366691"/>
            <a:ext cx="115824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El promete que también nosotros resucitaremos, ¡gloria, 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1199456" y="214290"/>
            <a:ext cx="9144000" cy="7032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¡resucitó! 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¡resucitó!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438151" y="323851"/>
            <a:ext cx="11410951" cy="6309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¡Alegría, alegría hermanos!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Hoy cantad con gozo,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¡cantad aleluya!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1199456" y="204646"/>
            <a:ext cx="9144000" cy="7032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¡resucitó! 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¡resucitó!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¡aleluya!</a:t>
            </a:r>
            <a:endParaRPr/>
          </a:p>
          <a:p>
            <a:pPr indent="-342882" lvl="0" marL="34288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¡resucitó!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2017-05-10T21:08:44Z</dcterms:created>
  <dc:creator>Kadiesa</dc:creator>
</cp:coreProperties>
</file>
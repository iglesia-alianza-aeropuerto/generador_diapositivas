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2g0HVkhDzNh5gOS5V+C/h3VIv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DADA">
            <a:alpha val="8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214291"/>
            <a:ext cx="9421906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432 FIRME ESTARÉ</a:t>
            </a:r>
            <a:r>
              <a:rPr b="0" i="1" lang="es-CO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Cristo guarda siempre, puedo en él</a:t>
            </a: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confiar; </a:t>
            </a:r>
            <a:endParaRPr b="1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me deja nunca,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puedo en él confiar, 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443317" y="645460"/>
            <a:ext cx="9144000" cy="52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pues, cual la Roca eterna de los siglos, </a:t>
            </a:r>
            <a:endParaRPr b="1"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Firme estaré.</a:t>
            </a:r>
            <a:endParaRPr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443753"/>
            <a:ext cx="9144000" cy="57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¡Nada, no, nada me ha de mover! </a:t>
            </a:r>
            <a:endParaRPr b="1"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¡Nada, no, nada me ha de mover! 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497106" y="312622"/>
            <a:ext cx="9144000" cy="615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Pues, cual la Roca eterna de los siglos, Firme estaré.</a:t>
            </a:r>
            <a:endParaRPr sz="8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335742" y="123954"/>
            <a:ext cx="9381564" cy="6863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Fuerte es Jesucristo, puedo en él confiar; </a:t>
            </a:r>
            <a:endParaRPr b="1"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me ha provisto, </a:t>
            </a:r>
            <a:endParaRPr b="1"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puedo en él confiar, 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349188" y="685800"/>
            <a:ext cx="9144000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pues, cual la Roca eterna de los siglos, </a:t>
            </a:r>
            <a:endParaRPr b="1"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Firme estaré.</a:t>
            </a:r>
            <a:endParaRPr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0"/>
            <a:ext cx="9144000" cy="7509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¡Nada, no, nada me ha de mover! ¡Nada, no, nada me ha de mover! </a:t>
            </a:r>
            <a:endParaRPr sz="8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285728"/>
            <a:ext cx="914400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Pues, cual la Roca eterna de los siglos, Firme estaré.</a:t>
            </a:r>
            <a:endParaRPr sz="9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416423" y="240804"/>
            <a:ext cx="9381565" cy="661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En la noche oscura, puedo en él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confiar; </a:t>
            </a:r>
            <a:endParaRPr b="1"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alma está segura, </a:t>
            </a:r>
            <a:endParaRPr b="1"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puedo en él confiar,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537447" y="887506"/>
            <a:ext cx="91440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pues, cual la Roca</a:t>
            </a:r>
            <a:r>
              <a:rPr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eterna de los siglos, </a:t>
            </a:r>
            <a:endParaRPr b="1"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Firme estaré.</a:t>
            </a:r>
            <a:endParaRPr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1524000" y="443753"/>
            <a:ext cx="9144000" cy="57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¡Nada, no, nada me ha de mover! </a:t>
            </a:r>
            <a:endParaRPr b="1"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¡Nada, no, nada me ha de mover! 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1524000" y="285728"/>
            <a:ext cx="914400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Pues, cual la Roca eterna de los siglos, Firme estaré.</a:t>
            </a:r>
            <a:endParaRPr sz="9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/>
        </p:nvSpPr>
        <p:spPr>
          <a:xfrm>
            <a:off x="1497105" y="578224"/>
            <a:ext cx="9287400" cy="5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4. Muchos me abandonan, puedo en él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confiar; </a:t>
            </a:r>
            <a:endParaRPr b="1"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Otros me engañan, puedo en él confiar,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/>
        </p:nvSpPr>
        <p:spPr>
          <a:xfrm>
            <a:off x="1537447" y="605118"/>
            <a:ext cx="91440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pues, cual la Roca</a:t>
            </a:r>
            <a:r>
              <a:rPr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eterna de los siglos, </a:t>
            </a:r>
            <a:endParaRPr b="1"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Firme estaré.</a:t>
            </a:r>
            <a:endParaRPr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/>
        </p:nvSpPr>
        <p:spPr>
          <a:xfrm>
            <a:off x="1524000" y="443753"/>
            <a:ext cx="9144000" cy="57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¡Nada, no, nada me ha de mover! </a:t>
            </a:r>
            <a:endParaRPr b="1"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¡Nada, no, nada me ha de mover! 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/>
        </p:nvSpPr>
        <p:spPr>
          <a:xfrm>
            <a:off x="1524000" y="285728"/>
            <a:ext cx="914400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Pues, cual la Roca eterna de los siglos, Firme estaré.</a:t>
            </a:r>
            <a:endParaRPr sz="9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2017-05-30T15:34:13Z</dcterms:created>
  <dc:creator>Kadiesa</dc:creator>
</cp:coreProperties>
</file>
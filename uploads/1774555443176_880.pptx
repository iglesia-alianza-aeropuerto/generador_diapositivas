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v7IK5xht6iFsENgDjjC3Q8W8y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E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0"/>
            <a:ext cx="9144000" cy="7032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354 EL AMOR PERMANECERÁ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Si yo hablase en lenguas</a:t>
            </a:r>
            <a:r>
              <a:rPr b="0" i="0" lang="es-CO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no tengo amor,</a:t>
            </a:r>
            <a:r>
              <a:rPr b="0" i="0" lang="es-CO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Soy metal que resuena; Vengo a ser sin valor.</a:t>
            </a:r>
            <a:endParaRPr b="0" i="0" sz="6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357167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Permanecen la fe,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esperanza, el amor, pero debes tener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mayor de los tres.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amor siempre es; todo se acabará,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éste permanecerá.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84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El amor es sufrido;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se irrita, es benigno.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busca lo suyo; ¡oh, excelso camino!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357167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Permanecen la fe,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esperanza, el amor, pero debes tener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mayor de los tres.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amor siempre es; todo se acabará,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éste permanecerá.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72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3. Sigue, pues, este amor;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dejes de amar;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Lograrás así a Dios con tu vida agradar.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357167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Permanecen la fe,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esperanza, el amor, pero debes tener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mayor de los tres.</a:t>
            </a:r>
            <a:r>
              <a:rPr lang="es-CO" sz="71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amor siempre es; todo se acabará,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éste permanecerá.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2017-05-27T15:54:17Z</dcterms:created>
  <dc:creator>Kadiesa</dc:creator>
</cp:coreProperties>
</file>
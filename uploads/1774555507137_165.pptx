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Arial Black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wJ4DadLn6IiQh8c/364A32Mbv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showMasterSp="0">
  <p:cSld name="1_Título y objeto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1" name="Google Shape;8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5" name="Google Shape;9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2" name="Google Shape;10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9" name="Google Shape;10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6" name="Google Shape;11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4" name="Google Shape;12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23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4" name="Google Shape;13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0" name="Google Shape;14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3" name="Google Shape;15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 showMasterSp="0">
  <p:cSld name="Imagen panorámica con descripció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1" name="Google Shape;16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8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9" name="Google Shape;16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2" name="Google Shape;172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6" name="Google Shape;17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0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0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83" name="Google Shape;183;p30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4" name="Google Shape;184;p30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6" name="Google Shape;18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 showMasterSp="0">
  <p:cSld name="Columna 3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3" name="Google Shape;19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p32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7" name="Google Shape;197;p32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32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9" name="Google Shape;199;p32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32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1" name="Google Shape;201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 showMasterSp="0">
  <p:cSld name="Columna de imagen 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5" name="Google Shape;20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33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0" name="Google Shape;210;p33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33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2" name="Google Shape;212;p33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3" name="Google Shape;213;p33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4" name="Google Shape;214;p33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33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6" name="Google Shape;216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0" name="Google Shape;22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7" name="Google Shape;22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5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8" name="Google Shape;8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"/>
          <p:cNvSpPr txBox="1"/>
          <p:nvPr>
            <p:ph idx="1" type="body"/>
          </p:nvPr>
        </p:nvSpPr>
        <p:spPr>
          <a:xfrm>
            <a:off x="508747" y="680170"/>
            <a:ext cx="11174506" cy="6454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UN FELIZ CUMPLEAÑOS</a:t>
            </a:r>
            <a:endParaRPr/>
          </a:p>
          <a:p>
            <a:pPr indent="0" lvl="0" marL="0" rtl="0" algn="ctr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nombre de Dios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ti es nuestro canto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deseamos que tengas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un feliz cumpleaños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"/>
          <p:cNvSpPr/>
          <p:nvPr/>
        </p:nvSpPr>
        <p:spPr>
          <a:xfrm>
            <a:off x="918257" y="612844"/>
            <a:ext cx="10355485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en el año que empieza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Sea aumentada tu fe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//Como allá en uno nueve//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libro de Josué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"/>
          <p:cNvSpPr/>
          <p:nvPr/>
        </p:nvSpPr>
        <p:spPr>
          <a:xfrm>
            <a:off x="1095883" y="705177"/>
            <a:ext cx="10000233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Un feliz cumpleaños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te conceda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te guarde en su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hasta el día en que el venga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"/>
          <p:cNvSpPr/>
          <p:nvPr/>
        </p:nvSpPr>
        <p:spPr>
          <a:xfrm>
            <a:off x="1094476" y="1536174"/>
            <a:ext cx="1000304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conceda el deseo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servirle y honrarle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//Jehová te de la paz//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bendiga y te guarde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1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2018-06-10T12:41:21Z</dcterms:created>
  <dc:creator>Familia Tobón Ch</dc:creator>
</cp:coreProperties>
</file>
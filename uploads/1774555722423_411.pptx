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anqLVN9BIccNdVJmlCSlW7LLp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7" name="Google Shape;10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8" name="Google Shape;138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9" name="Google Shape;13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8" name="Google Shape;88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"/>
          <p:cNvSpPr txBox="1"/>
          <p:nvPr/>
        </p:nvSpPr>
        <p:spPr>
          <a:xfrm>
            <a:off x="1402977" y="147918"/>
            <a:ext cx="9144000" cy="64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22 BENDECIRÉ AL SEÑOR</a:t>
            </a:r>
            <a:endParaRPr b="0" i="0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 en todo tiempo;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alabanza en mi boca estará.</a:t>
            </a:r>
            <a:r>
              <a:rPr b="1" i="0" lang="es-ES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/>
        </p:nvSpPr>
        <p:spPr>
          <a:xfrm>
            <a:off x="1416424" y="271582"/>
            <a:ext cx="91440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Señor se gloriará mi alma; lo oirán los mansos y se alegrarán.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/>
        </p:nvSpPr>
        <p:spPr>
          <a:xfrm>
            <a:off x="1389529" y="913730"/>
            <a:ext cx="9144000" cy="45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Engrandeced al Señor conmigo,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exaltemos a una su nombre.</a:t>
            </a: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/>
          <p:nvPr/>
        </p:nvSpPr>
        <p:spPr>
          <a:xfrm>
            <a:off x="1241611" y="980965"/>
            <a:ext cx="91440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Busqué al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él me oyó,</a:t>
            </a: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de todos mis temores me libró.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/>
        </p:nvSpPr>
        <p:spPr>
          <a:xfrm>
            <a:off x="1402977" y="147918"/>
            <a:ext cx="9144000" cy="6412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22 BENDECIRÉ AL SEÑOR</a:t>
            </a:r>
            <a:endParaRPr b="0" i="0" sz="48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Bendeciré al Señor en todo tiempo;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6667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 alabanza en mi boca estará. </a:t>
            </a:r>
            <a:r>
              <a:rPr b="1" i="0" lang="es-ES" sz="44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4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 txBox="1"/>
          <p:nvPr/>
        </p:nvSpPr>
        <p:spPr>
          <a:xfrm>
            <a:off x="1416424" y="271582"/>
            <a:ext cx="9144000" cy="6740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 el Señor se gloriará mi alma; lo oirán los mansos y se alegrarán.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/>
        </p:nvSpPr>
        <p:spPr>
          <a:xfrm>
            <a:off x="1389529" y="913730"/>
            <a:ext cx="9144000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Engrandeced al Señor conmigo,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exaltemos a una su nombre.</a:t>
            </a: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 txBox="1"/>
          <p:nvPr/>
        </p:nvSpPr>
        <p:spPr>
          <a:xfrm>
            <a:off x="1241611" y="980965"/>
            <a:ext cx="914400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Busqué al Señor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él me oyó,</a:t>
            </a: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de todos mis temores me libró.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2017-03-02T16:58:23Z</dcterms:created>
  <dc:creator>Kadiesa</dc:creator>
</cp:coreProperties>
</file>
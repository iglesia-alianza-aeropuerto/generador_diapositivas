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32" name="31 Rectángulo"/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9" name="38 Rectángulo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40" name="39 Rectángulo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41" name="40 Rectángulo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42" name="41 Rectángulo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1219200" y="4343400"/>
            <a:ext cx="103632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19200" y="2834640"/>
            <a:ext cx="103632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56" name="55 Rectángulo"/>
          <p:cNvSpPr/>
          <p:nvPr/>
        </p:nvSpPr>
        <p:spPr>
          <a:xfrm>
            <a:off x="340388" y="5047394"/>
            <a:ext cx="97536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5" name="64 Rectángulo"/>
          <p:cNvSpPr/>
          <p:nvPr/>
        </p:nvSpPr>
        <p:spPr>
          <a:xfrm>
            <a:off x="340388" y="4796819"/>
            <a:ext cx="97536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6" name="65 Rectángulo"/>
          <p:cNvSpPr/>
          <p:nvPr/>
        </p:nvSpPr>
        <p:spPr>
          <a:xfrm>
            <a:off x="340388" y="4637685"/>
            <a:ext cx="97536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7" name="66 Rectángulo"/>
          <p:cNvSpPr/>
          <p:nvPr/>
        </p:nvSpPr>
        <p:spPr>
          <a:xfrm>
            <a:off x="340388" y="4542559"/>
            <a:ext cx="97536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552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768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Forma libre"/>
          <p:cNvSpPr>
            <a:spLocks/>
          </p:cNvSpPr>
          <p:nvPr/>
        </p:nvSpPr>
        <p:spPr bwMode="auto">
          <a:xfrm>
            <a:off x="6438603" y="1073888"/>
            <a:ext cx="5762848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5" name="14 Forma libre"/>
          <p:cNvSpPr>
            <a:spLocks/>
          </p:cNvSpPr>
          <p:nvPr/>
        </p:nvSpPr>
        <p:spPr bwMode="auto">
          <a:xfrm>
            <a:off x="498621" y="0"/>
            <a:ext cx="7352715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3" name="12 Forma libre"/>
          <p:cNvSpPr>
            <a:spLocks/>
          </p:cNvSpPr>
          <p:nvPr/>
        </p:nvSpPr>
        <p:spPr bwMode="auto">
          <a:xfrm rot="5236414">
            <a:off x="6635304" y="1285480"/>
            <a:ext cx="4114800" cy="158496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15 Forma libre"/>
          <p:cNvSpPr>
            <a:spLocks/>
          </p:cNvSpPr>
          <p:nvPr/>
        </p:nvSpPr>
        <p:spPr bwMode="auto">
          <a:xfrm>
            <a:off x="7924800" y="0"/>
            <a:ext cx="3657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7" name="16 Forma libre"/>
          <p:cNvSpPr>
            <a:spLocks/>
          </p:cNvSpPr>
          <p:nvPr/>
        </p:nvSpPr>
        <p:spPr bwMode="auto">
          <a:xfrm>
            <a:off x="7924800" y="4267200"/>
            <a:ext cx="42672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17 Forma libre"/>
          <p:cNvSpPr>
            <a:spLocks/>
          </p:cNvSpPr>
          <p:nvPr/>
        </p:nvSpPr>
        <p:spPr bwMode="auto">
          <a:xfrm>
            <a:off x="7924800" y="0"/>
            <a:ext cx="18288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18 Forma libre"/>
          <p:cNvSpPr>
            <a:spLocks/>
          </p:cNvSpPr>
          <p:nvPr/>
        </p:nvSpPr>
        <p:spPr bwMode="auto">
          <a:xfrm>
            <a:off x="7931152" y="4246564"/>
            <a:ext cx="2787649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0" name="19 Forma libre"/>
          <p:cNvSpPr>
            <a:spLocks/>
          </p:cNvSpPr>
          <p:nvPr/>
        </p:nvSpPr>
        <p:spPr bwMode="auto">
          <a:xfrm>
            <a:off x="7924800" y="4267200"/>
            <a:ext cx="2133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1" name="20 Forma libre"/>
          <p:cNvSpPr>
            <a:spLocks/>
          </p:cNvSpPr>
          <p:nvPr/>
        </p:nvSpPr>
        <p:spPr bwMode="auto">
          <a:xfrm>
            <a:off x="7924800" y="1371600"/>
            <a:ext cx="42672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2" name="21 Forma libre"/>
          <p:cNvSpPr>
            <a:spLocks/>
          </p:cNvSpPr>
          <p:nvPr/>
        </p:nvSpPr>
        <p:spPr bwMode="auto">
          <a:xfrm>
            <a:off x="7924800" y="1752600"/>
            <a:ext cx="42672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3" name="22 Forma libre"/>
          <p:cNvSpPr>
            <a:spLocks/>
          </p:cNvSpPr>
          <p:nvPr/>
        </p:nvSpPr>
        <p:spPr bwMode="auto">
          <a:xfrm>
            <a:off x="1320800" y="4267200"/>
            <a:ext cx="660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4" name="23 Forma libre"/>
          <p:cNvSpPr>
            <a:spLocks/>
          </p:cNvSpPr>
          <p:nvPr/>
        </p:nvSpPr>
        <p:spPr bwMode="auto">
          <a:xfrm>
            <a:off x="711200" y="4267200"/>
            <a:ext cx="7112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5" name="24 Forma libre"/>
          <p:cNvSpPr>
            <a:spLocks/>
          </p:cNvSpPr>
          <p:nvPr/>
        </p:nvSpPr>
        <p:spPr bwMode="auto">
          <a:xfrm>
            <a:off x="489099" y="2438400"/>
            <a:ext cx="75184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6" name="25 Forma libre"/>
          <p:cNvSpPr>
            <a:spLocks/>
          </p:cNvSpPr>
          <p:nvPr/>
        </p:nvSpPr>
        <p:spPr bwMode="auto">
          <a:xfrm>
            <a:off x="489099" y="2133600"/>
            <a:ext cx="75184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7" name="26 Forma libre"/>
          <p:cNvSpPr>
            <a:spLocks/>
          </p:cNvSpPr>
          <p:nvPr/>
        </p:nvSpPr>
        <p:spPr bwMode="auto">
          <a:xfrm>
            <a:off x="6096000" y="4267200"/>
            <a:ext cx="18288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42536" y="1351672"/>
            <a:ext cx="7624064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484213" y="402265"/>
            <a:ext cx="1133856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42536" y="512064"/>
            <a:ext cx="10875264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 flipH="1">
            <a:off x="495384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9" name="8 Rectángulo"/>
          <p:cNvSpPr/>
          <p:nvPr/>
        </p:nvSpPr>
        <p:spPr>
          <a:xfrm flipH="1">
            <a:off x="548145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 flipH="1">
            <a:off x="597933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10 Rectángulo"/>
          <p:cNvSpPr/>
          <p:nvPr/>
        </p:nvSpPr>
        <p:spPr>
          <a:xfrm flipH="1">
            <a:off x="635603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667304" y="680477"/>
            <a:ext cx="48768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237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512064"/>
            <a:ext cx="10972800" cy="914400"/>
          </a:xfrm>
        </p:spPr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19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207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265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24 Rectángulo"/>
          <p:cNvSpPr/>
          <p:nvPr/>
        </p:nvSpPr>
        <p:spPr>
          <a:xfrm>
            <a:off x="0" y="402266"/>
            <a:ext cx="11822773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73099" y="512064"/>
            <a:ext cx="103632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809750"/>
            <a:ext cx="5386917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6193368" y="1809750"/>
            <a:ext cx="5389033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609600" y="2459037"/>
            <a:ext cx="5386917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459037"/>
            <a:ext cx="5389033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16" name="15 Rectángulo"/>
          <p:cNvSpPr/>
          <p:nvPr/>
        </p:nvSpPr>
        <p:spPr>
          <a:xfrm>
            <a:off x="117053" y="680477"/>
            <a:ext cx="6096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7" name="16 Rectángulo"/>
          <p:cNvSpPr/>
          <p:nvPr/>
        </p:nvSpPr>
        <p:spPr>
          <a:xfrm>
            <a:off x="63073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8" name="17 Rectángulo"/>
          <p:cNvSpPr/>
          <p:nvPr/>
        </p:nvSpPr>
        <p:spPr>
          <a:xfrm>
            <a:off x="37669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9" name="18 Rectángulo"/>
          <p:cNvSpPr/>
          <p:nvPr/>
        </p:nvSpPr>
        <p:spPr>
          <a:xfrm>
            <a:off x="0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0" name="19 Rectángulo"/>
          <p:cNvSpPr/>
          <p:nvPr/>
        </p:nvSpPr>
        <p:spPr>
          <a:xfrm flipH="1">
            <a:off x="199693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1" name="20 Rectángulo"/>
          <p:cNvSpPr/>
          <p:nvPr/>
        </p:nvSpPr>
        <p:spPr>
          <a:xfrm flipH="1">
            <a:off x="252455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2" name="21 Rectángulo"/>
          <p:cNvSpPr/>
          <p:nvPr/>
        </p:nvSpPr>
        <p:spPr>
          <a:xfrm flipH="1">
            <a:off x="302243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9" name="28 Rectángulo"/>
          <p:cNvSpPr/>
          <p:nvPr/>
        </p:nvSpPr>
        <p:spPr>
          <a:xfrm flipH="1">
            <a:off x="339912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30" name="29 Rectángulo"/>
          <p:cNvSpPr/>
          <p:nvPr/>
        </p:nvSpPr>
        <p:spPr>
          <a:xfrm>
            <a:off x="371613" y="680477"/>
            <a:ext cx="48768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6668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715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840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109728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914400" y="1435100"/>
            <a:ext cx="33528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4572000" y="1435100"/>
            <a:ext cx="73152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727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>
            <a:off x="490709" y="0"/>
            <a:ext cx="1170432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cxnSp>
        <p:nvCxnSpPr>
          <p:cNvPr id="9" name="8 Conector recto"/>
          <p:cNvCxnSpPr/>
          <p:nvPr/>
        </p:nvCxnSpPr>
        <p:spPr>
          <a:xfrm flipV="1">
            <a:off x="484260" y="1885028"/>
            <a:ext cx="11710163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9 Grupo"/>
          <p:cNvGrpSpPr/>
          <p:nvPr/>
        </p:nvGrpSpPr>
        <p:grpSpPr>
          <a:xfrm rot="5400000">
            <a:off x="11374903" y="1197789"/>
            <a:ext cx="132763" cy="171288"/>
            <a:chOff x="6668087" y="1297746"/>
            <a:chExt cx="161840" cy="156602"/>
          </a:xfrm>
        </p:grpSpPr>
        <p:cxnSp>
          <p:nvCxnSpPr>
            <p:cNvPr id="15" name="14 Conector recto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15 Conector recto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16 Conector recto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1 Título"/>
          <p:cNvSpPr>
            <a:spLocks noGrp="1"/>
          </p:cNvSpPr>
          <p:nvPr>
            <p:ph type="title"/>
          </p:nvPr>
        </p:nvSpPr>
        <p:spPr bwMode="grayWhite">
          <a:xfrm>
            <a:off x="1219200" y="441252"/>
            <a:ext cx="9144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90709" y="1893781"/>
            <a:ext cx="1170432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s-ES" smtClean="0"/>
              <a:t>Haga clic en el icono para agregar una imagen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 bwMode="grayWhite">
          <a:xfrm>
            <a:off x="1219200" y="1150144"/>
            <a:ext cx="9144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grpSp>
        <p:nvGrpSpPr>
          <p:cNvPr id="14" name="13 Grupo"/>
          <p:cNvGrpSpPr/>
          <p:nvPr/>
        </p:nvGrpSpPr>
        <p:grpSpPr>
          <a:xfrm rot="5400000">
            <a:off x="11578103" y="1350189"/>
            <a:ext cx="132763" cy="171288"/>
            <a:chOff x="6668087" y="1297746"/>
            <a:chExt cx="161840" cy="156602"/>
          </a:xfrm>
        </p:grpSpPr>
        <p:cxnSp>
          <p:nvCxnSpPr>
            <p:cNvPr id="11" name="10 Conector recto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11 Conector recto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12 Conector recto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17 Grupo"/>
          <p:cNvGrpSpPr/>
          <p:nvPr/>
        </p:nvGrpSpPr>
        <p:grpSpPr>
          <a:xfrm rot="5400000">
            <a:off x="11115579" y="1453352"/>
            <a:ext cx="132763" cy="171288"/>
            <a:chOff x="6668087" y="1297746"/>
            <a:chExt cx="161840" cy="156602"/>
          </a:xfrm>
        </p:grpSpPr>
        <p:cxnSp>
          <p:nvCxnSpPr>
            <p:cNvPr id="19" name="18 Conector recto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19 Conector recto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20 Conector recto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8636000" y="55499"/>
            <a:ext cx="2844800" cy="365125"/>
          </a:xfrm>
        </p:spPr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55499"/>
            <a:ext cx="7416800" cy="365125"/>
          </a:xfrm>
        </p:spPr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1480800" y="55499"/>
            <a:ext cx="609600" cy="365125"/>
          </a:xfrm>
        </p:spPr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4514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12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641600" cy="5851525"/>
          </a:xfrm>
        </p:spPr>
        <p:txBody>
          <a:bodyPr vert="eaVert" anchor="ctr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812800" y="274640"/>
            <a:ext cx="78232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214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340388" y="5047394"/>
            <a:ext cx="97536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340388" y="4796819"/>
            <a:ext cx="97536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340388" y="4637685"/>
            <a:ext cx="97536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10 Rectángulo"/>
          <p:cNvSpPr/>
          <p:nvPr/>
        </p:nvSpPr>
        <p:spPr>
          <a:xfrm>
            <a:off x="340388" y="4542559"/>
            <a:ext cx="97536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5" name="14 Rectángulo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6" name="15 Rectángulo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7" name="16 Rectángulo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065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817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i="1" dirty="0">
                <a:solidFill>
                  <a:srgbClr val="FF0000"/>
                </a:solidFill>
                <a:latin typeface="Arial Black" pitchFamily="34" charset="0"/>
              </a:rPr>
              <a:t>297 A TI ME VUELVO</a:t>
            </a:r>
          </a:p>
          <a:p>
            <a:pPr algn="ctr"/>
            <a:endParaRPr lang="es-CO" sz="28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28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7200" dirty="0">
                <a:solidFill>
                  <a:prstClr val="black"/>
                </a:solidFill>
                <a:latin typeface="Arial Black" pitchFamily="34" charset="0"/>
              </a:rPr>
              <a:t>A </a:t>
            </a:r>
            <a:r>
              <a:rPr lang="es-CO" sz="7200" dirty="0">
                <a:solidFill>
                  <a:prstClr val="black"/>
                </a:solidFill>
                <a:latin typeface="Arial Black" pitchFamily="34" charset="0"/>
              </a:rPr>
              <a:t>ti me vuelvo, gran Señor que </a:t>
            </a:r>
            <a:r>
              <a:rPr lang="es-CO" sz="7200" dirty="0">
                <a:solidFill>
                  <a:prstClr val="black"/>
                </a:solidFill>
                <a:latin typeface="Arial Black" pitchFamily="34" charset="0"/>
              </a:rPr>
              <a:t>alzaste a </a:t>
            </a:r>
            <a:r>
              <a:rPr lang="es-CO" sz="7200" dirty="0">
                <a:solidFill>
                  <a:prstClr val="black"/>
                </a:solidFill>
                <a:latin typeface="Arial Black" pitchFamily="34" charset="0"/>
              </a:rPr>
              <a:t>costa de tu sangre y de tu </a:t>
            </a:r>
            <a:r>
              <a:rPr lang="es-CO" sz="7200" dirty="0">
                <a:solidFill>
                  <a:prstClr val="black"/>
                </a:solidFill>
                <a:latin typeface="Arial Black" pitchFamily="34" charset="0"/>
              </a:rPr>
              <a:t>vida la</a:t>
            </a:r>
            <a:endParaRPr lang="es-CO" sz="72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pt-BR" sz="28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527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95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dirty="0">
                <a:solidFill>
                  <a:prstClr val="black"/>
                </a:solidFill>
                <a:latin typeface="Arial Black" pitchFamily="34" charset="0"/>
              </a:rPr>
              <a:t>mísera </a:t>
            </a:r>
            <a:r>
              <a:rPr lang="es-CO" sz="8000" dirty="0">
                <a:solidFill>
                  <a:prstClr val="black"/>
                </a:solidFill>
                <a:latin typeface="Arial Black" pitchFamily="34" charset="0"/>
              </a:rPr>
              <a:t>de Adán primer </a:t>
            </a:r>
            <a:r>
              <a:rPr lang="es-CO" sz="8000" dirty="0">
                <a:solidFill>
                  <a:prstClr val="black"/>
                </a:solidFill>
                <a:latin typeface="Arial Black" pitchFamily="34" charset="0"/>
              </a:rPr>
              <a:t>caída, y </a:t>
            </a:r>
            <a:r>
              <a:rPr lang="es-CO" sz="8000" dirty="0">
                <a:solidFill>
                  <a:prstClr val="black"/>
                </a:solidFill>
                <a:latin typeface="Arial Black" pitchFamily="34" charset="0"/>
              </a:rPr>
              <a:t>adonde él nos perdió nos recobraste;</a:t>
            </a:r>
          </a:p>
          <a:p>
            <a:pPr algn="ctr"/>
            <a:endParaRPr lang="pt-BR" sz="28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331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pt-BR" sz="8000" dirty="0">
                <a:solidFill>
                  <a:prstClr val="black"/>
                </a:solidFill>
                <a:latin typeface="Arial Black" pitchFamily="34" charset="0"/>
              </a:rPr>
              <a:t>A ti, Pastor bendito, que buscaste </a:t>
            </a:r>
            <a:r>
              <a:rPr lang="es-CO" sz="8000" dirty="0">
                <a:solidFill>
                  <a:prstClr val="black"/>
                </a:solidFill>
                <a:latin typeface="Arial Black" pitchFamily="34" charset="0"/>
              </a:rPr>
              <a:t>de las cien ovejuelas la perdida, </a:t>
            </a:r>
            <a:endParaRPr lang="es-CO" sz="6000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1448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29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700" dirty="0">
                <a:solidFill>
                  <a:prstClr val="black"/>
                </a:solidFill>
                <a:latin typeface="Arial Black" pitchFamily="34" charset="0"/>
              </a:rPr>
              <a:t>hallándola del lobo perseguida, sobre tus hombros santos te la echaste.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3493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Papel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Microsoft Office PowerPoint</Application>
  <PresentationFormat>Panorámica</PresentationFormat>
  <Paragraphs>7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1" baseType="lpstr">
      <vt:lpstr>Arial Black</vt:lpstr>
      <vt:lpstr>Consolas</vt:lpstr>
      <vt:lpstr>Corbel</vt:lpstr>
      <vt:lpstr>Wingdings</vt:lpstr>
      <vt:lpstr>Wingdings 2</vt:lpstr>
      <vt:lpstr>Wingdings 3</vt:lpstr>
      <vt:lpstr>Metro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2017-05-10T22:26:02Z</dcterms:created>
  <dcterms:modified xsi:type="dcterms:W3CDTF">2017-05-10T22:26:04Z</dcterms:modified>
</cp:coreProperties>
</file>
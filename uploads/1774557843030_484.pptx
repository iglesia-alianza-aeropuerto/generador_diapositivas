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2" name="31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9" name="38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1" name="40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56" name="55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5" name="64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6" name="65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7" name="66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69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29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Forma libre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14 Forma libre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12 Forma libre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15 Forma libre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16 Forma libre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17 Forma libre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18 Forma libre"/>
          <p:cNvSpPr>
            <a:spLocks/>
          </p:cNvSpPr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19 Forma libre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20 Forma libre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21 Forma libre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3" name="22 Forma libre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4" name="23 Forma libre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5" name="24 Forma libre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6" name="25 Forma libre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7" name="26 Forma libre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344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6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24 Rectángulo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8" name="17 Rectángulo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0" name="19 Rectángulo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1" name="20 Rectángulo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Rectángulo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28 Rectángulo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57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52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75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26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cxnSp>
        <p:nvCxnSpPr>
          <p:cNvPr id="9" name="8 Conector recto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9 Grupo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14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grpSp>
        <p:nvGrpSpPr>
          <p:cNvPr id="14" name="13 Grupo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10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17 Grupo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18 Conector recto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28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18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85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8A276B6-8BEC-477C-975B-0E5366EC3A04}" type="datetimeFigureOut">
              <a:rPr lang="es-CO" smtClean="0">
                <a:solidFill>
                  <a:srgbClr val="4E5B6F"/>
                </a:solidFill>
              </a:rPr>
              <a:pPr/>
              <a:t>10/05/2017</a:t>
            </a:fld>
            <a:endParaRPr lang="es-CO">
              <a:solidFill>
                <a:srgbClr val="4E5B6F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s-CO">
              <a:solidFill>
                <a:srgbClr val="4E5B6F"/>
              </a:solidFill>
            </a:endParaRPr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3B9209E6-DC93-410C-A757-0926E0814A5D}" type="slidenum">
              <a:rPr lang="es-CO" smtClean="0">
                <a:solidFill>
                  <a:srgbClr val="4E5B6F"/>
                </a:solidFill>
              </a:rPr>
              <a:pPr/>
              <a:t>‹Nº›</a:t>
            </a:fld>
            <a:endParaRPr lang="es-CO">
              <a:solidFill>
                <a:srgbClr val="4E5B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129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296 NUESTRO DIOS NOS SALVÓ</a:t>
            </a: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Nuestro </a:t>
            </a:r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Dios nos salvó, no por </a:t>
            </a:r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obras Que </a:t>
            </a:r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nosotros hubiéramos </a:t>
            </a:r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hecho, Sino </a:t>
            </a:r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por su </a:t>
            </a:r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misericordia Nos </a:t>
            </a:r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lavó y nos regeneró</a:t>
            </a:r>
            <a:r>
              <a:rPr lang="es-CO" sz="5500" dirty="0"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es-CO" sz="55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696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700" dirty="0">
                <a:solidFill>
                  <a:prstClr val="black"/>
                </a:solidFill>
                <a:latin typeface="Arial Black" pitchFamily="34" charset="0"/>
              </a:rPr>
              <a:t>Nuestro </a:t>
            </a:r>
            <a:r>
              <a:rPr lang="es-CO" sz="5700" dirty="0">
                <a:solidFill>
                  <a:prstClr val="black"/>
                </a:solidFill>
                <a:latin typeface="Arial Black" pitchFamily="34" charset="0"/>
              </a:rPr>
              <a:t>Dios nos salvó, no por </a:t>
            </a:r>
            <a:r>
              <a:rPr lang="es-CO" sz="5700" dirty="0">
                <a:solidFill>
                  <a:prstClr val="black"/>
                </a:solidFill>
                <a:latin typeface="Arial Black" pitchFamily="34" charset="0"/>
              </a:rPr>
              <a:t>obras Que </a:t>
            </a:r>
            <a:r>
              <a:rPr lang="es-CO" sz="5700" dirty="0">
                <a:solidFill>
                  <a:prstClr val="black"/>
                </a:solidFill>
                <a:latin typeface="Arial Black" pitchFamily="34" charset="0"/>
              </a:rPr>
              <a:t>nosotros hubiéramos </a:t>
            </a:r>
            <a:r>
              <a:rPr lang="es-CO" sz="5700" dirty="0">
                <a:solidFill>
                  <a:prstClr val="black"/>
                </a:solidFill>
                <a:latin typeface="Arial Black" pitchFamily="34" charset="0"/>
              </a:rPr>
              <a:t>hecho, Sino </a:t>
            </a:r>
            <a:r>
              <a:rPr lang="es-CO" sz="5700" dirty="0">
                <a:solidFill>
                  <a:prstClr val="black"/>
                </a:solidFill>
                <a:latin typeface="Arial Black" pitchFamily="34" charset="0"/>
              </a:rPr>
              <a:t>por su misericordia</a:t>
            </a:r>
          </a:p>
          <a:p>
            <a:pPr algn="ctr"/>
            <a:r>
              <a:rPr lang="es-CO" sz="5700" dirty="0">
                <a:solidFill>
                  <a:prstClr val="black"/>
                </a:solidFill>
                <a:latin typeface="Arial Black" pitchFamily="34" charset="0"/>
              </a:rPr>
              <a:t>Por su Espíritu nos renovó.</a:t>
            </a:r>
          </a:p>
          <a:p>
            <a:pPr algn="ctr"/>
            <a:endParaRPr lang="es-CO" sz="4800" dirty="0"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51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60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900" dirty="0">
                <a:solidFill>
                  <a:prstClr val="black"/>
                </a:solidFill>
                <a:latin typeface="Arial Black" pitchFamily="34" charset="0"/>
              </a:rPr>
              <a:t>Nuestro </a:t>
            </a:r>
            <a:r>
              <a:rPr lang="es-CO" sz="7900" dirty="0">
                <a:solidFill>
                  <a:prstClr val="black"/>
                </a:solidFill>
                <a:latin typeface="Arial Black" pitchFamily="34" charset="0"/>
              </a:rPr>
              <a:t>Dios nos salvó por su </a:t>
            </a:r>
            <a:r>
              <a:rPr lang="es-CO" sz="7900" dirty="0">
                <a:solidFill>
                  <a:prstClr val="black"/>
                </a:solidFill>
                <a:latin typeface="Arial Black" pitchFamily="34" charset="0"/>
              </a:rPr>
              <a:t>gracia, Nuestro </a:t>
            </a:r>
            <a:r>
              <a:rPr lang="es-CO" sz="7900" dirty="0">
                <a:solidFill>
                  <a:prstClr val="black"/>
                </a:solidFill>
                <a:latin typeface="Arial Black" pitchFamily="34" charset="0"/>
              </a:rPr>
              <a:t>Dios nos salvó por su amor.</a:t>
            </a:r>
          </a:p>
          <a:p>
            <a:endParaRPr lang="es-CO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516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Panorámica</PresentationFormat>
  <Paragraphs>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Arial Black</vt:lpstr>
      <vt:lpstr>Consolas</vt:lpstr>
      <vt:lpstr>Corbel</vt:lpstr>
      <vt:lpstr>Wingdings</vt:lpstr>
      <vt:lpstr>Wingdings 2</vt:lpstr>
      <vt:lpstr>Wingdings 3</vt:lpstr>
      <vt:lpstr>Metro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2017-05-10T22:25:38Z</dcterms:created>
  <dcterms:modified xsi:type="dcterms:W3CDTF">2017-05-10T22:25:43Z</dcterms:modified>
</cp:coreProperties>
</file>
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w1WfxtaYPwj/S8Hze8jIHoj/e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3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6F9FC"/>
            </a:gs>
            <a:gs pos="69000">
              <a:srgbClr val="B3D1EC"/>
            </a:gs>
            <a:gs pos="86000">
              <a:srgbClr val="B3D1EC"/>
            </a:gs>
            <a:gs pos="100000">
              <a:srgbClr val="CCE0F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8FB"/>
            </a:gs>
            <a:gs pos="69000">
              <a:srgbClr val="AEC5E1"/>
            </a:gs>
            <a:gs pos="86000">
              <a:srgbClr val="AEC5E1"/>
            </a:gs>
            <a:gs pos="100000">
              <a:srgbClr val="C8D8EB"/>
            </a:gs>
          </a:gsLst>
          <a:lin ang="54000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"/>
          <p:cNvSpPr txBox="1"/>
          <p:nvPr/>
        </p:nvSpPr>
        <p:spPr>
          <a:xfrm>
            <a:off x="1524000" y="97318"/>
            <a:ext cx="9144000" cy="6663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551 CUANDO ANUNCIE EL ARCÁNGEL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Cuando anuncie el arcángel que más tiempo no habrá Y aclare esplendoroso el día final; </a:t>
            </a:r>
            <a:endParaRPr b="0" i="0" sz="63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/>
        </p:nvSpPr>
        <p:spPr>
          <a:xfrm>
            <a:off x="1524000" y="214291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Cuando todos los salvados se congreguen ante Dios, Entre ellos yo también tendré lugar.</a:t>
            </a:r>
            <a:endParaRPr b="0" i="0" sz="7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i="0" sz="4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///Cuando allá se pase lista, // A mi nombre yo feliz responderé. </a:t>
            </a:r>
            <a:endParaRPr b="0" i="0" sz="6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1524000" y="214291"/>
            <a:ext cx="9144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Resucitarán gloriosos los que han muerto en Jesús, Las delicias del Paraíso a gozar,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/>
          <p:nvPr/>
        </p:nvSpPr>
        <p:spPr>
          <a:xfrm>
            <a:off x="1524000" y="214291"/>
            <a:ext cx="9144000" cy="78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triunfantes entrarán en las mansiones de la luz; Para mí, también habrá un dulce hogar.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5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///Cuando allá se pase lista, // A mi nombre yo feliz responderé. </a:t>
            </a:r>
            <a:endParaRPr sz="6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Trabajemos para Cristo anunciando su amor, Mientras dure nuestra vida terrenal,</a:t>
            </a: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fin de la jornada, con los salvos por Jesús, Entraremos en la patria celestial.</a:t>
            </a:r>
            <a:endParaRPr sz="7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/>
        </p:nvSpPr>
        <p:spPr>
          <a:xfrm>
            <a:off x="1524000" y="1"/>
            <a:ext cx="9144000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///Cuando allá se pase lista, // A mi nombre yo feliz responderé. </a:t>
            </a:r>
            <a:endParaRPr sz="6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2017-05-31T15:18:03Z</dcterms:created>
  <dc:creator>Kadiesa</dc:creator>
</cp:coreProperties>
</file>
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9144000"/>
  <p:embeddedFontLst>
    <p:embeddedFont>
      <p:font typeface="Arial Black"/>
      <p:regular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gOJPeKPdI71/7Nke244g+LR9G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6" name="Google Shape;36;p10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7" name="Google Shape;37;p1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3" name="Google Shape;43;p11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4" name="Google Shape;44;p11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11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1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57" name="Google Shape;57;p1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8" name="Google Shape;58;p1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5" name="Google Shape;65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441512" y="182880"/>
            <a:ext cx="11309100" cy="69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44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i="1" lang="es-ES" sz="48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62 ERES MI PROTECTOR</a:t>
            </a:r>
            <a:endParaRPr b="0" i="1" sz="6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40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protector, llenas mi corazón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cánticos de liberación;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angustia me guardarás.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Confiaré en ti, </a:t>
            </a:r>
            <a:endParaRPr b="0" i="0" sz="5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5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/>
          <p:nvPr/>
        </p:nvSpPr>
        <p:spPr>
          <a:xfrm>
            <a:off x="600941" y="527782"/>
            <a:ext cx="10990118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Confiaré en ti;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Débil soy,</a:t>
            </a: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más fuerte seré,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con poder del Señor.</a:t>
            </a: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-263583" y="889843"/>
            <a:ext cx="12719166" cy="5078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mi protector, llenas mi corazón Con cánticos de liberación;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 angustia me guardarás.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Confiaré en ti.</a:t>
            </a:r>
            <a:endParaRPr sz="60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/>
          <p:nvPr/>
        </p:nvSpPr>
        <p:spPr>
          <a:xfrm>
            <a:off x="600941" y="527782"/>
            <a:ext cx="10990118" cy="5632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Confiaré en ti;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Débil soy,</a:t>
            </a: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más fuerte seré,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con poder del Señor.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//Confiaré en ti//</a:t>
            </a:r>
            <a:r>
              <a:rPr lang="es-ES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2017-07-15T16:24:47Z</dcterms:created>
  <dc:creator>Kadiesa</dc:creator>
</cp:coreProperties>
</file>
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jM5/XXxm86xEeS0p89s6Zfka8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76037" y="536364"/>
            <a:ext cx="11039926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444 HASTA ENTONCES</a:t>
            </a:r>
            <a:endParaRPr b="0" i="0" sz="4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 Black"/>
              <a:buAutoNum type="arabicPeriod"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corazón cantando está de Cristo,</a:t>
            </a: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me acuerdo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</a:t>
            </a:r>
            <a:r>
              <a:rPr b="1" i="0" lang="es-CO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gran amor.</a:t>
            </a:r>
            <a:r>
              <a:rPr b="0" i="0" lang="es-CO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465729" y="914400"/>
            <a:ext cx="9211235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la vida está atribulada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Espero un día ver al Salvador.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762000" y="920621"/>
            <a:ext cx="10668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Más hasta entonces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seguiré cantando,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Cantando de Jesús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de su amor;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10552" y="442890"/>
            <a:ext cx="9233647" cy="606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Hasta aquel día cuando en plena gloria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Veré la faz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mi Señor.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357166"/>
            <a:ext cx="9144000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El pobre mundo irá pronto al olvido,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pasajera es la vida aquí;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483659" y="639554"/>
            <a:ext cx="91440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tal engaño y pena no me afano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en la gloria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Cristo le veré.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762000" y="920621"/>
            <a:ext cx="10668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Más hasta entonces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seguiré cantando,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Cantando de Jesús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de su amor;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10552" y="617701"/>
            <a:ext cx="9233647" cy="606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Hasta aquel día cuando en plena gloria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Veré la faz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mi Señor.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429870" y="742928"/>
            <a:ext cx="9260541" cy="5709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Gran alegría es la del redimido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ser librado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fin de su dolor;</a:t>
            </a: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24000" y="285728"/>
            <a:ext cx="9144000" cy="5986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habrá más muerte, lágrimas, tristeza En la presencia eterna del Señor.</a:t>
            </a:r>
            <a:endParaRPr sz="7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762000" y="920621"/>
            <a:ext cx="10668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Más hasta entonces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seguiré cantando,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Cantando de Jesús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de su amor;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1510551" y="590807"/>
            <a:ext cx="9233647" cy="606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Hasta aquel día cuando en plena gloria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Veré la faz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mi Señor.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2017-07-15T16:33:36Z</dcterms:created>
  <dc:creator>Kadiesa</dc:creator>
</cp:coreProperties>
</file>
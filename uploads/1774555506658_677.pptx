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+df98KG1JYkKUYJam1nCPMkGW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84740" y="164637"/>
            <a:ext cx="10822520" cy="6771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3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160 GRANDE AMOR, SUBLIME, ETERNO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amor, sublime, eterno,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Más profundo es que la mar,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más alto que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cielos,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insondable es sin par.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31371" y="351235"/>
            <a:ext cx="10572085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me abrirá la puerta y así entrar podré;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Redención me ha comprado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y perdón me da por fe.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688933" y="644691"/>
            <a:ext cx="10814135" cy="689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2. Grande amor, sublime, eterno;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cruenta cruz murió.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bendito Jesucristo;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castigo así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llevó.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431371" y="351235"/>
            <a:ext cx="10572085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me abrirá la puerta y así entrar podré;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Redención me ha comprado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y perdón me da por fe.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42854"/>
            <a:ext cx="9144000" cy="772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3. Grande amor, sublime, eterno;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Soy indigno pecador,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el Hijo incomparable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 su vida en mi favor.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431371" y="351235"/>
            <a:ext cx="10572085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me abrirá la puerta y así entrar podré;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Redención me ha comprado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y perdón me da por fe.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2017-03-03T21:10:31Z</dcterms:created>
  <dc:creator>Kadiesa</dc:creator>
</cp:coreProperties>
</file>
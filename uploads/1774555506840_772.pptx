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x2TyJ8ZRUx438uD9D/BoawNNN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72669" y="812899"/>
            <a:ext cx="10551459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636. ¡HOLA! ¿CÓMO ESTÁS?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¡Hola! ¿Cómo estás?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Doy gracias a Dios porque estamos aquí alabando su nombre.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057836" y="448737"/>
            <a:ext cx="10076400" cy="6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//¡Bienvenido seas! ¡Bienvenido seas,  alabemos al Señor!//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357167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¡Hola! ¿Cómo estás?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Qué hermoso es reunirnos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así compartir el amor del Señor.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0"/>
            <a:ext cx="9144000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//¡Bienvenido seas! ¡Bienvenido seas,  alabemos al Señor!//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72669" y="812899"/>
            <a:ext cx="10551459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636. ¡HOLA! ¿CÓMO ESTÁS?</a:t>
            </a:r>
            <a:endParaRPr i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3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3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¡Hola! ¿Cómo estás?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Doy gracias a Dios porque estamos aquí alabando su nombre.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210236" y="860612"/>
            <a:ext cx="10076329" cy="621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//¡Bienvenido seas! ¡Bienvenido seas,  alabemos al Señor!//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357167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¡Hola! ¿Cómo estás?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Qué hermoso es reunirnos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así compartir el amor del Señor.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//¡Bienvenido seas! ¡Bienvenido seas,  alabemos al Señor!//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2017-06-07T16:11:28Z</dcterms:created>
  <dc:creator>Kadiesa</dc:creator>
</cp:coreProperties>
</file>
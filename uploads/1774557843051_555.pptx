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89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28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64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1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74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89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99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66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9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9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3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318 A LOS SEDIENTOS, VENID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4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A los sedientos, venid a las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aguas,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los cansados, venid con </a:t>
            </a:r>
            <a:r>
              <a:rPr lang="es-ES" sz="7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valor;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2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Hay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una fuente preciosa de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vida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satisface del alma el clamor.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64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tendrá el que vive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sediento;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Ríos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 en el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secadla;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43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Señor mientras puedes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hallarlo;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Clama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 y salvado serás.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60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¿Vives atado a los goces del mundo?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pt-BR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¿Vives cansado de tanto vagar?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44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10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¿Hay en tu ser un anhelo profundo?</a:t>
            </a:r>
            <a:endParaRPr lang="es-CO" sz="7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 a Jesús; él te quiere salvar.</a:t>
            </a:r>
            <a:endParaRPr lang="es-CO" sz="7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1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tendrá el que vive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sediento;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Ríos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 en el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secadla;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65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Señor mientras puedes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hallarlo;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Clama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 y salvado serás.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6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A los creyentes se ofrece la gracia</a:t>
            </a:r>
            <a:r>
              <a:rPr lang="es-CO" sz="77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satisface de toda ansiedad,</a:t>
            </a:r>
            <a:r>
              <a:rPr lang="es-CO" sz="77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58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capacita, que limpia, que sacia:</a:t>
            </a:r>
            <a:r>
              <a:rPr lang="es-CO" sz="8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Santa promesa de toda verdad.</a:t>
            </a:r>
            <a:endParaRPr lang="es-CO" sz="8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415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tendrá el que vive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sediento;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Ríos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 en el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secadla;</a:t>
            </a:r>
            <a:r>
              <a:rPr lang="es-CO" sz="8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323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Señor mientras puedes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hallarlo;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Clama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 y salvado serás.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4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64112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Panorámica</PresentationFormat>
  <Paragraphs>22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2017-05-27T14:41:08Z</dcterms:created>
  <dcterms:modified xsi:type="dcterms:W3CDTF">2017-05-27T14:41:09Z</dcterms:modified>
</cp:coreProperties>
</file>
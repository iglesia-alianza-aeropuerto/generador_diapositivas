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9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5/10/2017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5/10/2017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5/10/2017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5/10/2017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5/10/2017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5/10/2017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5/10/2017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5/10/2017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5/10/2017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5/10/2017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5/10/2017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5/10/2017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5/10/2017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8927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06607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54223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07311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61550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05188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126140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86016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96992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152001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0813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5/10/2017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 defTabSz="914400"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 defTabSz="914400"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6188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75097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es-CO" sz="4000" b="1" i="1" dirty="0">
                <a:solidFill>
                  <a:srgbClr val="FF0000"/>
                </a:solidFill>
                <a:latin typeface="Arial Black" pitchFamily="34" charset="0"/>
              </a:rPr>
              <a:t>286 OH, SEÑOR, PROCURO EN VANO</a:t>
            </a:r>
          </a:p>
          <a:p>
            <a:pPr algn="ctr" defTabSz="914400"/>
            <a:endParaRPr lang="es-CO" b="1" dirty="0">
              <a:solidFill>
                <a:prstClr val="black"/>
              </a:solidFill>
              <a:latin typeface="Arial Black" pitchFamily="34" charset="0"/>
            </a:endParaRPr>
          </a:p>
          <a:p>
            <a:pPr algn="ctr" defTabSz="914400"/>
            <a:endParaRPr lang="es-CO" b="1" dirty="0">
              <a:solidFill>
                <a:prstClr val="black"/>
              </a:solidFill>
              <a:latin typeface="Arial Black" pitchFamily="34" charset="0"/>
            </a:endParaRPr>
          </a:p>
          <a:p>
            <a:pPr algn="ctr" defTabSz="914400"/>
            <a:r>
              <a:rPr lang="es-CO" sz="5700" b="1" dirty="0">
                <a:solidFill>
                  <a:prstClr val="black"/>
                </a:solidFill>
                <a:latin typeface="Arial Black" pitchFamily="34" charset="0"/>
              </a:rPr>
              <a:t>1. Oh, Señor, procuro en vano mi conducta reformar, Pues ningún poder humano santidad me puede dar. </a:t>
            </a:r>
          </a:p>
          <a:p>
            <a:pPr defTabSz="914400"/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6402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es-CO" sz="7200" b="1" dirty="0">
                <a:solidFill>
                  <a:prstClr val="black"/>
                </a:solidFill>
                <a:latin typeface="Arial Black" pitchFamily="34" charset="0"/>
              </a:rPr>
              <a:t>Es mi vida de pecado diaria ofensa para ti; Pero mi alma ha confiado en tu sangre carmesí.</a:t>
            </a:r>
          </a:p>
          <a:p>
            <a:pPr defTabSz="914400"/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5482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357167"/>
            <a:ext cx="9144000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es-CO" sz="6500" dirty="0">
                <a:solidFill>
                  <a:prstClr val="black"/>
                </a:solidFill>
                <a:latin typeface="Arial Black" pitchFamily="34" charset="0"/>
              </a:rPr>
              <a:t>2. En tu reino está el contento; nada impuro allí entrará; Sin el nuevo nacimiento ninguna alma lo verá. </a:t>
            </a:r>
          </a:p>
          <a:p>
            <a:pPr defTabSz="914400"/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0370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6832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es-CO" sz="6000" dirty="0">
                <a:solidFill>
                  <a:prstClr val="black"/>
                </a:solidFill>
                <a:latin typeface="Arial Black" pitchFamily="34" charset="0"/>
              </a:rPr>
              <a:t>Mira, pues, mi insuficiencia, muestra en mí tu gran poder; Manifiesta tu clemencia y de nuevo hazme nacer.</a:t>
            </a:r>
          </a:p>
          <a:p>
            <a:pPr defTabSz="914400"/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1357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1"/>
            <a:ext cx="91440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es-CO" sz="6900" dirty="0">
                <a:solidFill>
                  <a:prstClr val="black"/>
                </a:solidFill>
                <a:latin typeface="Arial Black" pitchFamily="34" charset="0"/>
              </a:rPr>
              <a:t>3. Ven, Espíritu divino; ven y escucha mi oración; </a:t>
            </a:r>
            <a:r>
              <a:rPr lang="it-IT" sz="6900" dirty="0">
                <a:solidFill>
                  <a:prstClr val="black"/>
                </a:solidFill>
                <a:latin typeface="Arial Black" pitchFamily="34" charset="0"/>
              </a:rPr>
              <a:t>Ante ti mi frente inclino </a:t>
            </a:r>
            <a:r>
              <a:rPr lang="es-CO" sz="6900" dirty="0">
                <a:solidFill>
                  <a:prstClr val="black"/>
                </a:solidFill>
                <a:latin typeface="Arial Black" pitchFamily="34" charset="0"/>
              </a:rPr>
              <a:t>por mi regeneración. </a:t>
            </a:r>
          </a:p>
          <a:p>
            <a:pPr defTabSz="914400"/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6849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428605"/>
            <a:ext cx="9144000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es-CO" sz="6500" dirty="0">
                <a:solidFill>
                  <a:prstClr val="black"/>
                </a:solidFill>
                <a:latin typeface="Arial Black" pitchFamily="34" charset="0"/>
              </a:rPr>
              <a:t>No vacilo en la esperanza; he llegado a creer Que la bienaventuranza en el cielo he de tener.</a:t>
            </a:r>
          </a:p>
          <a:p>
            <a:pPr defTabSz="914400"/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6633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1</TotalTime>
  <Words>138</Words>
  <Application>Microsoft Office PowerPoint</Application>
  <PresentationFormat>Panorámica</PresentationFormat>
  <Paragraphs>9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6</vt:i4>
      </vt:variant>
    </vt:vector>
  </HeadingPairs>
  <TitlesOfParts>
    <vt:vector size="13" baseType="lpstr">
      <vt:lpstr>Arial</vt:lpstr>
      <vt:lpstr>Arial Black</vt:lpstr>
      <vt:lpstr>Calibri</vt:lpstr>
      <vt:lpstr>Trebuchet MS</vt:lpstr>
      <vt:lpstr>Tw Cen MT</vt:lpstr>
      <vt:lpstr>Circuito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Kadiesa</dc:creator>
  <cp:lastModifiedBy>Kadiesa</cp:lastModifiedBy>
  <cp:revision>1</cp:revision>
  <dcterms:created xsi:type="dcterms:W3CDTF">2017-05-10T22:17:29Z</dcterms:created>
  <dcterms:modified xsi:type="dcterms:W3CDTF">2017-05-10T22:18:50Z</dcterms:modified>
</cp:coreProperties>
</file>
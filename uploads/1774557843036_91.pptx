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56" name="55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5" name="64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6" name="65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7" name="66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58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9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Forma libre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14 Forma libre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15 Forma libre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16 Forma libre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17 Forma libre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18 Forma libre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19 Forma libre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20 Forma libre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21 Forma libre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3" name="22 Forma libre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4" name="23 Forma libre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5" name="24 Forma libre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6" name="25 Forma libre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7" name="26 Forma libre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56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91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8" name="17 Rectángulo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0" name="19 Rectángulo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Rectángulo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28 Rectángulo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45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24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802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11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9" name="8 Conector recto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9 Grupo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14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grpSp>
        <p:nvGrpSpPr>
          <p:cNvPr id="14" name="13 Grupo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10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17 Grupo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18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01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21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26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05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solidFill>
                  <a:srgbClr val="FF0000"/>
                </a:solidFill>
                <a:latin typeface="Arial Black" pitchFamily="34" charset="0"/>
              </a:rPr>
              <a:t>299 POR FE CONTEMPLO REDENCIÓN</a:t>
            </a:r>
          </a:p>
          <a:p>
            <a:pPr algn="ctr"/>
            <a:endParaRPr lang="es-CO" sz="3600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. Por fe contemplo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redención, la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fuente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carmesí; Jesús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nos da la salvación; su vida dio por mí.</a:t>
            </a:r>
          </a:p>
          <a:p>
            <a:pPr algn="ctr"/>
            <a:endParaRPr lang="es-CO" sz="48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24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fuente sin igual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hallé, De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vida y luz el manantial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; ¡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Oh, gloria a Dios, me limpia 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mí, Me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limpia a mí, me limpia a mí!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7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2. Mi vida entrego a mi Jesús; Las dudas él quitó; Mi alma goza en su luz, mis deudas él pagó.</a:t>
            </a:r>
          </a:p>
          <a:p>
            <a:pPr algn="ctr"/>
            <a:endParaRPr lang="es-CO" sz="32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i="1" dirty="0">
              <a:solidFill>
                <a:prstClr val="black"/>
              </a:solidFill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71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fuente sin igual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hallé, De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vida y luz el manantial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; ¡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Oh, gloria a Dios, me limpia 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mí, Me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limpia a mí, me limpia a mí!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88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3. ¡Cuán inefable gozo es Saber que salvo soy! Mi Rey aquí es mi Jesús; al cielo sé que voy.</a:t>
            </a:r>
          </a:p>
          <a:p>
            <a:endParaRPr lang="es-CO" b="1" i="1" dirty="0">
              <a:solidFill>
                <a:prstClr val="black"/>
              </a:solidFill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94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fuente sin igual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hallé, De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vida y luz el manantial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; ¡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Oh, gloria a Dios, me limpia 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mí, Me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limpia a mí, me limpia a mí!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73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dirty="0">
                <a:solidFill>
                  <a:prstClr val="black"/>
                </a:solidFill>
                <a:latin typeface="Arial Black" pitchFamily="34" charset="0"/>
              </a:rPr>
              <a:t>4</a:t>
            </a:r>
            <a:r>
              <a:rPr lang="es-CO" sz="6800" dirty="0">
                <a:solidFill>
                  <a:prstClr val="black"/>
                </a:solidFill>
                <a:latin typeface="Arial Black" pitchFamily="34" charset="0"/>
              </a:rPr>
              <a:t>. ¡Oh, gracia excelsa de mi </a:t>
            </a:r>
            <a:r>
              <a:rPr lang="es-CO" sz="6800" dirty="0">
                <a:solidFill>
                  <a:prstClr val="black"/>
                </a:solidFill>
                <a:latin typeface="Arial Black" pitchFamily="34" charset="0"/>
              </a:rPr>
              <a:t>Dios! Profundo </a:t>
            </a:r>
            <a:r>
              <a:rPr lang="es-CO" sz="6800" dirty="0">
                <a:solidFill>
                  <a:prstClr val="black"/>
                </a:solidFill>
                <a:latin typeface="Arial Black" pitchFamily="34" charset="0"/>
              </a:rPr>
              <a:t>es el amor de mi Jesús, divina </a:t>
            </a:r>
            <a:r>
              <a:rPr lang="es-CO" sz="6800" dirty="0">
                <a:solidFill>
                  <a:prstClr val="black"/>
                </a:solidFill>
                <a:latin typeface="Arial Black" pitchFamily="34" charset="0"/>
              </a:rPr>
              <a:t>luz, Cordero </a:t>
            </a:r>
            <a:r>
              <a:rPr lang="es-CO" sz="6800" dirty="0">
                <a:solidFill>
                  <a:prstClr val="black"/>
                </a:solidFill>
                <a:latin typeface="Arial Black" pitchFamily="34" charset="0"/>
              </a:rPr>
              <a:t>Redentor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.</a:t>
            </a:r>
          </a:p>
          <a:p>
            <a:pPr algn="ctr"/>
            <a:endParaRPr lang="es-CO" sz="32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b="1" i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42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i="1" dirty="0"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fuente sin igual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hallé, De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vida y luz el manantial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; ¡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Oh, gloria a Dios, me limpia 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mí, Me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limpia a mí, me limpia a mí!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9966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Panorámica</PresentationFormat>
  <Paragraphs>19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 Black</vt:lpstr>
      <vt:lpstr>Consolas</vt:lpstr>
      <vt:lpstr>Corbel</vt:lpstr>
      <vt:lpstr>Wingdings</vt:lpstr>
      <vt:lpstr>Wingdings 2</vt:lpstr>
      <vt:lpstr>Wingdings 3</vt:lpstr>
      <vt:lpstr>Metro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2017-05-10T22:27:09Z</dcterms:created>
  <dcterms:modified xsi:type="dcterms:W3CDTF">2017-05-10T22:27:11Z</dcterms:modified>
</cp:coreProperties>
</file>
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9bqQGaU8kk6Ru2P5oR3THqz1h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D1F0">
            <a:alpha val="49803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510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73 TE LOAMOS, OH DIOS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•1. Te loamos ¡Oh Dios! con unánime voz, Porque en Cristo tu Hijo</a:t>
            </a:r>
            <a:endParaRPr b="0" i="0" sz="7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diste perdón.</a:t>
            </a:r>
            <a:endParaRPr b="0" i="0" sz="7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8929688" cy="707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te alabamos, ¡Cuán grande es tu amor! ¡Aleluya! te adoramos, bendito Señor.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935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•2. Te loamos, Jesús, Quien tu trono de luz Has dejado por darnos salud en la cruz.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8929688" cy="707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te alabamos, ¡Cuán grande es tu amor! ¡Aleluya! te adoramos, bendito Señor.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935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•3. Te damos loor, Santo Consolador,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Quien nos llenas de gozo y santo valor.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8929688" cy="707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te alabamos, ¡Cuán grande es tu amor! ¡Aleluya! te adoramos, bendito Señor.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8525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•4. Unidos load a la gran Trinidad, Que es la fuente de gracia, virtud y verdad.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1"/>
            <a:ext cx="8929688" cy="707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¡Aleluya! te alabamos, ¡Cuán grande es tu amor! ¡Aleluya! te adoramos, bendito Señor.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2017-03-02T19:20:06Z</dcterms:created>
  <dc:creator>Kadiesa</dc:creator>
</cp:coreProperties>
</file>
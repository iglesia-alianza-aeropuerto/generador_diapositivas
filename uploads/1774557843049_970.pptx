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4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47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10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61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9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100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07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38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52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05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58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09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315 VISIÓN PASTORAL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Eran cien ovejas las de su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rebaño;</a:t>
            </a:r>
            <a:r>
              <a:rPr lang="es-CO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Eran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cien ovejas que amante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cuidó,</a:t>
            </a:r>
            <a:r>
              <a:rPr lang="es-CO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Pero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una tarde al contarlas </a:t>
            </a:r>
            <a:r>
              <a:rPr lang="es-ES" sz="6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todas,</a:t>
            </a:r>
            <a:r>
              <a:rPr lang="es-CO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800" b="1" dirty="0">
              <a:solidFill>
                <a:prstClr val="white"/>
              </a:solidFill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86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faltaba una,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faltaba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una y triste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lloró.</a:t>
            </a:r>
            <a:r>
              <a:rPr lang="es-CO" sz="65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Las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noventa y nueve dejó en el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aprisco,</a:t>
            </a:r>
            <a:r>
              <a:rPr lang="es-CO" sz="65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montaña a buscarla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fue;</a:t>
            </a:r>
            <a:r>
              <a:rPr lang="es-CO" sz="65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6500" b="1" dirty="0">
              <a:solidFill>
                <a:prstClr val="white"/>
              </a:solidFill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89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encontró llorando, temblando de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frío;</a:t>
            </a:r>
            <a:r>
              <a:rPr lang="es-CO" sz="65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Ungió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sus heridas, la cargó en sus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hombros</a:t>
            </a:r>
            <a:r>
              <a:rPr lang="es-CO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65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redil volvió.</a:t>
            </a:r>
            <a:endParaRPr lang="es-CO" sz="65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2800" b="1" dirty="0">
              <a:solidFill>
                <a:prstClr val="white"/>
              </a:solidFill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55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Esta antigua historia vuelve a repetirse;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Hay aún ovejas que errabundas van;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el alma rota van por los collados,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2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0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Temblando de frío, vagando en el mundo,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Dios y sin luz. Pero todavía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existen pastores que por la montaña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buscarlas van,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2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0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cuando las hallan, las traen al camino,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camino bueno, la verdad y vida</a:t>
            </a:r>
            <a:r>
              <a:rPr lang="es-CO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es Cristo el Señor.</a:t>
            </a:r>
            <a:endParaRPr lang="es-CO" sz="7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499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Si tú eres un alma que sufre angustia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sentirse sola en cruel lobreguez,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 te traigo nuevas, nuevas de gran gozo;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83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el evangelio que salva y redime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te da la luz.</a:t>
            </a:r>
            <a:r>
              <a:rPr lang="es-CO" sz="6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Sea en la montaña o en la cumbre agreste,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fuera en el valle o en abismo cruel,</a:t>
            </a:r>
            <a:r>
              <a:rPr lang="es-CO" sz="6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25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9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Cristo el buen Pastor quiere en pastos verdes</a:t>
            </a:r>
            <a:r>
              <a:rPr lang="es-CO" sz="69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9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Confortar tu alma, vendar tus heridas</a:t>
            </a:r>
            <a:r>
              <a:rPr lang="es-CO" sz="69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9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darte la paz.</a:t>
            </a:r>
            <a:endParaRPr lang="es-CO" sz="69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86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Panorámica</PresentationFormat>
  <Paragraphs>13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2017-05-27T14:38:32Z</dcterms:created>
  <dcterms:modified xsi:type="dcterms:W3CDTF">2017-05-27T14:38:34Z</dcterms:modified>
</cp:coreProperties>
</file>
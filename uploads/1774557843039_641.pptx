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65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82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24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328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6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24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35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12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76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451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04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67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302 SIN CRISTO YO NO TENGO NADA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CO" sz="2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</a:t>
            </a:r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Sin Cristo yo no tengo </a:t>
            </a:r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nada;</a:t>
            </a:r>
            <a:r>
              <a:rPr lang="es-CO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Sin </a:t>
            </a:r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Cristo no hay </a:t>
            </a:r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salvación;</a:t>
            </a:r>
            <a:r>
              <a:rPr lang="es-CO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Sin </a:t>
            </a:r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Cristo yo voy por la vida como barco sin timón</a:t>
            </a:r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</a:t>
            </a:r>
            <a:endParaRPr lang="es-CO" sz="5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42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"/>
            <a:ext cx="914400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Cristo, oh Cristo! Si has oído su 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voz,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Ven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acéptale hoy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Oh Cristo, oh Cristo! con él seguro estoy.</a:t>
            </a:r>
            <a:endParaRPr lang="es-CO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6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30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Sin Cristo mi alma está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muerta;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Sin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Cristo esclavo yo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soy;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Sin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Cristo no hay esperanza, mas con él yo salvo soy.</a:t>
            </a:r>
            <a:endParaRPr lang="es-CO" sz="6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14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"/>
            <a:ext cx="914400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Cristo, oh Cristo! Si has oído su 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voz,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Ven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acéptale hoy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</a:t>
            </a:r>
            <a:r>
              <a:rPr lang="es-CO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Oh Cristo, oh Cristo! con él seguro estoy.</a:t>
            </a:r>
            <a:endParaRPr lang="es-CO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6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08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Panorámica</PresentationFormat>
  <Paragraphs>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2017-05-27T14:18:35Z</dcterms:created>
  <dcterms:modified xsi:type="dcterms:W3CDTF">2017-05-27T14:18:38Z</dcterms:modified>
</cp:coreProperties>
</file>
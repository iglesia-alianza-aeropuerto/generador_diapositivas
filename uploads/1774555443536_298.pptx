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6858000" cx="12192000"/>
  <p:notesSz cx="6858000" cy="9144000"/>
  <p:embeddedFontLst>
    <p:embeddedFont>
      <p:font typeface="Arial Black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gI1U71ySzRXd2l+Kf3JL64uUoh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ArialBlack-regular.fntdata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type="ctrTitle"/>
          </p:nvPr>
        </p:nvSpPr>
        <p:spPr>
          <a:xfrm>
            <a:off x="914400" y="2130430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3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3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39" name="Google Shape;39;p3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0" name="Google Shape;40;p35"/>
          <p:cNvSpPr txBox="1"/>
          <p:nvPr>
            <p:ph idx="3" type="body"/>
          </p:nvPr>
        </p:nvSpPr>
        <p:spPr>
          <a:xfrm>
            <a:off x="6193373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1" name="Google Shape;41;p35"/>
          <p:cNvSpPr txBox="1"/>
          <p:nvPr>
            <p:ph idx="4" type="body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2" name="Google Shape;42;p3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4766733" y="273056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2389717" y="5367342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4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4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07" name="Google Shape;107;p4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08" name="Google Shape;108;p4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114" name="Google Shape;114;p4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115" name="Google Shape;115;p4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116" name="Google Shape;116;p4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117" name="Google Shape;117;p4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8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8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132" name="Google Shape;132;p48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3" name="Google Shape;133;p4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9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49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4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5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5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5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1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1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5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5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3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5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0" name="Google Shape;170;p5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5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5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5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5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82" name="Google Shape;182;p5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183" name="Google Shape;183;p5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5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189" name="Google Shape;189;p5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190" name="Google Shape;190;p5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191" name="Google Shape;191;p5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192" name="Google Shape;192;p5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8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8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207" name="Google Shape;207;p58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8" name="Google Shape;208;p5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5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5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9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5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59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5" name="Google Shape;215;p5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5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6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6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6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6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1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61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6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6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6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7" name="Google Shape;157;p3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8" name="Google Shape;158;p3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3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3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"/>
          <p:cNvSpPr txBox="1"/>
          <p:nvPr>
            <p:ph idx="1" type="subTitle"/>
          </p:nvPr>
        </p:nvSpPr>
        <p:spPr>
          <a:xfrm>
            <a:off x="1143002" y="1"/>
            <a:ext cx="9614647" cy="6266331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s-VE" sz="216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ALABARÉ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VE" sz="21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//Alabaré, alabaré</a:t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VE" sz="21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alabaré a mi Señor//</a:t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VE" sz="21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Juan vio el número, </a:t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VE" sz="21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 los redimidos</a:t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VE" sz="21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todos alababan al Señor,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"/>
          <p:cNvSpPr txBox="1"/>
          <p:nvPr>
            <p:ph idx="1" type="body"/>
          </p:nvPr>
        </p:nvSpPr>
        <p:spPr>
          <a:xfrm>
            <a:off x="939605" y="956663"/>
            <a:ext cx="10327967" cy="5777752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Unos oraban,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otros cantaban,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 pero todos alababan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 al Señor.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"/>
          <p:cNvSpPr/>
          <p:nvPr/>
        </p:nvSpPr>
        <p:spPr>
          <a:xfrm>
            <a:off x="726141" y="1452283"/>
            <a:ext cx="10636624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Unos oraban,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otros cantaban, 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pero todos alababan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VE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al Señor.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"/>
          <p:cNvSpPr txBox="1"/>
          <p:nvPr>
            <p:ph idx="1" type="body"/>
          </p:nvPr>
        </p:nvSpPr>
        <p:spPr>
          <a:xfrm>
            <a:off x="912532" y="422074"/>
            <a:ext cx="10366935" cy="3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None/>
            </a:pPr>
            <a: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NO HAY DIOS</a:t>
            </a:r>
            <a:b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48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//No hay Dios 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tan grande como tú, 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no lo hay, no lo hay//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"/>
          <p:cNvSpPr txBox="1"/>
          <p:nvPr>
            <p:ph idx="1" type="body"/>
          </p:nvPr>
        </p:nvSpPr>
        <p:spPr>
          <a:xfrm>
            <a:off x="578644" y="884868"/>
            <a:ext cx="11034712" cy="447492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A53010"/>
              </a:buClr>
              <a:buSzPts val="6700"/>
              <a:buNone/>
            </a:pPr>
            <a:r>
              <a:rPr lang="es-VE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//No hay Dios que pueda hacer las obras 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rgbClr val="A53010"/>
              </a:buClr>
              <a:buSzPts val="6700"/>
              <a:buNone/>
            </a:pPr>
            <a:r>
              <a:rPr lang="es-VE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como las que haces tú//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"/>
          <p:cNvSpPr txBox="1"/>
          <p:nvPr>
            <p:ph idx="1" type="body"/>
          </p:nvPr>
        </p:nvSpPr>
        <p:spPr>
          <a:xfrm>
            <a:off x="1302871" y="664028"/>
            <a:ext cx="9586257" cy="552994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//No es con espada, 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ni con ejército, </a:t>
            </a:r>
            <a:endParaRPr/>
          </a:p>
          <a:p>
            <a:pPr indent="0" lvl="0" marL="0" rtl="0" algn="ctr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</a:pPr>
            <a:r>
              <a:rPr lang="es-VE" sz="6700">
                <a:latin typeface="Arial Black"/>
                <a:ea typeface="Arial Black"/>
                <a:cs typeface="Arial Black"/>
                <a:sym typeface="Arial Black"/>
              </a:rPr>
              <a:t>es con su Santo Espíritu//.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"/>
          <p:cNvSpPr/>
          <p:nvPr/>
        </p:nvSpPr>
        <p:spPr>
          <a:xfrm>
            <a:off x="57150" y="1399345"/>
            <a:ext cx="12077700" cy="36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///Y esta iglesia 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 mueve ya///, 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VE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su Santo Espíritu.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"/>
          <p:cNvSpPr txBox="1"/>
          <p:nvPr>
            <p:ph type="title"/>
          </p:nvPr>
        </p:nvSpPr>
        <p:spPr>
          <a:xfrm>
            <a:off x="913149" y="419101"/>
            <a:ext cx="10364451" cy="970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66"/>
              <a:buFont typeface="Arial Black"/>
              <a:buNone/>
            </a:pPr>
            <a:r>
              <a:rPr lang="es-VE" sz="3466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endParaRPr/>
          </a:p>
        </p:txBody>
      </p:sp>
      <p:sp>
        <p:nvSpPr>
          <p:cNvPr id="270" name="Google Shape;270;p8"/>
          <p:cNvSpPr txBox="1"/>
          <p:nvPr>
            <p:ph idx="1" type="body"/>
          </p:nvPr>
        </p:nvSpPr>
        <p:spPr>
          <a:xfrm>
            <a:off x="262842" y="0"/>
            <a:ext cx="11665063" cy="6438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FF0000"/>
              </a:buClr>
              <a:buSzPts val="5500"/>
              <a:buNone/>
            </a:pPr>
            <a:r>
              <a:rPr lang="es-VE" sz="55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ALABAD A JEHOVÁ 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Alabad a Jehová,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naciones todas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 pueblos todos alabadle.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"/>
          <p:cNvSpPr txBox="1"/>
          <p:nvPr>
            <p:ph type="title"/>
          </p:nvPr>
        </p:nvSpPr>
        <p:spPr>
          <a:xfrm>
            <a:off x="1199456" y="1182909"/>
            <a:ext cx="10071099" cy="5675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ha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engrandecido 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sobre nosotros 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misericordia, 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6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"/>
          <p:cNvSpPr txBox="1"/>
          <p:nvPr>
            <p:ph type="title"/>
          </p:nvPr>
        </p:nvSpPr>
        <p:spPr>
          <a:xfrm>
            <a:off x="1775521" y="836712"/>
            <a:ext cx="9447212" cy="5453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//Y la verdad de 	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Jehová, 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para siempre aleluya amén.//</a:t>
            </a:r>
            <a:br>
              <a:rPr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cap="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 txBox="1"/>
          <p:nvPr>
            <p:ph type="title"/>
          </p:nvPr>
        </p:nvSpPr>
        <p:spPr>
          <a:xfrm>
            <a:off x="913149" y="419101"/>
            <a:ext cx="10364451" cy="970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66"/>
              <a:buFont typeface="Arial Black"/>
              <a:buNone/>
            </a:pPr>
            <a:r>
              <a:rPr lang="es-VE" sz="3466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endParaRPr/>
          </a:p>
        </p:txBody>
      </p:sp>
      <p:sp>
        <p:nvSpPr>
          <p:cNvPr id="286" name="Google Shape;286;p11"/>
          <p:cNvSpPr txBox="1"/>
          <p:nvPr>
            <p:ph idx="1" type="body"/>
          </p:nvPr>
        </p:nvSpPr>
        <p:spPr>
          <a:xfrm>
            <a:off x="262842" y="0"/>
            <a:ext cx="11665063" cy="6438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FF0000"/>
              </a:buClr>
              <a:buSzPts val="5500"/>
              <a:buNone/>
            </a:pPr>
            <a:r>
              <a:rPr lang="es-VE" sz="55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ALABAD A JEHOVÁ 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Alabad a Jehová,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naciones todas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 pueblos todos alabadle.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s-VE" sz="600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 txBox="1"/>
          <p:nvPr>
            <p:ph type="title"/>
          </p:nvPr>
        </p:nvSpPr>
        <p:spPr>
          <a:xfrm>
            <a:off x="1199456" y="1182909"/>
            <a:ext cx="10071099" cy="5675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Porque ha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engrandecido 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sobre nosotros 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misericordia, 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6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"/>
          <p:cNvSpPr txBox="1"/>
          <p:nvPr>
            <p:ph type="title"/>
          </p:nvPr>
        </p:nvSpPr>
        <p:spPr>
          <a:xfrm>
            <a:off x="1775521" y="836712"/>
            <a:ext cx="9447212" cy="5453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//Y la verdad de 	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Jehová, </a:t>
            </a:r>
            <a:b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para siempre aleluya amén.//</a:t>
            </a:r>
            <a:br>
              <a:rPr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cap="non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/>
          <p:nvPr/>
        </p:nvSpPr>
        <p:spPr>
          <a:xfrm>
            <a:off x="1156448" y="379161"/>
            <a:ext cx="9802907" cy="6658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YO TENGO GOZO EN MI ALMA </a:t>
            </a:r>
            <a:endParaRPr b="0" i="0" sz="55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tengo gozo en mi alma </a:t>
            </a:r>
            <a:b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en mi alma </a:t>
            </a:r>
            <a:b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en mi alma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mi ser</a:t>
            </a:r>
            <a:r>
              <a:rPr b="0" i="0" lang="es-VE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,</a:t>
            </a:r>
            <a:br>
              <a:rPr b="0" i="0" lang="es-VE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/>
          <p:nvPr/>
        </p:nvSpPr>
        <p:spPr>
          <a:xfrm>
            <a:off x="2474260" y="739591"/>
            <a:ext cx="8068235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como ríos de agua viva,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ríos de agua viva,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ríos de agua viva, en mi ser.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/>
          <p:nvPr/>
        </p:nvSpPr>
        <p:spPr>
          <a:xfrm>
            <a:off x="1156448" y="379161"/>
            <a:ext cx="9802907" cy="6658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YO TENGO GOZO EN MI ALMA </a:t>
            </a:r>
            <a:endParaRPr b="0" i="0" sz="55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tengo gozo en mi alma </a:t>
            </a:r>
            <a:b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en mi alma </a:t>
            </a:r>
            <a:b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gozo en mi alma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5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mi ser</a:t>
            </a:r>
            <a:r>
              <a:rPr b="0" i="0" lang="es-VE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,</a:t>
            </a:r>
            <a:br>
              <a:rPr b="0" i="0" lang="es-VE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/>
          <p:nvPr/>
        </p:nvSpPr>
        <p:spPr>
          <a:xfrm>
            <a:off x="2159564" y="739591"/>
            <a:ext cx="8068235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como ríos de agua viva,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ríos de agua viva, </a:t>
            </a:r>
            <a:b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ríos de agua viva, en mi ser.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 txBox="1"/>
          <p:nvPr>
            <p:ph type="title"/>
          </p:nvPr>
        </p:nvSpPr>
        <p:spPr>
          <a:xfrm>
            <a:off x="1294048" y="173349"/>
            <a:ext cx="9778843" cy="1280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 Black"/>
              <a:buNone/>
            </a:pPr>
            <a:br>
              <a:rPr lang="es-VE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4400">
              <a:solidFill>
                <a:srgbClr val="FF0000"/>
              </a:solidFill>
            </a:endParaRPr>
          </a:p>
        </p:txBody>
      </p:sp>
      <p:sp>
        <p:nvSpPr>
          <p:cNvPr id="322" name="Google Shape;322;p18"/>
          <p:cNvSpPr txBox="1"/>
          <p:nvPr>
            <p:ph idx="1" type="body"/>
          </p:nvPr>
        </p:nvSpPr>
        <p:spPr>
          <a:xfrm>
            <a:off x="665596" y="733925"/>
            <a:ext cx="11361927" cy="4278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lang="es-VE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YO TENGO UN AMIGO QUE ME AMA </a:t>
            </a:r>
            <a:endParaRPr/>
          </a:p>
          <a:p>
            <a:pPr indent="0" lvl="0" marL="0" rtl="0" algn="ctr">
              <a:spcBef>
                <a:spcPts val="1093"/>
              </a:spcBef>
              <a:spcAft>
                <a:spcPts val="0"/>
              </a:spcAft>
              <a:buClr>
                <a:srgbClr val="000000"/>
              </a:buClr>
              <a:buSzPts val="5467"/>
              <a:buNone/>
            </a:pPr>
            <a:r>
              <a:rPr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tengo un amigo que </a:t>
            </a:r>
            <a:endParaRPr/>
          </a:p>
          <a:p>
            <a:pPr indent="0" lvl="0" marL="0" rtl="0" algn="ctr">
              <a:spcBef>
                <a:spcPts val="1093"/>
              </a:spcBef>
              <a:spcAft>
                <a:spcPts val="0"/>
              </a:spcAft>
              <a:buClr>
                <a:srgbClr val="000000"/>
              </a:buClr>
              <a:buSzPts val="5467"/>
              <a:buNone/>
            </a:pPr>
            <a:r>
              <a:rPr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///me ama/// </a:t>
            </a:r>
            <a:br>
              <a:rPr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tengo un amigo que me ama </a:t>
            </a:r>
            <a:br>
              <a:rPr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nombre es Jesús. </a:t>
            </a:r>
            <a:br>
              <a:rPr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5467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/>
          <p:nvPr/>
        </p:nvSpPr>
        <p:spPr>
          <a:xfrm>
            <a:off x="562378" y="1106236"/>
            <a:ext cx="11196033" cy="4668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me ama, que me ama </a:t>
            </a:r>
            <a:br>
              <a:rPr b="0" i="0" lang="es-VE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me ama con su tierno amor. </a:t>
            </a:r>
            <a:br>
              <a:rPr b="0" i="0" lang="es-VE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me ama, que me ama </a:t>
            </a:r>
            <a:br>
              <a:rPr b="0" i="0" lang="es-VE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4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nombre es Jesús. </a:t>
            </a:r>
            <a:br>
              <a:rPr b="0" i="0" lang="es-VE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 txBox="1"/>
          <p:nvPr>
            <p:ph idx="1" type="body"/>
          </p:nvPr>
        </p:nvSpPr>
        <p:spPr>
          <a:xfrm>
            <a:off x="1000757" y="743165"/>
            <a:ext cx="10465163" cy="5116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None/>
            </a:pPr>
            <a:r>
              <a:rPr lang="es-VE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Tú tienes un amigo que ///te ama/// </a:t>
            </a:r>
            <a:br>
              <a:rPr lang="es-VE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Tú tienes un amigo que te ama  </a:t>
            </a:r>
            <a:br>
              <a:rPr lang="es-VE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nombre es Jesús. </a:t>
            </a:r>
            <a:br>
              <a:rPr lang="es-VE" sz="6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sz="6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/>
          <p:nvPr/>
        </p:nvSpPr>
        <p:spPr>
          <a:xfrm>
            <a:off x="843732" y="1134370"/>
            <a:ext cx="11196033" cy="501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te ama, que te ama </a:t>
            </a:r>
            <a:br>
              <a:rPr b="0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me ama con su tierno amor. </a:t>
            </a:r>
            <a:br>
              <a:rPr b="0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te ama, que te ama </a:t>
            </a:r>
            <a:br>
              <a:rPr b="0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s-VE" sz="58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nombre es Jesús </a:t>
            </a:r>
            <a:br>
              <a:rPr b="0" i="0" lang="es-VE" sz="26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6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 txBox="1"/>
          <p:nvPr>
            <p:ph idx="1" type="body"/>
          </p:nvPr>
        </p:nvSpPr>
        <p:spPr>
          <a:xfrm>
            <a:off x="511118" y="689316"/>
            <a:ext cx="11169763" cy="509250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000"/>
              <a:buNone/>
            </a:pPr>
            <a:r>
              <a:rPr lang="es-VE" sz="5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DONDE ESTÁ EL ESPÍRITU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5000"/>
              <a:buNone/>
            </a:pPr>
            <a:r>
              <a:rPr lang="es-VE" sz="5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DE DIOS </a:t>
            </a:r>
            <a:endParaRPr/>
          </a:p>
          <a:p>
            <a:pPr indent="0" lvl="0" marL="0" rtl="0" algn="ctr"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s-VE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Donde está el espíritu de Dios 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s-VE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//hay libertad//</a:t>
            </a:r>
            <a:b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Donde está el espíritu de Dios </a:t>
            </a:r>
            <a:b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allí siempre hay libertad.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/>
          <p:nvPr>
            <p:ph idx="1" type="body"/>
          </p:nvPr>
        </p:nvSpPr>
        <p:spPr>
          <a:xfrm>
            <a:off x="1921184" y="755371"/>
            <a:ext cx="8915400" cy="6102629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Libertad, libertad, libertad, libertad.. </a:t>
            </a:r>
            <a:b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Donde está el espíritu de Dios </a:t>
            </a:r>
            <a:b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allí siempre allí libertad.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4"/>
          <p:cNvSpPr txBox="1"/>
          <p:nvPr>
            <p:ph idx="1" type="body"/>
          </p:nvPr>
        </p:nvSpPr>
        <p:spPr>
          <a:xfrm>
            <a:off x="511118" y="689316"/>
            <a:ext cx="11169763" cy="509250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000"/>
              <a:buNone/>
            </a:pPr>
            <a:r>
              <a:rPr lang="es-VE" sz="5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DONDE ESTÁ EL ESPÍRITU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5000"/>
              <a:buNone/>
            </a:pPr>
            <a:r>
              <a:rPr lang="es-VE" sz="5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DE DIOS </a:t>
            </a:r>
            <a:endParaRPr/>
          </a:p>
          <a:p>
            <a:pPr indent="0" lvl="0" marL="0" rtl="0" algn="ctr"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s-VE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Donde está el espíritu de Dios </a:t>
            </a:r>
            <a:endParaRPr/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es-VE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//hay libertad//</a:t>
            </a:r>
            <a:b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Donde está el espíritu de Dios </a:t>
            </a:r>
            <a:b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allí siempre hay libertad.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/>
          <p:nvPr>
            <p:ph idx="1" type="body"/>
          </p:nvPr>
        </p:nvSpPr>
        <p:spPr>
          <a:xfrm>
            <a:off x="1921184" y="755371"/>
            <a:ext cx="8915400" cy="6102629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None/>
            </a:pPr>
            <a: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Libertad, libertad, libertad, libertad.. </a:t>
            </a:r>
            <a:b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Donde está el espíritu de Dios </a:t>
            </a:r>
            <a:b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s-VE" sz="5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allí siempre allí libertad.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2017-08-20T01:22:57Z</dcterms:created>
  <dc:creator>Kadiesa</dc:creator>
</cp:coreProperties>
</file>
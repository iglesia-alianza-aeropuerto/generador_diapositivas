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9dXzXSvAQYV0x4E9Ya+j/Rs/1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23392" y="1316767"/>
            <a:ext cx="10884464" cy="3792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 Black"/>
              <a:buNone/>
            </a:pPr>
            <a:r>
              <a:rPr lang="es-V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TU DIOS ES AMOR</a:t>
            </a:r>
            <a:b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Porque tu Dios es amor,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tú debes amar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Porque Jesús es la luz,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tú debes perdonar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1679512" y="1028735"/>
            <a:ext cx="9123177" cy="427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 Black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Gracias Señor por 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tu perfecto amor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quiero permanecer 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en ti</a:t>
            </a: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ctrTitle"/>
          </p:nvPr>
        </p:nvSpPr>
        <p:spPr>
          <a:xfrm>
            <a:off x="1295469" y="1604799"/>
            <a:ext cx="9681231" cy="3792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 Black"/>
              <a:buNone/>
            </a:pPr>
            <a:r>
              <a:rPr lang="es-VE" sz="7200">
                <a:latin typeface="Arial Black"/>
                <a:ea typeface="Arial Black"/>
                <a:cs typeface="Arial Black"/>
                <a:sym typeface="Arial Black"/>
              </a:rPr>
              <a:t>Gracias Jesús por </a:t>
            </a:r>
            <a:br>
              <a:rPr lang="es-VE" sz="72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latin typeface="Arial Black"/>
                <a:ea typeface="Arial Black"/>
                <a:cs typeface="Arial Black"/>
                <a:sym typeface="Arial Black"/>
              </a:rPr>
              <a:t>tu luz en mi,</a:t>
            </a:r>
            <a:br>
              <a:rPr lang="es-VE" sz="72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latin typeface="Arial Black"/>
                <a:ea typeface="Arial Black"/>
                <a:cs typeface="Arial Black"/>
                <a:sym typeface="Arial Black"/>
              </a:rPr>
              <a:t>porque tú eres amor.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ctrTitle"/>
          </p:nvPr>
        </p:nvSpPr>
        <p:spPr>
          <a:xfrm>
            <a:off x="623392" y="1316767"/>
            <a:ext cx="10884464" cy="3792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 Black"/>
              <a:buNone/>
            </a:pPr>
            <a:r>
              <a:rPr lang="es-V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TU DIOS ES AMOR</a:t>
            </a:r>
            <a:b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Porque tu Dios es amor,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tú debes amar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Porque Jesús es la luz,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tú debes perdonar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>
            <p:ph type="ctrTitle"/>
          </p:nvPr>
        </p:nvSpPr>
        <p:spPr>
          <a:xfrm>
            <a:off x="1679512" y="1028735"/>
            <a:ext cx="9123177" cy="427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 Black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Gracias Señor por 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tu perfecto amor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quiero permanecer </a:t>
            </a:r>
            <a:br>
              <a:rPr lang="es-VE" sz="67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en ti</a:t>
            </a: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ctrTitle"/>
          </p:nvPr>
        </p:nvSpPr>
        <p:spPr>
          <a:xfrm>
            <a:off x="1295469" y="1604799"/>
            <a:ext cx="9681231" cy="3792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 Black"/>
              <a:buNone/>
            </a:pPr>
            <a:r>
              <a:rPr lang="es-VE" sz="7200">
                <a:latin typeface="Arial Black"/>
                <a:ea typeface="Arial Black"/>
                <a:cs typeface="Arial Black"/>
                <a:sym typeface="Arial Black"/>
              </a:rPr>
              <a:t>Gracias Jesús por </a:t>
            </a:r>
            <a:br>
              <a:rPr lang="es-VE" sz="72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latin typeface="Arial Black"/>
                <a:ea typeface="Arial Black"/>
                <a:cs typeface="Arial Black"/>
                <a:sym typeface="Arial Black"/>
              </a:rPr>
              <a:t>tu luz en mi,</a:t>
            </a:r>
            <a:br>
              <a:rPr lang="es-VE" sz="72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latin typeface="Arial Black"/>
                <a:ea typeface="Arial Black"/>
                <a:cs typeface="Arial Black"/>
                <a:sym typeface="Arial Black"/>
              </a:rPr>
              <a:t>//porque tú eres amor//.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ctrTitle"/>
          </p:nvPr>
        </p:nvSpPr>
        <p:spPr>
          <a:xfrm>
            <a:off x="774399" y="1070630"/>
            <a:ext cx="10643201" cy="3792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 Black"/>
              <a:buNone/>
            </a:pPr>
            <a:br>
              <a:rPr lang="es-VE" sz="8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8000">
                <a:latin typeface="Arial Black"/>
                <a:ea typeface="Arial Black"/>
                <a:cs typeface="Arial Black"/>
                <a:sym typeface="Arial Black"/>
              </a:rPr>
              <a:t>Porque tú eres Porque tú eres Porque tú </a:t>
            </a:r>
            <a:br>
              <a:rPr lang="es-VE" sz="8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8000">
                <a:latin typeface="Arial Black"/>
                <a:ea typeface="Arial Black"/>
                <a:cs typeface="Arial Black"/>
                <a:sym typeface="Arial Black"/>
              </a:rPr>
              <a:t>eres amor.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2019-08-24T22:51:22Z</dcterms:created>
  <dc:creator>Familia Tobón Ch</dc:creator>
</cp:coreProperties>
</file>
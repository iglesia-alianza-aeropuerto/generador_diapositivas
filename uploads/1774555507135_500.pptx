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embeddedFontLst>
    <p:embeddedFont>
      <p:font typeface="Arial Black"/>
      <p:regular r:id="rId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" roundtripDataSignature="AMtx7mgqiHx6fNj5CW1KxxAbc+c6qh1q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font" Target="fonts/ArialBlack-regular.fntdata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008525" y="-1"/>
            <a:ext cx="10098900" cy="6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4400" u="sng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TU FIDELIDAD</a:t>
            </a:r>
            <a:endParaRPr b="1" sz="4800" u="sng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VE" sz="48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5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///Tu fidelidad es grande, tu fidelidad           incomparable es </a:t>
            </a:r>
            <a:br>
              <a:rPr b="0" i="0" lang="es-VE" sz="5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5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nadie como tú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5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bendito Dios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5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grande es tu fidelidad///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1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2017-05-28T13:18:53Z</dcterms:created>
  <dc:creator>Kadiesa</dc:creator>
</cp:coreProperties>
</file>
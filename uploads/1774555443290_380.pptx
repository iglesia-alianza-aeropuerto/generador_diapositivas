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eaNXP6VN2+9IBPflTwNAnE2wK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7" name="Google Shape;2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4" name="Google Shape;3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2" name="Google Shape;4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0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2" name="Google Shape;5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9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9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0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20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20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0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20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20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20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20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/>
          <p:nvPr/>
        </p:nvSpPr>
        <p:spPr>
          <a:xfrm>
            <a:off x="466164" y="549638"/>
            <a:ext cx="10735235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Alabad a jehová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 </a:t>
            </a:r>
            <a:b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es bueno cantar </a:t>
            </a:r>
            <a:b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Salmos a nuestro Dios; </a:t>
            </a:r>
            <a:b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Jehová, </a:t>
            </a:r>
            <a:b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suave y hermosa </a:t>
            </a:r>
            <a:b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la alabanza;</a:t>
            </a:r>
            <a:r>
              <a:rPr b="0" i="0" lang="es-V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br>
              <a:rPr b="0" i="0" lang="es-VE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/>
          <p:nvPr/>
        </p:nvSpPr>
        <p:spPr>
          <a:xfrm>
            <a:off x="1379939" y="1138589"/>
            <a:ext cx="9144000" cy="51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Jehová,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Él es Dios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Fuerte y Poderoso;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el que exalta a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humildes. </a:t>
            </a:r>
            <a:br>
              <a:rPr b="0" i="0" lang="es-VE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0" i="0" lang="es-VE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345142" y="510940"/>
            <a:ext cx="1119243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 </a:t>
            </a:r>
            <a:endParaRPr b="0" i="0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el que sana mi corazón quebrantado,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que venda las heridas de mi alma 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304799" y="1188295"/>
            <a:ext cx="10735235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VE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levanta cuando estoy caído,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guiará hasta que pueda llegar </a:t>
            </a:r>
            <a:b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día final.</a:t>
            </a:r>
            <a:endParaRPr b="0" i="0" sz="1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2017-09-30T22:58:24Z</dcterms:created>
  <dc:creator>Kadiesa</dc:creator>
</cp:coreProperties>
</file>
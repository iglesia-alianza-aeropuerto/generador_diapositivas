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YkXxMCIB7qc5yNTKzEWe0o9Ty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08274"/>
            <a:ext cx="9144000" cy="6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344 YO SÉ A QUIÉN HE CREÍDO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No sé por qué la gracia del Señor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mí un día me alcanzó,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sé por qué obró la salvación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un indigno como yo.</a:t>
            </a:r>
            <a:r>
              <a:rPr b="1" i="0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yo sé a quién he creído,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es poderoso para guardarme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Seguro hasta el día en que venga él por mí.</a:t>
            </a:r>
            <a:r>
              <a:rPr b="1" i="0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6771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2. No sé por qué la gracia del Señor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mí él quiso demostrar,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sé por qué cuando era pecador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mí su vida vino a dar.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yo sé a quién he creído,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es poderoso para guardarme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Seguro hasta el día en que venga él por mí.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8616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No sé cómo es que su Espíritu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convence al hombre de su error,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cómo obra en el corazón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creando fe en el Señor.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yo sé a quién he creído,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es poderoso para guardarme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Seguro hasta el día en que venga él por mí.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7826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4. No sé cuándo el Señor regresará,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noche o al amanecer,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sé si por la muerte he de pasar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 vivo subiré con él.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14290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yo sé a quién he creído,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es poderoso para guardarme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Seguro hasta el día en que venga él por mí.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2017-05-27T15:45:50Z</dcterms:created>
  <dc:creator>Kadiesa</dc:creator>
</cp:coreProperties>
</file>
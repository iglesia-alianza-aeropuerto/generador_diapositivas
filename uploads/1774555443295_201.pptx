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jGEr04ZtoXgS38XxVDx4SRw1TE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913773" y="2367093"/>
            <a:ext cx="10363827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8" name="Google Shape;38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9" name="Google Shape;39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3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7" name="Google Shape;47;p13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8" name="Google Shape;4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94" name="Google Shape;9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1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2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1" name="Google Shape;10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8" name="Google Shape;10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3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2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5" name="Google Shape;11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3" name="Google Shape;12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25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8" name="Google Shape;128;p25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3" name="Google Shape;13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9" name="Google Shape;13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4" name="Google Shape;14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8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52" name="Google Shape;152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9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9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6" name="Google Shape;156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0" name="Google Shape;16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0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0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" name="Google Shape;163;p30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4" name="Google Shape;164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8" name="Google Shape;16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1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1" name="Google Shape;171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75" name="Google Shape;17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2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8" name="Google Shape;178;p32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9" name="Google Shape;179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82" name="Google Shape;182;p3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ES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3" name="Google Shape;183;p32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ES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85" name="Google Shape;18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3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8" name="Google Shape;188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92" name="Google Shape;19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p34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6" name="Google Shape;196;p34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7" name="Google Shape;197;p34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8" name="Google Shape;198;p34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9" name="Google Shape;199;p34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0" name="Google Shape;200;p3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04" name="Google Shape;20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5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7" name="Google Shape;207;p35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8" name="Google Shape;208;p35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9" name="Google Shape;209;p35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0" name="Google Shape;210;p35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1" name="Google Shape;211;p35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2" name="Google Shape;212;p35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35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4" name="Google Shape;214;p35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5" name="Google Shape;215;p3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19" name="Google Shape;21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6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3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6" name="Google Shape;22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7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7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3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87" name="Google Shape;87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0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1" name="Google Shape;91;p2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/>
          <p:cNvSpPr txBox="1"/>
          <p:nvPr>
            <p:ph idx="1" type="body"/>
          </p:nvPr>
        </p:nvSpPr>
        <p:spPr>
          <a:xfrm>
            <a:off x="459430" y="219186"/>
            <a:ext cx="11273139" cy="52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19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867"/>
              <a:buNone/>
            </a:pPr>
            <a:r>
              <a:rPr b="1" lang="es-ES" sz="5867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AQUEL QUE NOS AMÓ</a:t>
            </a:r>
            <a:endParaRPr/>
          </a:p>
          <a:p>
            <a:pPr indent="0" lvl="0" marL="45719" rtl="0" algn="ctr"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</a:pPr>
            <a:r>
              <a:t/>
            </a:r>
            <a:endParaRPr b="1" sz="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45719" rtl="0" algn="ctr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//Aquel que nos amo testigo fiel exaltaré</a:t>
            </a:r>
            <a:endParaRPr/>
          </a:p>
          <a:p>
            <a:pPr indent="0" lvl="0" marL="45719" rtl="0" algn="ctr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Al que es principio y fin al gran yo soy </a:t>
            </a:r>
            <a:endParaRPr/>
          </a:p>
          <a:p>
            <a:pPr indent="0" lvl="0" marL="45719" rtl="0" algn="ctr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adoraré//</a:t>
            </a:r>
            <a:endParaRPr b="1" sz="6667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"/>
          <p:cNvSpPr txBox="1"/>
          <p:nvPr>
            <p:ph idx="1" type="body"/>
          </p:nvPr>
        </p:nvSpPr>
        <p:spPr>
          <a:xfrm>
            <a:off x="1159565" y="372484"/>
            <a:ext cx="9872871" cy="6279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19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//A Jesús mi Señor resplandor de la gloria de Dios</a:t>
            </a:r>
            <a:endParaRPr/>
          </a:p>
          <a:p>
            <a:pPr indent="0" lvl="0" marL="45719" rtl="0" algn="ctr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A Jesús mi gran Rey alabanza y honra daré//</a:t>
            </a:r>
            <a:endParaRPr b="1" sz="6667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"/>
          <p:cNvSpPr txBox="1"/>
          <p:nvPr>
            <p:ph idx="1" type="body"/>
          </p:nvPr>
        </p:nvSpPr>
        <p:spPr>
          <a:xfrm>
            <a:off x="459430" y="219186"/>
            <a:ext cx="11273139" cy="52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19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867"/>
              <a:buNone/>
            </a:pPr>
            <a:r>
              <a:rPr b="1" lang="es-ES" sz="5867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AQUEL QUE NOS AMÓ</a:t>
            </a:r>
            <a:endParaRPr/>
          </a:p>
          <a:p>
            <a:pPr indent="0" lvl="0" marL="45719" rtl="0" algn="ctr"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</a:pPr>
            <a:r>
              <a:t/>
            </a:r>
            <a:endParaRPr b="1" sz="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45719" rtl="0" algn="ctr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//Aquel que nos amo testigo fiel exaltaré</a:t>
            </a:r>
            <a:endParaRPr/>
          </a:p>
          <a:p>
            <a:pPr indent="0" lvl="0" marL="45719" rtl="0" algn="ctr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Al que es principio y fin al gran yo soy </a:t>
            </a:r>
            <a:endParaRPr/>
          </a:p>
          <a:p>
            <a:pPr indent="0" lvl="0" marL="45719" rtl="0" algn="ctr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adoraré//</a:t>
            </a:r>
            <a:endParaRPr b="1" sz="6667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"/>
          <p:cNvSpPr txBox="1"/>
          <p:nvPr>
            <p:ph idx="1" type="body"/>
          </p:nvPr>
        </p:nvSpPr>
        <p:spPr>
          <a:xfrm>
            <a:off x="1159565" y="372484"/>
            <a:ext cx="9872871" cy="6279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19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//A Jesús mi Señor resplandor de la gloria de Dios</a:t>
            </a:r>
            <a:endParaRPr/>
          </a:p>
          <a:p>
            <a:pPr indent="0" lvl="0" marL="45719" rtl="0" algn="ctr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A Jesús mi gran Rey alabanza y honra daré//</a:t>
            </a:r>
            <a:endParaRPr b="1" sz="6667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"/>
          <p:cNvSpPr txBox="1"/>
          <p:nvPr>
            <p:ph idx="1" type="body"/>
          </p:nvPr>
        </p:nvSpPr>
        <p:spPr>
          <a:xfrm>
            <a:off x="1159564" y="997772"/>
            <a:ext cx="9872871" cy="4862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19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Siempre te amaré</a:t>
            </a:r>
            <a:endParaRPr/>
          </a:p>
          <a:p>
            <a:pPr indent="0" lvl="0" marL="45719" rtl="0" algn="ctr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Siempre te adoraré</a:t>
            </a:r>
            <a:endParaRPr/>
          </a:p>
          <a:p>
            <a:pPr indent="0" lvl="0" marL="45719" rtl="0" algn="ctr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Siempre te cantaré</a:t>
            </a:r>
            <a:endParaRPr/>
          </a:p>
          <a:p>
            <a:pPr indent="0" lvl="0" marL="45719" rtl="0" algn="ctr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Siempre te exaltaré</a:t>
            </a:r>
            <a:endParaRPr b="1" sz="6667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"/>
          <p:cNvSpPr txBox="1"/>
          <p:nvPr>
            <p:ph idx="1" type="body"/>
          </p:nvPr>
        </p:nvSpPr>
        <p:spPr>
          <a:xfrm>
            <a:off x="1159565" y="372484"/>
            <a:ext cx="9872871" cy="6279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19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//A Jesús mi Señor resplandor de la gloria de Dios</a:t>
            </a:r>
            <a:endParaRPr/>
          </a:p>
          <a:p>
            <a:pPr indent="0" lvl="0" marL="45719" rtl="0" algn="ctr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b="1" lang="es-ES" sz="6667">
                <a:latin typeface="Arial Black"/>
                <a:ea typeface="Arial Black"/>
                <a:cs typeface="Arial Black"/>
                <a:sym typeface="Arial Black"/>
              </a:rPr>
              <a:t>A Jesús mi gran Rey alabanza y honra daré//</a:t>
            </a:r>
            <a:endParaRPr b="1" sz="6667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ota">
  <a:themeElements>
    <a:clrScheme name="Droplet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IMNOS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2017-09-10T02:24:20Z</dcterms:created>
  <dc:creator>Kadiesa</dc:creator>
</cp:coreProperties>
</file>
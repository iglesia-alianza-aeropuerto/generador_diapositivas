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</p:sldIdLst>
  <p:sldSz cy="10287000" cx="18288000"/>
  <p:notesSz cx="10287000" cy="18288000"/>
  <p:embeddedFontLst>
    <p:embeddedFont>
      <p:font typeface="Constantia"/>
      <p:regular r:id="rId90"/>
      <p:bold r:id="rId91"/>
      <p:italic r:id="rId92"/>
      <p:boldItalic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4" roundtripDataSignature="AMtx7mh8FX3x5/OddyuH/eBXTNvnE3wj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42" Type="http://schemas.openxmlformats.org/officeDocument/2006/relationships/slide" Target="slides/slide38.xml"/><Relationship Id="rId86" Type="http://schemas.openxmlformats.org/officeDocument/2006/relationships/slide" Target="slides/slide82.xml"/><Relationship Id="rId41" Type="http://schemas.openxmlformats.org/officeDocument/2006/relationships/slide" Target="slides/slide37.xml"/><Relationship Id="rId85" Type="http://schemas.openxmlformats.org/officeDocument/2006/relationships/slide" Target="slides/slide81.xml"/><Relationship Id="rId44" Type="http://schemas.openxmlformats.org/officeDocument/2006/relationships/slide" Target="slides/slide40.xml"/><Relationship Id="rId88" Type="http://schemas.openxmlformats.org/officeDocument/2006/relationships/slide" Target="slides/slide84.xml"/><Relationship Id="rId43" Type="http://schemas.openxmlformats.org/officeDocument/2006/relationships/slide" Target="slides/slide39.xml"/><Relationship Id="rId87" Type="http://schemas.openxmlformats.org/officeDocument/2006/relationships/slide" Target="slides/slide8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slide" Target="slides/slide75.xml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94" Type="http://customschemas.google.com/relationships/presentationmetadata" Target="metadata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91" Type="http://schemas.openxmlformats.org/officeDocument/2006/relationships/font" Target="fonts/Constantia-bold.fntdata"/><Relationship Id="rId90" Type="http://schemas.openxmlformats.org/officeDocument/2006/relationships/font" Target="fonts/Constantia-regular.fntdata"/><Relationship Id="rId93" Type="http://schemas.openxmlformats.org/officeDocument/2006/relationships/font" Target="fonts/Constantia-boldItalic.fntdata"/><Relationship Id="rId92" Type="http://schemas.openxmlformats.org/officeDocument/2006/relationships/font" Target="fonts/Constantia-italic.fntdata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96dc1bd8d5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g396dc1bd8d5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96dc1bd8d5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6dc1bd8d5_0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96dc1bd8d5_0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96dc1bd8d5_0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96dc1bd8d5_0_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g396dc1bd8d5_0_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96dc1bd8d5_0_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96dc1bd8d5_0_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g396dc1bd8d5_0_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96dc1bd8d5_0_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96dc1bd8d5_0_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g396dc1bd8d5_0_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96dc1bd8d5_0_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96dc1bd8d5_0_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g396dc1bd8d5_0_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96dc1bd8d5_0_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" name="Google Shape;436;p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p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6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6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p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p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p6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6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96d962b9bc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8" name="Google Shape;498;g396d962b9bc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96d962b9bc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96d962b9bc_0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g396d962b9bc_0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96d962b9bc_0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96d962b9bc_0_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g396d962b9bc_0_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96d962b9bc_0_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6d962b9bc_0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" name="Google Shape;519;g396d962b9bc_0_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96d962b9bc_0_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96d962b9bc_0_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g396d962b9bc_0_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96d962b9bc_0_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7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7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p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3" name="Google Shape;553;p7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7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96c6b556b4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g396c6b556b4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96c6b556b4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p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1" name="Google Shape;581;p7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7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8" name="Google Shape;588;p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/>
          <p:nvPr/>
        </p:nvSpPr>
        <p:spPr>
          <a:xfrm>
            <a:off x="1828800" y="1533111"/>
            <a:ext cx="14630400" cy="7220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¿QUÉ SERÍA DE MÍ?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¿Qué sería de mí si no me hubieras alcanzado?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¿Dónde estaría hoy si no me hubieras perdonado?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/>
          <p:nvPr/>
        </p:nvSpPr>
        <p:spPr>
          <a:xfrm>
            <a:off x="3150704" y="1943100"/>
            <a:ext cx="11986591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Tendría un vacío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en mi corazón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vagaría sin rumbo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sin dirección.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1828800" y="3555723"/>
            <a:ext cx="14630400" cy="317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//Sino fuera por tu gracia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por tu amor//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>
            <a:off x="1570382" y="1714500"/>
            <a:ext cx="1514723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Sería como un pájaro herido que se muere en el suelo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Sería como un ciervo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que brama por agua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en un desierto.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1828800" y="3555723"/>
            <a:ext cx="14630400" cy="317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//Sino fuera por tu gracia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por tu amor//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/>
          <p:nvPr/>
        </p:nvSpPr>
        <p:spPr>
          <a:xfrm>
            <a:off x="1828800" y="1533111"/>
            <a:ext cx="14630400" cy="7220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¿QUÉ SERÍA DE MÍ?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¿Qué sería de mí si no me hubieras alcanzado?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¿Dónde estaría hoy si no me hubieras perdonado?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3150704" y="1943100"/>
            <a:ext cx="11986591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Tendría un vacío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en mi corazón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vagaría sin rumbo sin dirección.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/>
          <p:nvPr/>
        </p:nvSpPr>
        <p:spPr>
          <a:xfrm>
            <a:off x="1828800" y="3555723"/>
            <a:ext cx="14630400" cy="317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//Sino fuera por tu gracia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por tu amor//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/>
          <p:nvPr/>
        </p:nvSpPr>
        <p:spPr>
          <a:xfrm>
            <a:off x="1570382" y="1714500"/>
            <a:ext cx="1514723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Sería como un pájaro herido que se muere en el suelo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Sería como un ciervo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que brama por agua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en un desierto.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/>
          <p:nvPr/>
        </p:nvSpPr>
        <p:spPr>
          <a:xfrm>
            <a:off x="1828800" y="3555723"/>
            <a:ext cx="14630400" cy="317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///Sino fuera por tu gracia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por tu amor///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" name="Google Shape;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>
            <a:off x="3119850" y="1606200"/>
            <a:ext cx="12048300" cy="70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DIGNO ERES TÚ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2000"/>
              <a:buFont typeface="Constantia"/>
              <a:buNone/>
            </a:pPr>
            <a:br>
              <a:rPr b="1" i="1" lang="en-US" sz="2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Eres mi Rey, </a:t>
            </a:r>
            <a:endParaRPr sz="95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A</a:t>
            </a: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mo</a:t>
            </a:r>
            <a:r>
              <a:rPr lang="en-US" sz="9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Señor,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Eres Cordero redentor,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Eres mi salvador.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2261152" y="2618960"/>
            <a:ext cx="13765696" cy="5049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Eres la roca de</a:t>
            </a:r>
            <a:r>
              <a:rPr lang="en-US" sz="9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poder,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El manantial para</a:t>
            </a:r>
            <a:r>
              <a:rPr lang="en-US" sz="9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mi sed,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contigo venceré.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4502426" y="1714500"/>
            <a:ext cx="9283148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Cristo mi Señor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Digno eres Tú,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Cristo mi Señor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Digno Eres Tú.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/>
          <p:nvPr/>
        </p:nvSpPr>
        <p:spPr>
          <a:xfrm>
            <a:off x="4353339" y="1565413"/>
            <a:ext cx="9581322" cy="7156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Cuando tropiezo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cerca estás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Tu fuerte brazo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es mi sostén,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Eres mi salvador.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/>
          <p:nvPr/>
        </p:nvSpPr>
        <p:spPr>
          <a:xfrm>
            <a:off x="2146852" y="1943100"/>
            <a:ext cx="13994296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Cuando regreses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triunfador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Me llevarás a Tu mansión,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contigo venceré.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>
            <a:off x="3980621" y="1714500"/>
            <a:ext cx="10326757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//Cristo, mi Señor,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Digno Eres Tú,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Cristo, mi Señor,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Digno Eres Tú//.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/>
          <p:nvPr/>
        </p:nvSpPr>
        <p:spPr>
          <a:xfrm>
            <a:off x="4015408" y="3995530"/>
            <a:ext cx="10257183" cy="1505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11500"/>
              <a:buFont typeface="Constantia"/>
              <a:buNone/>
            </a:pPr>
            <a:r>
              <a:rPr b="1" i="1" lang="en-US" sz="11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Digno eres</a:t>
            </a:r>
            <a:r>
              <a:rPr b="1" i="1" lang="en-US" sz="1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-US" sz="11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Tú.</a:t>
            </a:r>
            <a:endParaRPr b="1" i="1" sz="1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/>
          <p:nvPr/>
        </p:nvSpPr>
        <p:spPr>
          <a:xfrm>
            <a:off x="1828800" y="1525656"/>
            <a:ext cx="14630400" cy="7235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636. ¡HOLA! ¿CÓMO ESTÁS?</a:t>
            </a:r>
            <a:b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¡Hola! ¿Cómo estás?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Doy gracias a Dios porque estamos aquí alabando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Su nombre.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/>
          <p:nvPr/>
        </p:nvSpPr>
        <p:spPr>
          <a:xfrm>
            <a:off x="3379304" y="2360543"/>
            <a:ext cx="11529391" cy="5565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//¡Bienvenido seas! ¡Bienvenido seas,  alabemos al Señor!//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3" name="Google Shape;1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/>
          <p:nvPr/>
        </p:nvSpPr>
        <p:spPr>
          <a:xfrm>
            <a:off x="2524539" y="2072308"/>
            <a:ext cx="13238922" cy="6142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2. ¡Hola! ¿Cómo estás? Qué hermoso es reunirnos y así compartir el amor del Señor.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0" name="Google Shape;1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/>
          <p:nvPr/>
        </p:nvSpPr>
        <p:spPr>
          <a:xfrm>
            <a:off x="3379304" y="2360543"/>
            <a:ext cx="11529391" cy="5565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//¡Bienvenido seas! ¡Bienvenido seas,  alabemos al Señor!//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7" name="Google Shape;1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/>
          <p:nvPr/>
        </p:nvSpPr>
        <p:spPr>
          <a:xfrm>
            <a:off x="1828800" y="1525656"/>
            <a:ext cx="14630400" cy="72356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636. ¡HOLA! ¿CÓMO ESTÁS?</a:t>
            </a:r>
            <a:b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¡Hola! ¿Cómo estás?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Doy gracias a Dios porque estamos aquí alabando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Su nombre.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4" name="Google Shape;18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6"/>
          <p:cNvSpPr/>
          <p:nvPr/>
        </p:nvSpPr>
        <p:spPr>
          <a:xfrm>
            <a:off x="3379304" y="2360543"/>
            <a:ext cx="11529391" cy="5565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//¡Bienvenido seas! ¡Bienvenido seas,  alabemos al Señor!//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1" name="Google Shape;1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7"/>
          <p:cNvSpPr/>
          <p:nvPr/>
        </p:nvSpPr>
        <p:spPr>
          <a:xfrm>
            <a:off x="2524539" y="2072308"/>
            <a:ext cx="13238922" cy="6142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2. ¡Hola! ¿Cómo estás? Qué hermoso es reunirnos y así compartir el amor del Señor.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8" name="Google Shape;1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8"/>
          <p:cNvSpPr/>
          <p:nvPr/>
        </p:nvSpPr>
        <p:spPr>
          <a:xfrm>
            <a:off x="3379304" y="2360543"/>
            <a:ext cx="11529391" cy="5565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//¡Bienvenido seas! ¡Bienvenido seas,  alabemos al Señor!//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5" name="Google Shape;20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1" name="Google Shape;2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0"/>
          <p:cNvSpPr/>
          <p:nvPr/>
        </p:nvSpPr>
        <p:spPr>
          <a:xfrm>
            <a:off x="1828800" y="2261152"/>
            <a:ext cx="14630400" cy="57646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282 SEMBRARÉ LA SIMIENTE PRECIOSA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2000"/>
              <a:buFont typeface="Constantia"/>
              <a:buNone/>
            </a:pPr>
            <a:br>
              <a:rPr b="1" i="1" lang="en-US" sz="2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1. Sembraré la simiente preciosa del glorioso Evangelio de amor.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8" name="Google Shape;2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1"/>
          <p:cNvSpPr/>
          <p:nvPr/>
        </p:nvSpPr>
        <p:spPr>
          <a:xfrm>
            <a:off x="3329608" y="1943100"/>
            <a:ext cx="11628783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Sembraré, sembraré, mientras viva;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dejaré el resultado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al Señor.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5" name="Google Shape;2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/>
          <p:nvPr/>
        </p:nvSpPr>
        <p:spPr>
          <a:xfrm>
            <a:off x="3096039" y="1943100"/>
            <a:ext cx="12095922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Sembraré (Sembraré)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Sembraré (Sembraré) Mientras viva,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simiente de amor.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2" name="Google Shape;23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3"/>
          <p:cNvSpPr/>
          <p:nvPr/>
        </p:nvSpPr>
        <p:spPr>
          <a:xfrm>
            <a:off x="4055165" y="1943100"/>
            <a:ext cx="1017767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Segaré  (Segaré)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Segaré  (Segaré)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Al hallarme en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la casa de Dios.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4"/>
          <p:cNvSpPr/>
          <p:nvPr/>
        </p:nvSpPr>
        <p:spPr>
          <a:xfrm>
            <a:off x="1828800" y="2549387"/>
            <a:ext cx="14630400" cy="5188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2. Sembraré en corazones sensibles la doctrina del Dios de perdón.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6" name="Google Shape;24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5"/>
          <p:cNvSpPr/>
          <p:nvPr/>
        </p:nvSpPr>
        <p:spPr>
          <a:xfrm>
            <a:off x="3299791" y="2768048"/>
            <a:ext cx="11688417" cy="4750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Sembraré, sembraré, mientras viva; dejaré el resultado al Señor.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3" name="Google Shape;25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6"/>
          <p:cNvSpPr/>
          <p:nvPr/>
        </p:nvSpPr>
        <p:spPr>
          <a:xfrm>
            <a:off x="3096039" y="1943100"/>
            <a:ext cx="12095922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Sembraré (Sembraré)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Sembraré (Sembraré) Mientras viva,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simiente de amor.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0" name="Google Shape;26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7"/>
          <p:cNvSpPr/>
          <p:nvPr/>
        </p:nvSpPr>
        <p:spPr>
          <a:xfrm>
            <a:off x="4055165" y="1943100"/>
            <a:ext cx="1017767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Segaré  (Segaré)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Segaré  (Segaré)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Al hallarme en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la casa de Dios.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7" name="Google Shape;26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8"/>
          <p:cNvSpPr/>
          <p:nvPr/>
        </p:nvSpPr>
        <p:spPr>
          <a:xfrm>
            <a:off x="1828800" y="2678595"/>
            <a:ext cx="14630400" cy="49298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3. Sembraré en corazones de mármol la bendita palabra de Dios.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4" name="Google Shape;27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9"/>
          <p:cNvSpPr/>
          <p:nvPr/>
        </p:nvSpPr>
        <p:spPr>
          <a:xfrm>
            <a:off x="2534478" y="2777987"/>
            <a:ext cx="13219043" cy="4731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Sembraré, sembraré, mientras viva; dejaré el resultado al Señor.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1" name="Google Shape;28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0"/>
          <p:cNvSpPr/>
          <p:nvPr/>
        </p:nvSpPr>
        <p:spPr>
          <a:xfrm>
            <a:off x="3096039" y="1943100"/>
            <a:ext cx="12095922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Sembraré (Sembraré)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Sembraré (Sembraré) Mientras viva,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simiente de amor.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8" name="Google Shape;28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1"/>
          <p:cNvSpPr/>
          <p:nvPr/>
        </p:nvSpPr>
        <p:spPr>
          <a:xfrm>
            <a:off x="4055165" y="1943100"/>
            <a:ext cx="1017767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Segaré  (Segaré)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Segaré  (Segaré)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Al hallarme en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la casa de Dios.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5" name="Google Shape;29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1" name="Google Shape;30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3"/>
          <p:cNvSpPr/>
          <p:nvPr/>
        </p:nvSpPr>
        <p:spPr>
          <a:xfrm>
            <a:off x="3776869" y="1943100"/>
            <a:ext cx="10734261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273 TODAS LAS PROMESAS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2000"/>
              <a:buFont typeface="Constantia"/>
              <a:buNone/>
            </a:pPr>
            <a:br>
              <a:rPr b="1" i="1" lang="en-US" sz="2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Todas las promesas del Señor Jesús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Son apoyo poderoso de mi fe;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8" name="Google Shape;30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4"/>
          <p:cNvSpPr/>
          <p:nvPr/>
        </p:nvSpPr>
        <p:spPr>
          <a:xfrm>
            <a:off x="3399182" y="1943100"/>
            <a:ext cx="11489635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Mientras luche aquí buscando yo su luz,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Siempre en sus promesas confiaré.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5" name="Google Shape;31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5"/>
          <p:cNvSpPr/>
          <p:nvPr/>
        </p:nvSpPr>
        <p:spPr>
          <a:xfrm>
            <a:off x="3021495" y="1170332"/>
            <a:ext cx="12245009" cy="7946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Grandes, fieles, las promesas que el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Señor Jesús ha dado;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Grandes, fieles,</a:t>
            </a:r>
            <a:r>
              <a:rPr lang="en-US" sz="8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en ellas para siempre</a:t>
            </a:r>
            <a:r>
              <a:rPr lang="en-US" sz="8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confiaré.</a:t>
            </a:r>
            <a:endParaRPr sz="8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2" name="Google Shape;32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6"/>
          <p:cNvSpPr/>
          <p:nvPr/>
        </p:nvSpPr>
        <p:spPr>
          <a:xfrm>
            <a:off x="3140765" y="1943100"/>
            <a:ext cx="1200647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2. Todas las promesas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para el hombre fiel,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El Señor en sus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Bondades cumplirá,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9" name="Google Shape;32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7"/>
          <p:cNvSpPr/>
          <p:nvPr/>
        </p:nvSpPr>
        <p:spPr>
          <a:xfrm>
            <a:off x="1828800" y="2678595"/>
            <a:ext cx="14630400" cy="49298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confiado sé que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para siempre en Él,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Paz eterna mi alma gozará.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6" name="Google Shape;33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8"/>
          <p:cNvSpPr/>
          <p:nvPr/>
        </p:nvSpPr>
        <p:spPr>
          <a:xfrm>
            <a:off x="3021495" y="1170332"/>
            <a:ext cx="12245009" cy="7946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Grandes, fieles, las promesas que el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Señor Jesús ha dado;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Grandes, fieles,</a:t>
            </a:r>
            <a:r>
              <a:rPr lang="en-US" sz="8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en ellas para siempre</a:t>
            </a:r>
            <a:r>
              <a:rPr lang="en-US" sz="8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confiaré.</a:t>
            </a:r>
            <a:endParaRPr sz="8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3" name="Google Shape;34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9"/>
          <p:cNvSpPr/>
          <p:nvPr/>
        </p:nvSpPr>
        <p:spPr>
          <a:xfrm>
            <a:off x="3130826" y="2370482"/>
            <a:ext cx="12026348" cy="5546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3. Todas las promesas del Señor serán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Gozo y fuerza en nuestra</a:t>
            </a:r>
            <a:r>
              <a:rPr lang="en-US" sz="9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vida terrenal;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0" name="Google Shape;35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50"/>
          <p:cNvSpPr/>
          <p:nvPr/>
        </p:nvSpPr>
        <p:spPr>
          <a:xfrm>
            <a:off x="3607904" y="1943100"/>
            <a:ext cx="11072191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Ellas en la dura lid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nos sostendrán,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triunfar podremos sobre el mal.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7" name="Google Shape;35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1"/>
          <p:cNvSpPr/>
          <p:nvPr/>
        </p:nvSpPr>
        <p:spPr>
          <a:xfrm>
            <a:off x="3021495" y="1170332"/>
            <a:ext cx="12245009" cy="7946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Grandes, fieles, las promesas que el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Señor Jesús ha dado;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Grandes, fieles,</a:t>
            </a:r>
            <a:r>
              <a:rPr lang="en-US" sz="8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en ellas para siempre</a:t>
            </a:r>
            <a:r>
              <a:rPr lang="en-US" sz="8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confiaré.</a:t>
            </a:r>
            <a:endParaRPr sz="8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4" name="Google Shape;36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0" name="Google Shape;37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3"/>
          <p:cNvSpPr/>
          <p:nvPr/>
        </p:nvSpPr>
        <p:spPr>
          <a:xfrm>
            <a:off x="2768047" y="1498324"/>
            <a:ext cx="12751905" cy="729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DIOS DEL UNIVERSO</a:t>
            </a:r>
            <a:b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Desde el fin de la tierra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Lo profundo del mar, Desde los altos cielos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Te alabamos Señor.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7" name="Google Shape;37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4"/>
          <p:cNvSpPr/>
          <p:nvPr/>
        </p:nvSpPr>
        <p:spPr>
          <a:xfrm>
            <a:off x="2827650" y="2230500"/>
            <a:ext cx="12632700" cy="58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Desde mi corazón,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con toda mi razón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hoy elevo a Tu trono alabanza a Tu nombre.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4" name="Google Shape;384;g396dc1bd8d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396dc1bd8d5_0_0"/>
          <p:cNvSpPr/>
          <p:nvPr/>
        </p:nvSpPr>
        <p:spPr>
          <a:xfrm>
            <a:off x="3204450" y="2285400"/>
            <a:ext cx="11879100" cy="57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b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Eres Dios del universo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Digno de toda gloria,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Dios, mi Dios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1" name="Google Shape;391;g396dc1bd8d5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96dc1bd8d5_0_6"/>
          <p:cNvSpPr/>
          <p:nvPr/>
        </p:nvSpPr>
        <p:spPr>
          <a:xfrm>
            <a:off x="1974000" y="2214350"/>
            <a:ext cx="14340000" cy="6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Exaltado en las naciones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Supremo Señor de Señores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Dios, mi Dios,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te alabamos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8" name="Google Shape;398;g396dc1bd8d5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96dc1bd8d5_0_60"/>
          <p:cNvSpPr/>
          <p:nvPr/>
        </p:nvSpPr>
        <p:spPr>
          <a:xfrm>
            <a:off x="2768047" y="1498324"/>
            <a:ext cx="12751800" cy="72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DIOS DEL UNIVERSO</a:t>
            </a:r>
            <a:b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Desde el fin de la tierra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Lo profundo del mar, Desde los altos cielos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Te alabamos Señor.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5" name="Google Shape;405;g396dc1bd8d5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396dc1bd8d5_0_66"/>
          <p:cNvSpPr/>
          <p:nvPr/>
        </p:nvSpPr>
        <p:spPr>
          <a:xfrm>
            <a:off x="2827650" y="2230500"/>
            <a:ext cx="12632700" cy="58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Desde mi corazón,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con toda mi razón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hoy elevo a Tu trono alabanza a Tu nombre.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2" name="Google Shape;412;g396dc1bd8d5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96dc1bd8d5_0_72"/>
          <p:cNvSpPr/>
          <p:nvPr/>
        </p:nvSpPr>
        <p:spPr>
          <a:xfrm>
            <a:off x="3204450" y="2285400"/>
            <a:ext cx="11879100" cy="57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CORO</a:t>
            </a:r>
            <a:b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Eres Dios del universo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Digno de toda gloria,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Dios, mi Dios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9" name="Google Shape;419;g396dc1bd8d5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396dc1bd8d5_0_78"/>
          <p:cNvSpPr/>
          <p:nvPr/>
        </p:nvSpPr>
        <p:spPr>
          <a:xfrm>
            <a:off x="1974000" y="2214350"/>
            <a:ext cx="14340000" cy="6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Exaltado en las naciones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Supremo Señor de Señores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Dios, mi Dios,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te alabamos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6" name="Google Shape;42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2" name="Google Shape;43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60"/>
          <p:cNvSpPr/>
          <p:nvPr/>
        </p:nvSpPr>
        <p:spPr>
          <a:xfrm>
            <a:off x="3329608" y="606287"/>
            <a:ext cx="11628783" cy="9074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171 ¿CON QUÉ PAGAREMOS?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2000"/>
              <a:buFont typeface="Constantia"/>
              <a:buNone/>
            </a:pPr>
            <a:br>
              <a:rPr b="1" i="1" lang="en-US" sz="2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</a:b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¿Con qué pagaremos amor tan inmenso?</a:t>
            </a:r>
            <a:endParaRPr sz="8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Que diste tu vida</a:t>
            </a:r>
            <a:endParaRPr sz="8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por el pecador;</a:t>
            </a:r>
            <a:endParaRPr sz="8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En cambio recibes la ofrenda humilde,</a:t>
            </a:r>
            <a:endParaRPr sz="8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9" name="Google Shape;43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61"/>
          <p:cNvSpPr/>
          <p:nvPr/>
        </p:nvSpPr>
        <p:spPr>
          <a:xfrm>
            <a:off x="1828800" y="1943100"/>
            <a:ext cx="146304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La ofrenda humilde, Señor Jesucristo, de mi corazón.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La ofrenda humilde, Señor Jesucristo, de mi corazón.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6" name="Google Shape;44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62"/>
          <p:cNvSpPr/>
          <p:nvPr/>
        </p:nvSpPr>
        <p:spPr>
          <a:xfrm>
            <a:off x="1828800" y="810039"/>
            <a:ext cx="14630400" cy="866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2. Y cuando la noche extiende su manto,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Mis ojos en llanto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en ti fijaré;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Alzando mis ojos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veré las estrellas;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3" name="Google Shape;45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63"/>
          <p:cNvSpPr/>
          <p:nvPr/>
        </p:nvSpPr>
        <p:spPr>
          <a:xfrm>
            <a:off x="670950" y="2087700"/>
            <a:ext cx="16946100" cy="61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Yo sé que tras ellas cual Padre amoroso Tú velas por mí.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Yo sé que tras ellas cual Padre amoroso Tú velas por mí.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0" name="Google Shape;4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64"/>
          <p:cNvSpPr/>
          <p:nvPr/>
        </p:nvSpPr>
        <p:spPr>
          <a:xfrm>
            <a:off x="3478695" y="1078395"/>
            <a:ext cx="11330609" cy="8130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3. No puedo pagarte con oro ni plata,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El gran sacrificio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que hiciste por mí;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No tengo qué darte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por tanto amarme;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7" name="Google Shape;46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65"/>
          <p:cNvSpPr/>
          <p:nvPr/>
        </p:nvSpPr>
        <p:spPr>
          <a:xfrm>
            <a:off x="1828800" y="2320787"/>
            <a:ext cx="14630400" cy="5645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Recibe este canto mezclado con llanto, y mi corazón. Recibe este canto mezclado con llanto, y mi corazón.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4" name="Google Shape;47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0" name="Google Shape;48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67"/>
          <p:cNvSpPr/>
          <p:nvPr/>
        </p:nvSpPr>
        <p:spPr>
          <a:xfrm>
            <a:off x="1828800" y="1200600"/>
            <a:ext cx="14630400" cy="78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¿QUIÉN NOS PODRÁ SEPARAR DEL AMOR DE CRISTO?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//¿Quién nos podrá separar del amor de Cristo?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¿Quién nos podrá separar del amor de Dios?//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7" name="Google Shape;48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8"/>
          <p:cNvSpPr/>
          <p:nvPr/>
        </p:nvSpPr>
        <p:spPr>
          <a:xfrm>
            <a:off x="1828800" y="1943100"/>
            <a:ext cx="146304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Ni la vida, ni la muerte,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Ni lo alto, ni lo profundo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Ni ángeles, ni potestades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//Nada nos podrá separar//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4" name="Google Shape;49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69"/>
          <p:cNvSpPr/>
          <p:nvPr/>
        </p:nvSpPr>
        <p:spPr>
          <a:xfrm>
            <a:off x="2276061" y="3486150"/>
            <a:ext cx="13735878" cy="3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Nada nos podrá separar del amor de Dios.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1" name="Google Shape;501;g396d962b9b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g396d962b9bc_0_0"/>
          <p:cNvSpPr/>
          <p:nvPr/>
        </p:nvSpPr>
        <p:spPr>
          <a:xfrm>
            <a:off x="1710300" y="1336800"/>
            <a:ext cx="14867400" cy="76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HAY UN PUEBLO QUE VIVE MUY FELIZ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//Hay un pueblo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que vive muy feliz,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ese pueblo es el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pueblo de Dios//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8" name="Google Shape;508;g396d962b9bc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396d962b9bc_0_6"/>
          <p:cNvSpPr/>
          <p:nvPr/>
        </p:nvSpPr>
        <p:spPr>
          <a:xfrm>
            <a:off x="2276100" y="2982300"/>
            <a:ext cx="13735800" cy="43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//Y ese pueblo vive así porque un día conoció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A Jesús el Salvador//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5" name="Google Shape;515;g396d962b9bc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g396d962b9bc_0_18"/>
          <p:cNvSpPr/>
          <p:nvPr/>
        </p:nvSpPr>
        <p:spPr>
          <a:xfrm>
            <a:off x="2716650" y="1336800"/>
            <a:ext cx="12854700" cy="76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UNA MIRADA DE FE</a:t>
            </a:r>
            <a:endParaRPr b="1" i="1" sz="6000">
              <a:solidFill>
                <a:srgbClr val="D33D05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//Una mirada de fe,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una mirada al Señor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Es la que puede salvar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al pecador//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2" name="Google Shape;522;g396d962b9bc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96d962b9bc_0_12"/>
          <p:cNvSpPr/>
          <p:nvPr/>
        </p:nvSpPr>
        <p:spPr>
          <a:xfrm>
            <a:off x="2276100" y="594150"/>
            <a:ext cx="13735800" cy="90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//Y si tú vienes a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Cristo Jesús,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Él te perdonará.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Porque una mirada de fe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Es la que puede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salvar al pecador//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9" name="Google Shape;529;g396d962b9bc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g396d962b9bc_0_24"/>
          <p:cNvSpPr/>
          <p:nvPr/>
        </p:nvSpPr>
        <p:spPr>
          <a:xfrm>
            <a:off x="2103000" y="409800"/>
            <a:ext cx="14082000" cy="9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SOLO DIOS HACE AL HOMBRE FELIZ</a:t>
            </a:r>
            <a:endParaRPr b="1" i="1" sz="6000">
              <a:solidFill>
                <a:srgbClr val="D33D05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//Solo Dios hace </a:t>
            </a:r>
            <a:endParaRPr sz="88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al hombre feliz//</a:t>
            </a:r>
            <a:endParaRPr sz="88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La vida pasa, </a:t>
            </a:r>
            <a:endParaRPr sz="88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todo se acaba, </a:t>
            </a:r>
            <a:endParaRPr sz="88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solo Dios hace al </a:t>
            </a:r>
            <a:endParaRPr sz="88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8800"/>
              <a:buFont typeface="Constantia"/>
              <a:buNone/>
            </a:pPr>
            <a:r>
              <a:rPr lang="en-US" sz="88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hombre feliz </a:t>
            </a:r>
            <a:endParaRPr sz="88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6" name="Google Shape;53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2" name="Google Shape;54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71"/>
          <p:cNvSpPr/>
          <p:nvPr/>
        </p:nvSpPr>
        <p:spPr>
          <a:xfrm>
            <a:off x="1242391" y="1667289"/>
            <a:ext cx="15803217" cy="6952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LA HIGUERA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Aunque la higuera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no florezca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Ni en las vides haya fruto, Aunque falte del olivo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el producto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9" name="Google Shape;54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72"/>
          <p:cNvSpPr/>
          <p:nvPr/>
        </p:nvSpPr>
        <p:spPr>
          <a:xfrm>
            <a:off x="815008" y="1346752"/>
            <a:ext cx="16657983" cy="7593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los labrados no den mantenimiento,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las ovejas sean quitadas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de las majadas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no hayan vacas en los corrales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6" name="Google Shape;55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73"/>
          <p:cNvSpPr/>
          <p:nvPr/>
        </p:nvSpPr>
        <p:spPr>
          <a:xfrm>
            <a:off x="1828800" y="2969315"/>
            <a:ext cx="14630400" cy="4348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Con todo yo me alegraré en Jehová,</a:t>
            </a:r>
            <a:r>
              <a:rPr lang="en-US" sz="9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me gozaré en el Dios de mi salvación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3" name="Google Shape;563;g396c6b556b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396c6b556b4_0_0"/>
          <p:cNvSpPr/>
          <p:nvPr/>
        </p:nvSpPr>
        <p:spPr>
          <a:xfrm>
            <a:off x="1242391" y="1667289"/>
            <a:ext cx="15803100" cy="6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3D05"/>
              </a:buClr>
              <a:buSzPts val="6000"/>
              <a:buFont typeface="Constantia"/>
              <a:buNone/>
            </a:pPr>
            <a:r>
              <a:rPr b="1" i="1" lang="en-US" sz="6000">
                <a:solidFill>
                  <a:srgbClr val="D33D05"/>
                </a:solidFill>
                <a:latin typeface="Constantia"/>
                <a:ea typeface="Constantia"/>
                <a:cs typeface="Constantia"/>
                <a:sym typeface="Constantia"/>
              </a:rPr>
              <a:t>LA HIGUERA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Aunque la higuera </a:t>
            </a:r>
            <a:endParaRPr sz="9500">
              <a:solidFill>
                <a:srgbClr val="632423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no florezca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Ni en las vides haya fruto, Aunque falte del olivo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el producto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0" name="Google Shape;57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75"/>
          <p:cNvSpPr/>
          <p:nvPr/>
        </p:nvSpPr>
        <p:spPr>
          <a:xfrm>
            <a:off x="815008" y="1346752"/>
            <a:ext cx="16657983" cy="7593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los labrados no den mantenimiento,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las ovejas sean quitadas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de las majadas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no hayan vacas en los corrales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7" name="Google Shape;57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76"/>
          <p:cNvSpPr/>
          <p:nvPr/>
        </p:nvSpPr>
        <p:spPr>
          <a:xfrm>
            <a:off x="1828800" y="2969315"/>
            <a:ext cx="14630400" cy="4348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Con todo yo me alegraré en Jehová,</a:t>
            </a:r>
            <a:r>
              <a:rPr lang="en-US" sz="9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Y me gozaré en el Dios de mi salvación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4" name="Google Shape;58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77"/>
          <p:cNvSpPr/>
          <p:nvPr/>
        </p:nvSpPr>
        <p:spPr>
          <a:xfrm>
            <a:off x="3866321" y="3076161"/>
            <a:ext cx="10555357" cy="4134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///Jehová el Señor,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es mi fortaleza///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9500"/>
              <a:buFont typeface="Constantia"/>
              <a:buNone/>
            </a:pPr>
            <a:r>
              <a:rPr lang="en-US" sz="9500">
                <a:solidFill>
                  <a:srgbClr val="632423"/>
                </a:solidFill>
                <a:latin typeface="Constantia"/>
                <a:ea typeface="Constantia"/>
                <a:cs typeface="Constantia"/>
                <a:sym typeface="Constantia"/>
              </a:rPr>
              <a:t>Mi fuerza es Jehová</a:t>
            </a:r>
            <a:endParaRPr sz="9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1" name="Google Shape;591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2026-04-01T17:30:03Z</dcterms:created>
  <dc:creator>PptxGenJS</dc:creator>
</cp:coreProperties>
</file>
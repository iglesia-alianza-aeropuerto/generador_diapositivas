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168.xml"/>
  <Override ContentType="application/vnd.openxmlformats-officedocument.presentationml.notesSlide+xml" PartName="/ppt/notesSlides/notesSlide125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117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1.xml"/>
  <Override ContentType="application/vnd.openxmlformats-officedocument.presentationml.notesSlide+xml" PartName="/ppt/notesSlides/notesSlide133.xml"/>
  <Override ContentType="application/vnd.openxmlformats-officedocument.presentationml.notesSlide+xml" PartName="/ppt/notesSlides/notesSlide176.xml"/>
  <Override ContentType="application/vnd.openxmlformats-officedocument.presentationml.notesSlide+xml" PartName="/ppt/notesSlides/notesSlide109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07.xml"/>
  <Override ContentType="application/vnd.openxmlformats-officedocument.presentationml.notesSlide+xml" PartName="/ppt/notesSlides/notesSlide143.xml"/>
  <Override ContentType="application/vnd.openxmlformats-officedocument.presentationml.notesSlide+xml" PartName="/ppt/notesSlides/notesSlide151.xml"/>
  <Override ContentType="application/vnd.openxmlformats-officedocument.presentationml.notesSlide+xml" PartName="/ppt/notesSlides/notesSlide100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8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119.xml"/>
  <Override ContentType="application/vnd.openxmlformats-officedocument.presentationml.notesSlide+xml" PartName="/ppt/notesSlides/notesSlide81.xml"/>
  <Override ContentType="application/vnd.openxmlformats-officedocument.presentationml.notesSlide+xml" PartName="/ppt/notesSlides/notesSlide16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105.xml"/>
  <Override ContentType="application/vnd.openxmlformats-officedocument.presentationml.notesSlide+xml" PartName="/ppt/notesSlides/notesSlide178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148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135.xml"/>
  <Override ContentType="application/vnd.openxmlformats-officedocument.presentationml.notesSlide+xml" PartName="/ppt/notesSlides/notesSlide137.xml"/>
  <Override ContentType="application/vnd.openxmlformats-officedocument.presentationml.notesSlide+xml" PartName="/ppt/notesSlides/notesSlide93.xml"/>
  <Override ContentType="application/vnd.openxmlformats-officedocument.presentationml.notesSlide+xml" PartName="/ppt/notesSlides/notesSlide87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141.xml"/>
  <Override ContentType="application/vnd.openxmlformats-officedocument.presentationml.notesSlide+xml" PartName="/ppt/notesSlides/notesSlide153.xml"/>
  <Override ContentType="application/vnd.openxmlformats-officedocument.presentationml.notesSlide+xml" PartName="/ppt/notesSlides/notesSlide123.xml"/>
  <Override ContentType="application/vnd.openxmlformats-officedocument.presentationml.notesSlide+xml" PartName="/ppt/notesSlides/notesSlide110.xml"/>
  <Override ContentType="application/vnd.openxmlformats-officedocument.presentationml.notesSlide+xml" PartName="/ppt/notesSlides/notesSlide171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138.xml"/>
  <Override ContentType="application/vnd.openxmlformats-officedocument.presentationml.notesSlide+xml" PartName="/ppt/notesSlides/notesSlide163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112.xml"/>
  <Override ContentType="application/vnd.openxmlformats-officedocument.presentationml.notesSlide+xml" PartName="/ppt/notesSlides/notesSlide103.xml"/>
  <Override ContentType="application/vnd.openxmlformats-officedocument.presentationml.notesSlide+xml" PartName="/ppt/notesSlides/notesSlide97.xml"/>
  <Override ContentType="application/vnd.openxmlformats-officedocument.presentationml.notesSlide+xml" PartName="/ppt/notesSlides/notesSlide155.xml"/>
  <Override ContentType="application/vnd.openxmlformats-officedocument.presentationml.notesSlide+xml" PartName="/ppt/notesSlides/notesSlide180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17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9.xml"/>
  <Override ContentType="application/vnd.openxmlformats-officedocument.presentationml.notesSlide+xml" PartName="/ppt/notesSlides/notesSlide146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120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29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144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131.xml"/>
  <Override ContentType="application/vnd.openxmlformats-officedocument.presentationml.notesSlide+xml" PartName="/ppt/notesSlides/notesSlide127.xml"/>
  <Override ContentType="application/vnd.openxmlformats-officedocument.presentationml.notesSlide+xml" PartName="/ppt/notesSlides/notesSlide157.xml"/>
  <Override ContentType="application/vnd.openxmlformats-officedocument.presentationml.notesSlide+xml" PartName="/ppt/notesSlides/notesSlide114.xml"/>
  <Override ContentType="application/vnd.openxmlformats-officedocument.presentationml.notesSlide+xml" PartName="/ppt/notesSlides/notesSlide101.xml"/>
  <Override ContentType="application/vnd.openxmlformats-officedocument.presentationml.notesSlide+xml" PartName="/ppt/notesSlides/notesSlide95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16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174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92.xml"/>
  <Override ContentType="application/vnd.openxmlformats-officedocument.presentationml.notesSlide+xml" PartName="/ppt/notesSlides/notesSlide150.xml"/>
  <Override ContentType="application/vnd.openxmlformats-officedocument.presentationml.notesSlide+xml" PartName="/ppt/notesSlides/notesSlide142.xml"/>
  <Override ContentType="application/vnd.openxmlformats-officedocument.presentationml.notesSlide+xml" PartName="/ppt/notesSlides/notesSlide84.xml"/>
  <Override ContentType="application/vnd.openxmlformats-officedocument.presentationml.notesSlide+xml" PartName="/ppt/notesSlides/notesSlide116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59.xml"/>
  <Override ContentType="application/vnd.openxmlformats-officedocument.presentationml.notesSlide+xml" PartName="/ppt/notesSlides/notesSlide124.xml"/>
  <Override ContentType="application/vnd.openxmlformats-officedocument.presentationml.notesSlide+xml" PartName="/ppt/notesSlides/notesSlide126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82.xml"/>
  <Override ContentType="application/vnd.openxmlformats-officedocument.presentationml.notesSlide+xml" PartName="/ppt/notesSlides/notesSlide169.xml"/>
  <Override ContentType="application/vnd.openxmlformats-officedocument.presentationml.notesSlide+xml" PartName="/ppt/notesSlides/notesSlide177.xml"/>
  <Override ContentType="application/vnd.openxmlformats-officedocument.presentationml.notesSlide+xml" PartName="/ppt/notesSlides/notesSlide9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108.xml"/>
  <Override ContentType="application/vnd.openxmlformats-officedocument.presentationml.notesSlide+xml" PartName="/ppt/notesSlides/notesSlide90.xml"/>
  <Override ContentType="application/vnd.openxmlformats-officedocument.presentationml.notesSlide+xml" PartName="/ppt/notesSlides/notesSlide1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60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86.xml"/>
  <Override ContentType="application/vnd.openxmlformats-officedocument.presentationml.notesSlide+xml" PartName="/ppt/notesSlides/notesSlide106.xml"/>
  <Override ContentType="application/vnd.openxmlformats-officedocument.presentationml.notesSlide+xml" PartName="/ppt/notesSlides/notesSlide179.xml"/>
  <Override ContentType="application/vnd.openxmlformats-officedocument.presentationml.notesSlide+xml" PartName="/ppt/notesSlides/notesSlide99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152.xml"/>
  <Override ContentType="application/vnd.openxmlformats-officedocument.presentationml.notesSlide+xml" PartName="/ppt/notesSlides/notesSlide165.xml"/>
  <Override ContentType="application/vnd.openxmlformats-officedocument.presentationml.notesSlide+xml" PartName="/ppt/notesSlides/notesSlide122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118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170.xml"/>
  <Override ContentType="application/vnd.openxmlformats-officedocument.presentationml.notesSlide+xml" PartName="/ppt/notesSlides/notesSlide167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140.xml"/>
  <Override ContentType="application/vnd.openxmlformats-officedocument.presentationml.notesSlide+xml" PartName="/ppt/notesSlides/notesSlide15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88.xml"/>
  <Override ContentType="application/vnd.openxmlformats-officedocument.presentationml.notesSlide+xml" PartName="/ppt/notesSlides/notesSlide136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49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1.xml"/>
  <Override ContentType="application/vnd.openxmlformats-officedocument.presentationml.notesSlide+xml" PartName="/ppt/notesSlides/notesSlide139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56.xml"/>
  <Override ContentType="application/vnd.openxmlformats-officedocument.presentationml.notesSlide+xml" PartName="/ppt/notesSlides/notesSlide18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13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98.xml"/>
  <Override ContentType="application/vnd.openxmlformats-officedocument.presentationml.notesSlide+xml" PartName="/ppt/notesSlides/notesSlide104.xml"/>
  <Override ContentType="application/vnd.openxmlformats-officedocument.presentationml.notesSlide+xml" PartName="/ppt/notesSlides/notesSlide1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30.xml"/>
  <Override ContentType="application/vnd.openxmlformats-officedocument.presentationml.notesSlide+xml" PartName="/ppt/notesSlides/notesSlide16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73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21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8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132.xml"/>
  <Override ContentType="application/vnd.openxmlformats-officedocument.presentationml.notesSlide+xml" PartName="/ppt/notesSlides/notesSlide162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45.xml"/>
  <Override ContentType="application/vnd.openxmlformats-officedocument.presentationml.notesSlide+xml" PartName="/ppt/notesSlides/notesSlide96.xml"/>
  <Override ContentType="application/vnd.openxmlformats-officedocument.presentationml.notesSlide+xml" PartName="/ppt/notesSlides/notesSlide102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83.xml"/>
  <Override ContentType="application/vnd.openxmlformats-officedocument.presentationml.notesSlide+xml" PartName="/ppt/notesSlides/notesSlide115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158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75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1.xml"/>
  <Override ContentType="application/vnd.openxmlformats-officedocument.presentationml.slide+xml" PartName="/ppt/slides/slide164.xml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86.xml"/>
  <Override ContentType="application/vnd.openxmlformats-officedocument.presentationml.slide+xml" PartName="/ppt/slides/slide35.xml"/>
  <Override ContentType="application/vnd.openxmlformats-officedocument.presentationml.slide+xml" PartName="/ppt/slides/slide105.xml"/>
  <Override ContentType="application/vnd.openxmlformats-officedocument.presentationml.slide+xml" PartName="/ppt/slides/slide148.xml"/>
  <Override ContentType="application/vnd.openxmlformats-officedocument.presentationml.slide+xml" PartName="/ppt/slides/slide17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138.xml"/>
  <Override ContentType="application/vnd.openxmlformats-officedocument.presentationml.slide+xml" PartName="/ppt/slides/slide25.xml"/>
  <Override ContentType="application/vnd.openxmlformats-officedocument.presentationml.slide+xml" PartName="/ppt/slides/slide17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13.xml"/>
  <Override ContentType="application/vnd.openxmlformats-officedocument.presentationml.slide+xml" PartName="/ppt/slides/slide68.xml"/>
  <Override ContentType="application/vnd.openxmlformats-officedocument.presentationml.slide+xml" PartName="/ppt/slides/slide94.xml"/>
  <Override ContentType="application/vnd.openxmlformats-officedocument.presentationml.slide+xml" PartName="/ppt/slides/slide156.xml"/>
  <Override ContentType="application/vnd.openxmlformats-officedocument.presentationml.slide+xml" PartName="/ppt/slides/slide170.xml"/>
  <Override ContentType="application/vnd.openxmlformats-officedocument.presentationml.slide+xml" PartName="/ppt/slides/slide84.xml"/>
  <Override ContentType="application/vnd.openxmlformats-officedocument.presentationml.slide+xml" PartName="/ppt/slides/slide107.xml"/>
  <Override ContentType="application/vnd.openxmlformats-officedocument.presentationml.slide+xml" PartName="/ppt/slides/slide37.xml"/>
  <Override ContentType="application/vnd.openxmlformats-officedocument.presentationml.slide+xml" PartName="/ppt/slides/slide123.xml"/>
  <Override ContentType="application/vnd.openxmlformats-officedocument.presentationml.slide+xml" PartName="/ppt/slides/slide71.xml"/>
  <Override ContentType="application/vnd.openxmlformats-officedocument.presentationml.slide+xml" PartName="/ppt/slides/slide179.xml"/>
  <Override ContentType="application/vnd.openxmlformats-officedocument.presentationml.slide+xml" PartName="/ppt/slides/slide166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136.xml"/>
  <Override ContentType="application/vnd.openxmlformats-officedocument.presentationml.slide+xml" PartName="/ppt/slides/slide154.xml"/>
  <Override ContentType="application/vnd.openxmlformats-officedocument.presentationml.slide+xml" PartName="/ppt/slides/slide10.xml"/>
  <Override ContentType="application/vnd.openxmlformats-officedocument.presentationml.slide+xml" PartName="/ppt/slides/slide111.xml"/>
  <Override ContentType="application/vnd.openxmlformats-officedocument.presentationml.slide+xml" PartName="/ppt/slides/slide53.xml"/>
  <Override ContentType="application/vnd.openxmlformats-officedocument.presentationml.slide+xml" PartName="/ppt/slides/slide141.xml"/>
  <Override ContentType="application/vnd.openxmlformats-officedocument.presentationml.slide+xml" PartName="/ppt/slides/slide96.xml"/>
  <Override ContentType="application/vnd.openxmlformats-officedocument.presentationml.slide+xml" PartName="/ppt/slides/slide48.xml"/>
  <Override ContentType="application/vnd.openxmlformats-officedocument.presentationml.slide+xml" PartName="/ppt/slides/slide22.xml"/>
  <Override ContentType="application/vnd.openxmlformats-officedocument.presentationml.slide+xml" PartName="/ppt/slides/slide82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68.xml"/>
  <Override ContentType="application/vnd.openxmlformats-officedocument.presentationml.slide+xml" PartName="/ppt/slides/slide118.xml"/>
  <Override ContentType="application/vnd.openxmlformats-officedocument.presentationml.slide+xml" PartName="/ppt/slides/slide142.xml"/>
  <Override ContentType="application/vnd.openxmlformats-officedocument.presentationml.slide+xml" PartName="/ppt/slides/slide12.xml"/>
  <Override ContentType="application/vnd.openxmlformats-officedocument.presentationml.slide+xml" PartName="/ppt/slides/slide108.xml"/>
  <Override ContentType="application/vnd.openxmlformats-officedocument.presentationml.slide+xml" PartName="/ppt/slides/slide98.xml"/>
  <Override ContentType="application/vnd.openxmlformats-officedocument.presentationml.slide+xml" PartName="/ppt/slides/slide152.xml"/>
  <Override ContentType="application/vnd.openxmlformats-officedocument.presentationml.slide+xml" PartName="/ppt/slides/slide125.xml"/>
  <Override ContentType="application/vnd.openxmlformats-officedocument.presentationml.slide+xml" PartName="/ppt/slides/slide72.xml"/>
  <Override ContentType="application/vnd.openxmlformats-officedocument.presentationml.slide+xml" PartName="/ppt/slides/slide135.xml"/>
  <Override ContentType="application/vnd.openxmlformats-officedocument.presentationml.slide+xml" PartName="/ppt/slides/slide20.xml"/>
  <Override ContentType="application/vnd.openxmlformats-officedocument.presentationml.slide+xml" PartName="/ppt/slides/slide161.xml"/>
  <Override ContentType="application/vnd.openxmlformats-officedocument.presentationml.slide+xml" PartName="/ppt/slides/slide178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89.xml"/>
  <Override ContentType="application/vnd.openxmlformats-officedocument.presentationml.slide+xml" PartName="/ppt/slides/slide76.xml"/>
  <Override ContentType="application/vnd.openxmlformats-officedocument.presentationml.slide+xml" PartName="/ppt/slides/slide129.xml"/>
  <Override ContentType="application/vnd.openxmlformats-officedocument.presentationml.slide+xml" PartName="/ppt/slides/slide63.xml"/>
  <Override ContentType="application/vnd.openxmlformats-officedocument.presentationml.slide+xml" PartName="/ppt/slides/slide131.xml"/>
  <Override ContentType="application/vnd.openxmlformats-officedocument.presentationml.slide+xml" PartName="/ppt/slides/slide159.xml"/>
  <Override ContentType="application/vnd.openxmlformats-officedocument.presentationml.slide+xml" PartName="/ppt/slides/slide93.xml"/>
  <Override ContentType="application/vnd.openxmlformats-officedocument.presentationml.slide+xml" PartName="/ppt/slides/slide101.xml"/>
  <Override ContentType="application/vnd.openxmlformats-officedocument.presentationml.slide+xml" PartName="/ppt/slides/slide116.xml"/>
  <Override ContentType="application/vnd.openxmlformats-officedocument.presentationml.slide+xml" PartName="/ppt/slides/slide144.xml"/>
  <Override ContentType="application/vnd.openxmlformats-officedocument.presentationml.slide+xml" PartName="/ppt/slides/slide80.xml"/>
  <Override ContentType="application/vnd.openxmlformats-officedocument.presentationml.slide+xml" PartName="/ppt/slides/slide103.xml"/>
  <Override ContentType="application/vnd.openxmlformats-officedocument.presentationml.slide+xml" PartName="/ppt/slides/slide61.xml"/>
  <Override ContentType="application/vnd.openxmlformats-officedocument.presentationml.slide+xml" PartName="/ppt/slides/slide133.xml"/>
  <Override ContentType="application/vnd.openxmlformats-officedocument.presentationml.slide+xml" PartName="/ppt/slides/slide91.xml"/>
  <Override ContentType="application/vnd.openxmlformats-officedocument.presentationml.slide+xml" PartName="/ppt/slides/slide114.xml"/>
  <Override ContentType="application/vnd.openxmlformats-officedocument.presentationml.slide+xml" PartName="/ppt/slides/slide163.xml"/>
  <Override ContentType="application/vnd.openxmlformats-officedocument.presentationml.slide+xml" PartName="/ppt/slides/slide31.xml"/>
  <Override ContentType="application/vnd.openxmlformats-officedocument.presentationml.slide+xml" PartName="/ppt/slides/slide127.xml"/>
  <Override ContentType="application/vnd.openxmlformats-officedocument.presentationml.slide+xml" PartName="/ppt/slides/slide146.xml"/>
  <Override ContentType="application/vnd.openxmlformats-officedocument.presentationml.slide+xml" PartName="/ppt/slides/slide150.xml"/>
  <Override ContentType="application/vnd.openxmlformats-officedocument.presentationml.slide+xml" PartName="/ppt/slides/slide120.xml"/>
  <Override ContentType="application/vnd.openxmlformats-officedocument.presentationml.slide+xml" PartName="/ppt/slides/slide87.xml"/>
  <Override ContentType="application/vnd.openxmlformats-officedocument.presentationml.slide+xml" PartName="/ppt/slides/slide74.xml"/>
  <Override ContentType="application/vnd.openxmlformats-officedocument.presentationml.slide+xml" PartName="/ppt/slides/slide176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slide+xml" PartName="/ppt/slides/slide180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39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12.xml"/>
  <Override ContentType="application/vnd.openxmlformats-officedocument.presentationml.slide+xml" PartName="/ppt/slides/slide95.xml"/>
  <Override ContentType="application/vnd.openxmlformats-officedocument.presentationml.slide+xml" PartName="/ppt/slides/slide155.xml"/>
  <Override ContentType="application/vnd.openxmlformats-officedocument.presentationml.slide+xml" PartName="/ppt/slides/slide69.xml"/>
  <Override ContentType="application/vnd.openxmlformats-officedocument.presentationml.slide+xml" PartName="/ppt/slides/slide181.xml"/>
  <Override ContentType="application/vnd.openxmlformats-officedocument.presentationml.slide+xml" PartName="/ppt/slides/slide85.xml"/>
  <Override ContentType="application/vnd.openxmlformats-officedocument.presentationml.slide+xml" PartName="/ppt/slides/slide157.xml"/>
  <Override ContentType="application/vnd.openxmlformats-officedocument.presentationml.slide+xml" PartName="/ppt/slides/slide42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165.xml"/>
  <Override ContentType="application/vnd.openxmlformats-officedocument.presentationml.slide+xml" PartName="/ppt/slides/slide34.xml"/>
  <Override ContentType="application/vnd.openxmlformats-officedocument.presentationml.slide+xml" PartName="/ppt/slides/slide122.xml"/>
  <Override ContentType="application/vnd.openxmlformats-officedocument.presentationml.slide+xml" PartName="/ppt/slides/slide130.xml"/>
  <Override ContentType="application/vnd.openxmlformats-officedocument.presentationml.slide+xml" PartName="/ppt/slides/slide173.xml"/>
  <Override ContentType="application/vnd.openxmlformats-officedocument.presentationml.slide+xml" PartName="/ppt/slides/slide147.xml"/>
  <Override ContentType="application/vnd.openxmlformats-officedocument.presentationml.slide+xml" PartName="/ppt/slides/slide16.xml"/>
  <Override ContentType="application/vnd.openxmlformats-officedocument.presentationml.slide+xml" PartName="/ppt/slides/slide104.xml"/>
  <Override ContentType="application/vnd.openxmlformats-officedocument.presentationml.slide+xml" PartName="/ppt/slides/slide24.xml"/>
  <Override ContentType="application/vnd.openxmlformats-officedocument.presentationml.slide+xml" PartName="/ppt/slides/slide97.xml"/>
  <Override ContentType="application/vnd.openxmlformats-officedocument.presentationml.slide+xml" PartName="/ppt/slides/slide140.xml"/>
  <Override ContentType="application/vnd.openxmlformats-officedocument.presentationml.slide+xml" PartName="/ppt/slides/slide11.xml"/>
  <Override ContentType="application/vnd.openxmlformats-officedocument.presentationml.slide+xml" PartName="/ppt/slides/slide137.xml"/>
  <Override ContentType="application/vnd.openxmlformats-officedocument.presentationml.slide+xml" PartName="/ppt/slides/slide110.xml"/>
  <Override ContentType="application/vnd.openxmlformats-officedocument.presentationml.slide+xml" PartName="/ppt/slides/slide153.xml"/>
  <Override ContentType="application/vnd.openxmlformats-officedocument.presentationml.slide+xml" PartName="/ppt/slides/slide6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79.xml"/>
  <Override ContentType="application/vnd.openxmlformats-officedocument.presentationml.slide+xml" PartName="/ppt/slides/slide171.xml"/>
  <Override ContentType="application/vnd.openxmlformats-officedocument.presentationml.slide+xml" PartName="/ppt/slides/slide149.xml"/>
  <Override ContentType="application/vnd.openxmlformats-officedocument.presentationml.slide+xml" PartName="/ppt/slides/slide49.xml"/>
  <Override ContentType="application/vnd.openxmlformats-officedocument.presentationml.slide+xml" PartName="/ppt/slides/slide124.xml"/>
  <Override ContentType="application/vnd.openxmlformats-officedocument.presentationml.slide+xml" PartName="/ppt/slides/slide83.xml"/>
  <Override ContentType="application/vnd.openxmlformats-officedocument.presentationml.slide+xml" PartName="/ppt/slides/slide106.xml"/>
  <Override ContentType="application/vnd.openxmlformats-officedocument.presentationml.slide+xml" PartName="/ppt/slides/slide167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119.xml"/>
  <Override ContentType="application/vnd.openxmlformats-officedocument.presentationml.slide+xml" PartName="/ppt/slides/slide40.xml"/>
  <Override ContentType="application/vnd.openxmlformats-officedocument.presentationml.slide+xml" PartName="/ppt/slides/slide73.xml"/>
  <Override ContentType="application/vnd.openxmlformats-officedocument.presentationml.slide+xml" PartName="/ppt/slides/slide169.xml"/>
  <Override ContentType="application/vnd.openxmlformats-officedocument.presentationml.slide+xml" PartName="/ppt/slides/slide30.xml"/>
  <Override ContentType="application/vnd.openxmlformats-officedocument.presentationml.slide+xml" PartName="/ppt/slides/slide126.xml"/>
  <Override ContentType="application/vnd.openxmlformats-officedocument.presentationml.slide+xml" PartName="/ppt/slides/slide151.xml"/>
  <Override ContentType="application/vnd.openxmlformats-officedocument.presentationml.slide+xml" PartName="/ppt/slides/slide177.xml"/>
  <Override ContentType="application/vnd.openxmlformats-officedocument.presentationml.slide+xml" PartName="/ppt/slides/slide109.xml"/>
  <Override ContentType="application/vnd.openxmlformats-officedocument.presentationml.slide+xml" PartName="/ppt/slides/slide134.xml"/>
  <Override ContentType="application/vnd.openxmlformats-officedocument.presentationml.slide+xml" PartName="/ppt/slides/slide99.xml"/>
  <Override ContentType="application/vnd.openxmlformats-officedocument.presentationml.slide+xml" PartName="/ppt/slides/slide3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47.xml"/>
  <Override ContentType="application/vnd.openxmlformats-officedocument.presentationml.slide+xml" PartName="/ppt/slides/slide160.xml"/>
  <Override ContentType="application/vnd.openxmlformats-officedocument.presentationml.slide+xml" PartName="/ppt/slides/slide21.xml"/>
  <Override ContentType="application/vnd.openxmlformats-officedocument.presentationml.slide+xml" PartName="/ppt/slides/slide100.xml"/>
  <Override ContentType="application/vnd.openxmlformats-officedocument.presentationml.slide+xml" PartName="/ppt/slides/slide64.xml"/>
  <Override ContentType="application/vnd.openxmlformats-officedocument.presentationml.slide+xml" PartName="/ppt/slides/slide81.xml"/>
  <Override ContentType="application/vnd.openxmlformats-officedocument.presentationml.slide+xml" PartName="/ppt/slides/slide90.xml"/>
  <Override ContentType="application/vnd.openxmlformats-officedocument.presentationml.slide+xml" PartName="/ppt/slides/slide8.xml"/>
  <Override ContentType="application/vnd.openxmlformats-officedocument.presentationml.slide+xml" PartName="/ppt/slides/slide143.xml"/>
  <Override ContentType="application/vnd.openxmlformats-officedocument.presentationml.slide+xml" PartName="/ppt/slides/slide117.xml"/>
  <Override ContentType="application/vnd.openxmlformats-officedocument.presentationml.slide+xml" PartName="/ppt/slides/slide145.xml"/>
  <Override ContentType="application/vnd.openxmlformats-officedocument.presentationml.slide+xml" PartName="/ppt/slides/slide132.xml"/>
  <Override ContentType="application/vnd.openxmlformats-officedocument.presentationml.slide+xml" PartName="/ppt/slides/slide162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175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88.xml"/>
  <Override ContentType="application/vnd.openxmlformats-officedocument.presentationml.slide+xml" PartName="/ppt/slides/slide128.xml"/>
  <Override ContentType="application/vnd.openxmlformats-officedocument.presentationml.slide+xml" PartName="/ppt/slides/slide158.xml"/>
  <Override ContentType="application/vnd.openxmlformats-officedocument.presentationml.slide+xml" PartName="/ppt/slides/slide92.xml"/>
  <Override ContentType="application/vnd.openxmlformats-officedocument.presentationml.slide+xml" PartName="/ppt/slides/slide115.xml"/>
  <Override ContentType="application/vnd.openxmlformats-officedocument.presentationml.slide+xml" PartName="/ppt/slides/slide102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  <p:sldId id="328" r:id="rId78"/>
    <p:sldId id="329" r:id="rId79"/>
    <p:sldId id="330" r:id="rId80"/>
    <p:sldId id="331" r:id="rId81"/>
    <p:sldId id="332" r:id="rId82"/>
    <p:sldId id="333" r:id="rId83"/>
    <p:sldId id="334" r:id="rId84"/>
    <p:sldId id="335" r:id="rId85"/>
    <p:sldId id="336" r:id="rId86"/>
    <p:sldId id="337" r:id="rId87"/>
    <p:sldId id="338" r:id="rId88"/>
    <p:sldId id="339" r:id="rId89"/>
    <p:sldId id="340" r:id="rId90"/>
    <p:sldId id="341" r:id="rId91"/>
    <p:sldId id="342" r:id="rId92"/>
    <p:sldId id="343" r:id="rId93"/>
    <p:sldId id="344" r:id="rId94"/>
    <p:sldId id="345" r:id="rId95"/>
    <p:sldId id="346" r:id="rId96"/>
    <p:sldId id="347" r:id="rId97"/>
    <p:sldId id="348" r:id="rId98"/>
    <p:sldId id="349" r:id="rId99"/>
    <p:sldId id="350" r:id="rId100"/>
    <p:sldId id="351" r:id="rId101"/>
    <p:sldId id="352" r:id="rId102"/>
    <p:sldId id="353" r:id="rId103"/>
    <p:sldId id="354" r:id="rId104"/>
    <p:sldId id="355" r:id="rId105"/>
    <p:sldId id="356" r:id="rId106"/>
    <p:sldId id="357" r:id="rId107"/>
    <p:sldId id="358" r:id="rId108"/>
    <p:sldId id="359" r:id="rId109"/>
    <p:sldId id="360" r:id="rId110"/>
    <p:sldId id="361" r:id="rId111"/>
    <p:sldId id="362" r:id="rId112"/>
    <p:sldId id="363" r:id="rId113"/>
    <p:sldId id="364" r:id="rId114"/>
    <p:sldId id="365" r:id="rId115"/>
    <p:sldId id="366" r:id="rId116"/>
    <p:sldId id="367" r:id="rId117"/>
    <p:sldId id="368" r:id="rId118"/>
    <p:sldId id="369" r:id="rId119"/>
    <p:sldId id="370" r:id="rId120"/>
    <p:sldId id="371" r:id="rId121"/>
    <p:sldId id="372" r:id="rId122"/>
    <p:sldId id="373" r:id="rId123"/>
    <p:sldId id="374" r:id="rId124"/>
    <p:sldId id="375" r:id="rId125"/>
    <p:sldId id="376" r:id="rId126"/>
    <p:sldId id="377" r:id="rId127"/>
    <p:sldId id="378" r:id="rId128"/>
    <p:sldId id="379" r:id="rId129"/>
    <p:sldId id="380" r:id="rId130"/>
    <p:sldId id="381" r:id="rId131"/>
    <p:sldId id="382" r:id="rId132"/>
    <p:sldId id="383" r:id="rId133"/>
    <p:sldId id="384" r:id="rId134"/>
    <p:sldId id="385" r:id="rId135"/>
    <p:sldId id="386" r:id="rId136"/>
    <p:sldId id="387" r:id="rId137"/>
    <p:sldId id="388" r:id="rId138"/>
    <p:sldId id="389" r:id="rId139"/>
    <p:sldId id="390" r:id="rId140"/>
    <p:sldId id="391" r:id="rId141"/>
    <p:sldId id="392" r:id="rId142"/>
    <p:sldId id="393" r:id="rId143"/>
    <p:sldId id="394" r:id="rId144"/>
    <p:sldId id="395" r:id="rId145"/>
    <p:sldId id="396" r:id="rId146"/>
    <p:sldId id="397" r:id="rId147"/>
    <p:sldId id="398" r:id="rId148"/>
    <p:sldId id="399" r:id="rId149"/>
    <p:sldId id="400" r:id="rId150"/>
    <p:sldId id="401" r:id="rId151"/>
    <p:sldId id="402" r:id="rId152"/>
    <p:sldId id="403" r:id="rId153"/>
    <p:sldId id="404" r:id="rId154"/>
    <p:sldId id="405" r:id="rId155"/>
    <p:sldId id="406" r:id="rId156"/>
    <p:sldId id="407" r:id="rId157"/>
    <p:sldId id="408" r:id="rId158"/>
    <p:sldId id="409" r:id="rId159"/>
    <p:sldId id="410" r:id="rId160"/>
    <p:sldId id="411" r:id="rId161"/>
    <p:sldId id="412" r:id="rId162"/>
    <p:sldId id="413" r:id="rId163"/>
    <p:sldId id="414" r:id="rId164"/>
    <p:sldId id="415" r:id="rId165"/>
    <p:sldId id="416" r:id="rId166"/>
    <p:sldId id="417" r:id="rId167"/>
    <p:sldId id="418" r:id="rId168"/>
    <p:sldId id="419" r:id="rId169"/>
    <p:sldId id="420" r:id="rId170"/>
    <p:sldId id="421" r:id="rId171"/>
    <p:sldId id="422" r:id="rId172"/>
    <p:sldId id="423" r:id="rId173"/>
    <p:sldId id="424" r:id="rId174"/>
    <p:sldId id="425" r:id="rId175"/>
    <p:sldId id="426" r:id="rId176"/>
    <p:sldId id="427" r:id="rId177"/>
    <p:sldId id="428" r:id="rId178"/>
    <p:sldId id="429" r:id="rId179"/>
    <p:sldId id="430" r:id="rId180"/>
    <p:sldId id="431" r:id="rId181"/>
    <p:sldId id="432" r:id="rId182"/>
    <p:sldId id="433" r:id="rId183"/>
    <p:sldId id="434" r:id="rId184"/>
    <p:sldId id="435" r:id="rId185"/>
    <p:sldId id="436" r:id="rId186"/>
  </p:sldIdLst>
  <p:sldSz cy="6858000" cx="12192000"/>
  <p:notesSz cx="6858000" cy="9144000"/>
  <p:embeddedFontLst>
    <p:embeddedFont>
      <p:font typeface="Arial Black"/>
      <p:regular r:id="rId18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88" roundtripDataSignature="AMtx7mgmiUt0qosk5xwv6gr3yDTX0lEdN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07" Type="http://schemas.openxmlformats.org/officeDocument/2006/relationships/slide" Target="slides/slide102.xml"/><Relationship Id="rId106" Type="http://schemas.openxmlformats.org/officeDocument/2006/relationships/slide" Target="slides/slide101.xml"/><Relationship Id="rId105" Type="http://schemas.openxmlformats.org/officeDocument/2006/relationships/slide" Target="slides/slide100.xml"/><Relationship Id="rId104" Type="http://schemas.openxmlformats.org/officeDocument/2006/relationships/slide" Target="slides/slide99.xml"/><Relationship Id="rId109" Type="http://schemas.openxmlformats.org/officeDocument/2006/relationships/slide" Target="slides/slide104.xml"/><Relationship Id="rId108" Type="http://schemas.openxmlformats.org/officeDocument/2006/relationships/slide" Target="slides/slide103.xml"/><Relationship Id="rId48" Type="http://schemas.openxmlformats.org/officeDocument/2006/relationships/slide" Target="slides/slide43.xml"/><Relationship Id="rId187" Type="http://schemas.openxmlformats.org/officeDocument/2006/relationships/font" Target="fonts/ArialBlack-regular.fntdata"/><Relationship Id="rId47" Type="http://schemas.openxmlformats.org/officeDocument/2006/relationships/slide" Target="slides/slide42.xml"/><Relationship Id="rId186" Type="http://schemas.openxmlformats.org/officeDocument/2006/relationships/slide" Target="slides/slide181.xml"/><Relationship Id="rId185" Type="http://schemas.openxmlformats.org/officeDocument/2006/relationships/slide" Target="slides/slide180.xml"/><Relationship Id="rId49" Type="http://schemas.openxmlformats.org/officeDocument/2006/relationships/slide" Target="slides/slide44.xml"/><Relationship Id="rId184" Type="http://schemas.openxmlformats.org/officeDocument/2006/relationships/slide" Target="slides/slide179.xml"/><Relationship Id="rId103" Type="http://schemas.openxmlformats.org/officeDocument/2006/relationships/slide" Target="slides/slide98.xml"/><Relationship Id="rId102" Type="http://schemas.openxmlformats.org/officeDocument/2006/relationships/slide" Target="slides/slide97.xml"/><Relationship Id="rId101" Type="http://schemas.openxmlformats.org/officeDocument/2006/relationships/slide" Target="slides/slide96.xml"/><Relationship Id="rId100" Type="http://schemas.openxmlformats.org/officeDocument/2006/relationships/slide" Target="slides/slide95.xml"/><Relationship Id="rId188" Type="http://customschemas.google.com/relationships/presentationmetadata" Target="metadata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183" Type="http://schemas.openxmlformats.org/officeDocument/2006/relationships/slide" Target="slides/slide178.xml"/><Relationship Id="rId32" Type="http://schemas.openxmlformats.org/officeDocument/2006/relationships/slide" Target="slides/slide27.xml"/><Relationship Id="rId182" Type="http://schemas.openxmlformats.org/officeDocument/2006/relationships/slide" Target="slides/slide177.xml"/><Relationship Id="rId35" Type="http://schemas.openxmlformats.org/officeDocument/2006/relationships/slide" Target="slides/slide30.xml"/><Relationship Id="rId181" Type="http://schemas.openxmlformats.org/officeDocument/2006/relationships/slide" Target="slides/slide176.xml"/><Relationship Id="rId34" Type="http://schemas.openxmlformats.org/officeDocument/2006/relationships/slide" Target="slides/slide29.xml"/><Relationship Id="rId180" Type="http://schemas.openxmlformats.org/officeDocument/2006/relationships/slide" Target="slides/slide175.xml"/><Relationship Id="rId37" Type="http://schemas.openxmlformats.org/officeDocument/2006/relationships/slide" Target="slides/slide32.xml"/><Relationship Id="rId176" Type="http://schemas.openxmlformats.org/officeDocument/2006/relationships/slide" Target="slides/slide171.xml"/><Relationship Id="rId36" Type="http://schemas.openxmlformats.org/officeDocument/2006/relationships/slide" Target="slides/slide31.xml"/><Relationship Id="rId175" Type="http://schemas.openxmlformats.org/officeDocument/2006/relationships/slide" Target="slides/slide170.xml"/><Relationship Id="rId39" Type="http://schemas.openxmlformats.org/officeDocument/2006/relationships/slide" Target="slides/slide34.xml"/><Relationship Id="rId174" Type="http://schemas.openxmlformats.org/officeDocument/2006/relationships/slide" Target="slides/slide169.xml"/><Relationship Id="rId38" Type="http://schemas.openxmlformats.org/officeDocument/2006/relationships/slide" Target="slides/slide33.xml"/><Relationship Id="rId173" Type="http://schemas.openxmlformats.org/officeDocument/2006/relationships/slide" Target="slides/slide168.xml"/><Relationship Id="rId179" Type="http://schemas.openxmlformats.org/officeDocument/2006/relationships/slide" Target="slides/slide174.xml"/><Relationship Id="rId178" Type="http://schemas.openxmlformats.org/officeDocument/2006/relationships/slide" Target="slides/slide173.xml"/><Relationship Id="rId177" Type="http://schemas.openxmlformats.org/officeDocument/2006/relationships/slide" Target="slides/slide172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29" Type="http://schemas.openxmlformats.org/officeDocument/2006/relationships/slide" Target="slides/slide124.xml"/><Relationship Id="rId128" Type="http://schemas.openxmlformats.org/officeDocument/2006/relationships/slide" Target="slides/slide123.xml"/><Relationship Id="rId127" Type="http://schemas.openxmlformats.org/officeDocument/2006/relationships/slide" Target="slides/slide122.xml"/><Relationship Id="rId126" Type="http://schemas.openxmlformats.org/officeDocument/2006/relationships/slide" Target="slides/slide121.xml"/><Relationship Id="rId26" Type="http://schemas.openxmlformats.org/officeDocument/2006/relationships/slide" Target="slides/slide21.xml"/><Relationship Id="rId121" Type="http://schemas.openxmlformats.org/officeDocument/2006/relationships/slide" Target="slides/slide116.xml"/><Relationship Id="rId25" Type="http://schemas.openxmlformats.org/officeDocument/2006/relationships/slide" Target="slides/slide20.xml"/><Relationship Id="rId120" Type="http://schemas.openxmlformats.org/officeDocument/2006/relationships/slide" Target="slides/slide115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125" Type="http://schemas.openxmlformats.org/officeDocument/2006/relationships/slide" Target="slides/slide120.xml"/><Relationship Id="rId29" Type="http://schemas.openxmlformats.org/officeDocument/2006/relationships/slide" Target="slides/slide24.xml"/><Relationship Id="rId124" Type="http://schemas.openxmlformats.org/officeDocument/2006/relationships/slide" Target="slides/slide119.xml"/><Relationship Id="rId123" Type="http://schemas.openxmlformats.org/officeDocument/2006/relationships/slide" Target="slides/slide118.xml"/><Relationship Id="rId122" Type="http://schemas.openxmlformats.org/officeDocument/2006/relationships/slide" Target="slides/slide117.xml"/><Relationship Id="rId95" Type="http://schemas.openxmlformats.org/officeDocument/2006/relationships/slide" Target="slides/slide90.xml"/><Relationship Id="rId94" Type="http://schemas.openxmlformats.org/officeDocument/2006/relationships/slide" Target="slides/slide89.xml"/><Relationship Id="rId97" Type="http://schemas.openxmlformats.org/officeDocument/2006/relationships/slide" Target="slides/slide92.xml"/><Relationship Id="rId96" Type="http://schemas.openxmlformats.org/officeDocument/2006/relationships/slide" Target="slides/slide91.xml"/><Relationship Id="rId11" Type="http://schemas.openxmlformats.org/officeDocument/2006/relationships/slide" Target="slides/slide6.xml"/><Relationship Id="rId99" Type="http://schemas.openxmlformats.org/officeDocument/2006/relationships/slide" Target="slides/slide94.xml"/><Relationship Id="rId10" Type="http://schemas.openxmlformats.org/officeDocument/2006/relationships/slide" Target="slides/slide5.xml"/><Relationship Id="rId98" Type="http://schemas.openxmlformats.org/officeDocument/2006/relationships/slide" Target="slides/slide93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91" Type="http://schemas.openxmlformats.org/officeDocument/2006/relationships/slide" Target="slides/slide86.xml"/><Relationship Id="rId90" Type="http://schemas.openxmlformats.org/officeDocument/2006/relationships/slide" Target="slides/slide85.xml"/><Relationship Id="rId93" Type="http://schemas.openxmlformats.org/officeDocument/2006/relationships/slide" Target="slides/slide88.xml"/><Relationship Id="rId92" Type="http://schemas.openxmlformats.org/officeDocument/2006/relationships/slide" Target="slides/slide87.xml"/><Relationship Id="rId118" Type="http://schemas.openxmlformats.org/officeDocument/2006/relationships/slide" Target="slides/slide113.xml"/><Relationship Id="rId117" Type="http://schemas.openxmlformats.org/officeDocument/2006/relationships/slide" Target="slides/slide112.xml"/><Relationship Id="rId116" Type="http://schemas.openxmlformats.org/officeDocument/2006/relationships/slide" Target="slides/slide111.xml"/><Relationship Id="rId115" Type="http://schemas.openxmlformats.org/officeDocument/2006/relationships/slide" Target="slides/slide110.xml"/><Relationship Id="rId119" Type="http://schemas.openxmlformats.org/officeDocument/2006/relationships/slide" Target="slides/slide114.xml"/><Relationship Id="rId15" Type="http://schemas.openxmlformats.org/officeDocument/2006/relationships/slide" Target="slides/slide10.xml"/><Relationship Id="rId110" Type="http://schemas.openxmlformats.org/officeDocument/2006/relationships/slide" Target="slides/slide105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14" Type="http://schemas.openxmlformats.org/officeDocument/2006/relationships/slide" Target="slides/slide109.xml"/><Relationship Id="rId18" Type="http://schemas.openxmlformats.org/officeDocument/2006/relationships/slide" Target="slides/slide13.xml"/><Relationship Id="rId113" Type="http://schemas.openxmlformats.org/officeDocument/2006/relationships/slide" Target="slides/slide108.xml"/><Relationship Id="rId112" Type="http://schemas.openxmlformats.org/officeDocument/2006/relationships/slide" Target="slides/slide107.xml"/><Relationship Id="rId111" Type="http://schemas.openxmlformats.org/officeDocument/2006/relationships/slide" Target="slides/slide106.xml"/><Relationship Id="rId84" Type="http://schemas.openxmlformats.org/officeDocument/2006/relationships/slide" Target="slides/slide79.xml"/><Relationship Id="rId83" Type="http://schemas.openxmlformats.org/officeDocument/2006/relationships/slide" Target="slides/slide78.xml"/><Relationship Id="rId86" Type="http://schemas.openxmlformats.org/officeDocument/2006/relationships/slide" Target="slides/slide81.xml"/><Relationship Id="rId85" Type="http://schemas.openxmlformats.org/officeDocument/2006/relationships/slide" Target="slides/slide80.xml"/><Relationship Id="rId88" Type="http://schemas.openxmlformats.org/officeDocument/2006/relationships/slide" Target="slides/slide83.xml"/><Relationship Id="rId150" Type="http://schemas.openxmlformats.org/officeDocument/2006/relationships/slide" Target="slides/slide145.xml"/><Relationship Id="rId87" Type="http://schemas.openxmlformats.org/officeDocument/2006/relationships/slide" Target="slides/slide82.xml"/><Relationship Id="rId89" Type="http://schemas.openxmlformats.org/officeDocument/2006/relationships/slide" Target="slides/slide84.xml"/><Relationship Id="rId80" Type="http://schemas.openxmlformats.org/officeDocument/2006/relationships/slide" Target="slides/slide75.xml"/><Relationship Id="rId82" Type="http://schemas.openxmlformats.org/officeDocument/2006/relationships/slide" Target="slides/slide77.xml"/><Relationship Id="rId81" Type="http://schemas.openxmlformats.org/officeDocument/2006/relationships/slide" Target="slides/slide76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149" Type="http://schemas.openxmlformats.org/officeDocument/2006/relationships/slide" Target="slides/slide144.xml"/><Relationship Id="rId4" Type="http://schemas.openxmlformats.org/officeDocument/2006/relationships/slideMaster" Target="slideMasters/slideMaster2.xml"/><Relationship Id="rId148" Type="http://schemas.openxmlformats.org/officeDocument/2006/relationships/slide" Target="slides/slide143.xml"/><Relationship Id="rId9" Type="http://schemas.openxmlformats.org/officeDocument/2006/relationships/slide" Target="slides/slide4.xml"/><Relationship Id="rId143" Type="http://schemas.openxmlformats.org/officeDocument/2006/relationships/slide" Target="slides/slide138.xml"/><Relationship Id="rId142" Type="http://schemas.openxmlformats.org/officeDocument/2006/relationships/slide" Target="slides/slide137.xml"/><Relationship Id="rId141" Type="http://schemas.openxmlformats.org/officeDocument/2006/relationships/slide" Target="slides/slide136.xml"/><Relationship Id="rId140" Type="http://schemas.openxmlformats.org/officeDocument/2006/relationships/slide" Target="slides/slide135.xml"/><Relationship Id="rId5" Type="http://schemas.openxmlformats.org/officeDocument/2006/relationships/notesMaster" Target="notesMasters/notesMaster1.xml"/><Relationship Id="rId147" Type="http://schemas.openxmlformats.org/officeDocument/2006/relationships/slide" Target="slides/slide142.xml"/><Relationship Id="rId6" Type="http://schemas.openxmlformats.org/officeDocument/2006/relationships/slide" Target="slides/slide1.xml"/><Relationship Id="rId146" Type="http://schemas.openxmlformats.org/officeDocument/2006/relationships/slide" Target="slides/slide141.xml"/><Relationship Id="rId7" Type="http://schemas.openxmlformats.org/officeDocument/2006/relationships/slide" Target="slides/slide2.xml"/><Relationship Id="rId145" Type="http://schemas.openxmlformats.org/officeDocument/2006/relationships/slide" Target="slides/slide140.xml"/><Relationship Id="rId8" Type="http://schemas.openxmlformats.org/officeDocument/2006/relationships/slide" Target="slides/slide3.xml"/><Relationship Id="rId144" Type="http://schemas.openxmlformats.org/officeDocument/2006/relationships/slide" Target="slides/slide139.xml"/><Relationship Id="rId73" Type="http://schemas.openxmlformats.org/officeDocument/2006/relationships/slide" Target="slides/slide68.xml"/><Relationship Id="rId72" Type="http://schemas.openxmlformats.org/officeDocument/2006/relationships/slide" Target="slides/slide67.xml"/><Relationship Id="rId75" Type="http://schemas.openxmlformats.org/officeDocument/2006/relationships/slide" Target="slides/slide70.xml"/><Relationship Id="rId74" Type="http://schemas.openxmlformats.org/officeDocument/2006/relationships/slide" Target="slides/slide69.xml"/><Relationship Id="rId77" Type="http://schemas.openxmlformats.org/officeDocument/2006/relationships/slide" Target="slides/slide72.xml"/><Relationship Id="rId76" Type="http://schemas.openxmlformats.org/officeDocument/2006/relationships/slide" Target="slides/slide71.xml"/><Relationship Id="rId79" Type="http://schemas.openxmlformats.org/officeDocument/2006/relationships/slide" Target="slides/slide74.xml"/><Relationship Id="rId78" Type="http://schemas.openxmlformats.org/officeDocument/2006/relationships/slide" Target="slides/slide73.xml"/><Relationship Id="rId71" Type="http://schemas.openxmlformats.org/officeDocument/2006/relationships/slide" Target="slides/slide66.xml"/><Relationship Id="rId70" Type="http://schemas.openxmlformats.org/officeDocument/2006/relationships/slide" Target="slides/slide65.xml"/><Relationship Id="rId139" Type="http://schemas.openxmlformats.org/officeDocument/2006/relationships/slide" Target="slides/slide134.xml"/><Relationship Id="rId138" Type="http://schemas.openxmlformats.org/officeDocument/2006/relationships/slide" Target="slides/slide133.xml"/><Relationship Id="rId137" Type="http://schemas.openxmlformats.org/officeDocument/2006/relationships/slide" Target="slides/slide132.xml"/><Relationship Id="rId132" Type="http://schemas.openxmlformats.org/officeDocument/2006/relationships/slide" Target="slides/slide127.xml"/><Relationship Id="rId131" Type="http://schemas.openxmlformats.org/officeDocument/2006/relationships/slide" Target="slides/slide126.xml"/><Relationship Id="rId130" Type="http://schemas.openxmlformats.org/officeDocument/2006/relationships/slide" Target="slides/slide125.xml"/><Relationship Id="rId136" Type="http://schemas.openxmlformats.org/officeDocument/2006/relationships/slide" Target="slides/slide131.xml"/><Relationship Id="rId135" Type="http://schemas.openxmlformats.org/officeDocument/2006/relationships/slide" Target="slides/slide130.xml"/><Relationship Id="rId134" Type="http://schemas.openxmlformats.org/officeDocument/2006/relationships/slide" Target="slides/slide129.xml"/><Relationship Id="rId133" Type="http://schemas.openxmlformats.org/officeDocument/2006/relationships/slide" Target="slides/slide128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64" Type="http://schemas.openxmlformats.org/officeDocument/2006/relationships/slide" Target="slides/slide59.xml"/><Relationship Id="rId63" Type="http://schemas.openxmlformats.org/officeDocument/2006/relationships/slide" Target="slides/slide58.xml"/><Relationship Id="rId66" Type="http://schemas.openxmlformats.org/officeDocument/2006/relationships/slide" Target="slides/slide61.xml"/><Relationship Id="rId172" Type="http://schemas.openxmlformats.org/officeDocument/2006/relationships/slide" Target="slides/slide167.xml"/><Relationship Id="rId65" Type="http://schemas.openxmlformats.org/officeDocument/2006/relationships/slide" Target="slides/slide60.xml"/><Relationship Id="rId171" Type="http://schemas.openxmlformats.org/officeDocument/2006/relationships/slide" Target="slides/slide166.xml"/><Relationship Id="rId68" Type="http://schemas.openxmlformats.org/officeDocument/2006/relationships/slide" Target="slides/slide63.xml"/><Relationship Id="rId170" Type="http://schemas.openxmlformats.org/officeDocument/2006/relationships/slide" Target="slides/slide165.xml"/><Relationship Id="rId67" Type="http://schemas.openxmlformats.org/officeDocument/2006/relationships/slide" Target="slides/slide62.xml"/><Relationship Id="rId60" Type="http://schemas.openxmlformats.org/officeDocument/2006/relationships/slide" Target="slides/slide55.xml"/><Relationship Id="rId165" Type="http://schemas.openxmlformats.org/officeDocument/2006/relationships/slide" Target="slides/slide160.xml"/><Relationship Id="rId69" Type="http://schemas.openxmlformats.org/officeDocument/2006/relationships/slide" Target="slides/slide64.xml"/><Relationship Id="rId164" Type="http://schemas.openxmlformats.org/officeDocument/2006/relationships/slide" Target="slides/slide159.xml"/><Relationship Id="rId163" Type="http://schemas.openxmlformats.org/officeDocument/2006/relationships/slide" Target="slides/slide158.xml"/><Relationship Id="rId162" Type="http://schemas.openxmlformats.org/officeDocument/2006/relationships/slide" Target="slides/slide157.xml"/><Relationship Id="rId169" Type="http://schemas.openxmlformats.org/officeDocument/2006/relationships/slide" Target="slides/slide164.xml"/><Relationship Id="rId168" Type="http://schemas.openxmlformats.org/officeDocument/2006/relationships/slide" Target="slides/slide163.xml"/><Relationship Id="rId167" Type="http://schemas.openxmlformats.org/officeDocument/2006/relationships/slide" Target="slides/slide162.xml"/><Relationship Id="rId166" Type="http://schemas.openxmlformats.org/officeDocument/2006/relationships/slide" Target="slides/slide161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55" Type="http://schemas.openxmlformats.org/officeDocument/2006/relationships/slide" Target="slides/slide50.xml"/><Relationship Id="rId161" Type="http://schemas.openxmlformats.org/officeDocument/2006/relationships/slide" Target="slides/slide156.xml"/><Relationship Id="rId54" Type="http://schemas.openxmlformats.org/officeDocument/2006/relationships/slide" Target="slides/slide49.xml"/><Relationship Id="rId160" Type="http://schemas.openxmlformats.org/officeDocument/2006/relationships/slide" Target="slides/slide155.xml"/><Relationship Id="rId57" Type="http://schemas.openxmlformats.org/officeDocument/2006/relationships/slide" Target="slides/slide52.xml"/><Relationship Id="rId56" Type="http://schemas.openxmlformats.org/officeDocument/2006/relationships/slide" Target="slides/slide51.xml"/><Relationship Id="rId159" Type="http://schemas.openxmlformats.org/officeDocument/2006/relationships/slide" Target="slides/slide154.xml"/><Relationship Id="rId59" Type="http://schemas.openxmlformats.org/officeDocument/2006/relationships/slide" Target="slides/slide54.xml"/><Relationship Id="rId154" Type="http://schemas.openxmlformats.org/officeDocument/2006/relationships/slide" Target="slides/slide149.xml"/><Relationship Id="rId58" Type="http://schemas.openxmlformats.org/officeDocument/2006/relationships/slide" Target="slides/slide53.xml"/><Relationship Id="rId153" Type="http://schemas.openxmlformats.org/officeDocument/2006/relationships/slide" Target="slides/slide148.xml"/><Relationship Id="rId152" Type="http://schemas.openxmlformats.org/officeDocument/2006/relationships/slide" Target="slides/slide147.xml"/><Relationship Id="rId151" Type="http://schemas.openxmlformats.org/officeDocument/2006/relationships/slide" Target="slides/slide146.xml"/><Relationship Id="rId158" Type="http://schemas.openxmlformats.org/officeDocument/2006/relationships/slide" Target="slides/slide153.xml"/><Relationship Id="rId157" Type="http://schemas.openxmlformats.org/officeDocument/2006/relationships/slide" Target="slides/slide152.xml"/><Relationship Id="rId156" Type="http://schemas.openxmlformats.org/officeDocument/2006/relationships/slide" Target="slides/slide151.xml"/><Relationship Id="rId155" Type="http://schemas.openxmlformats.org/officeDocument/2006/relationships/slide" Target="slides/slide150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VE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1" name="Google Shape;161;p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62" name="Google Shape;162;p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s-VE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96d9be4b09_0_2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9" name="Google Shape;169;g396d9be4b09_0_23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g396d9be4b09_0_23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>
                <a:solidFill>
                  <a:srgbClr val="000000"/>
                </a:solidFill>
              </a:rPr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96d9be4b09_0_2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7" name="Google Shape;177;g396d9be4b09_0_24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g396d9be4b09_0_24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>
                <a:solidFill>
                  <a:srgbClr val="000000"/>
                </a:solidFill>
              </a:rPr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96d9be4b09_0_25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5" name="Google Shape;185;g396d9be4b09_0_25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g396d9be4b09_0_25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>
                <a:solidFill>
                  <a:srgbClr val="000000"/>
                </a:solidFill>
              </a:rPr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96d9be4b09_0_25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3" name="Google Shape;193;g396d9be4b09_0_25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g396d9be4b09_0_25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>
                <a:solidFill>
                  <a:srgbClr val="000000"/>
                </a:solidFill>
              </a:rPr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96d9be4b09_0_26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1" name="Google Shape;201;g396d9be4b09_0_26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g396d9be4b09_0_26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>
                <a:solidFill>
                  <a:srgbClr val="000000"/>
                </a:solidFill>
              </a:rPr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96d9be4b09_0_27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9" name="Google Shape;209;g396d9be4b09_0_27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g396d9be4b09_0_27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>
                <a:solidFill>
                  <a:srgbClr val="000000"/>
                </a:solidFill>
              </a:rPr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96d9be4b09_0_27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7" name="Google Shape;217;g396d9be4b09_0_27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g396d9be4b09_0_27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>
                <a:solidFill>
                  <a:srgbClr val="000000"/>
                </a:solidFill>
              </a:rPr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96d9be4b09_0_28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5" name="Google Shape;225;g396d9be4b09_0_28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g396d9be4b09_0_28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>
                <a:solidFill>
                  <a:srgbClr val="000000"/>
                </a:solidFill>
              </a:rPr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96d9be4b09_0_29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3" name="Google Shape;233;g396d9be4b09_0_29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g396d9be4b09_0_29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>
                <a:solidFill>
                  <a:srgbClr val="000000"/>
                </a:solidFill>
              </a:rPr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96d9be4b09_0_29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1" name="Google Shape;241;g396d9be4b09_0_29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g396d9be4b09_0_29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>
                <a:solidFill>
                  <a:srgbClr val="000000"/>
                </a:solidFill>
              </a:rPr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96d9be4b09_0_30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9" name="Google Shape;249;g396d9be4b09_0_30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g396d9be4b09_0_30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>
                <a:solidFill>
                  <a:srgbClr val="000000"/>
                </a:solidFill>
              </a:rPr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96d9be4b09_0_3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7" name="Google Shape;257;g396d9be4b09_0_31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g396d9be4b09_0_31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>
                <a:solidFill>
                  <a:srgbClr val="000000"/>
                </a:solidFill>
              </a:rPr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396d9be4b09_0_3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5" name="Google Shape;265;g396d9be4b09_0_32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g396d9be4b09_0_32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>
                <a:solidFill>
                  <a:srgbClr val="000000"/>
                </a:solidFill>
              </a:rPr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396d9be4b09_0_3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3" name="Google Shape;273;g396d9be4b09_0_32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g396d9be4b09_0_32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>
                <a:solidFill>
                  <a:srgbClr val="000000"/>
                </a:solidFill>
              </a:rPr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96d9be4b09_0_3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1" name="Google Shape;281;g396d9be4b09_0_33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g396d9be4b09_0_33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>
                <a:solidFill>
                  <a:srgbClr val="000000"/>
                </a:solidFill>
              </a:rPr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969f46a377_0_5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9" name="Google Shape;289;g3969f46a377_0_5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90" name="Google Shape;290;g3969f46a377_0_5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s-VE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396d9be4b09_0_59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7" name="Google Shape;297;g396d9be4b09_0_59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g396d9be4b09_0_59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s-VE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396d9be4b09_0_60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5" name="Google Shape;305;g396d9be4b09_0_60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g396d9be4b09_0_60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s-VE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396d9be4b09_0_6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3" name="Google Shape;313;g396d9be4b09_0_6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g396d9be4b09_0_61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s-VE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396d9be4b09_0_6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1" name="Google Shape;321;g396d9be4b09_0_61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g396d9be4b09_0_61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s-VE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396d9be4b09_0_6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9" name="Google Shape;329;g396d9be4b09_0_62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g396d9be4b09_0_62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s-VE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396d9be4b09_0_6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7" name="Google Shape;337;g396d9be4b09_0_63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g396d9be4b09_0_63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s-VE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396d9be4b09_0_6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5" name="Google Shape;345;g396d9be4b09_0_63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g396d9be4b09_0_63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s-VE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396d9be4b09_0_6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3" name="Google Shape;353;g396d9be4b09_0_64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g396d9be4b09_0_64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s-VE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396d9be4b09_0_65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1" name="Google Shape;361;g396d9be4b09_0_65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g396d9be4b09_0_65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s-VE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396d9be4b09_0_65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9" name="Google Shape;369;g396d9be4b09_0_65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g396d9be4b09_0_65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s-VE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396d9be4b09_0_66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7" name="Google Shape;377;g396d9be4b09_0_66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g396d9be4b09_0_66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s-VE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396d9be4b09_0_67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5" name="Google Shape;385;g396d9be4b09_0_67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g396d9be4b09_0_67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s-VE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g396d9be4b09_0_68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3" name="Google Shape;393;g396d9be4b09_0_68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g396d9be4b09_0_68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s-VE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396d9be4b09_0_68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1" name="Google Shape;401;g396d9be4b09_0_68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g396d9be4b09_0_68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s-VE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g396d9be4b09_0_69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9" name="Google Shape;409;g396d9be4b09_0_69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g396d9be4b09_0_69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s-VE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g396d9be4b09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7" name="Google Shape;417;g396d9be4b09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418" name="Google Shape;418;g396d9be4b09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s-VE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g396d9be4b09_0_9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5" name="Google Shape;425;g396d9be4b09_0_91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g396d9be4b09_0_91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>
                <a:solidFill>
                  <a:srgbClr val="000000"/>
                </a:solidFill>
              </a:rPr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396d9be4b09_0_9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3" name="Google Shape;433;g396d9be4b09_0_92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g396d9be4b09_0_92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>
                <a:solidFill>
                  <a:srgbClr val="000000"/>
                </a:solidFill>
              </a:rPr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g396d9be4b09_0_9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1" name="Google Shape;441;g396d9be4b09_0_92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g396d9be4b09_0_92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>
                <a:solidFill>
                  <a:srgbClr val="000000"/>
                </a:solidFill>
              </a:rPr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g396d9be4b09_0_9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9" name="Google Shape;449;g396d9be4b09_0_93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g396d9be4b09_0_93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>
                <a:solidFill>
                  <a:srgbClr val="000000"/>
                </a:solidFill>
              </a:rPr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g396d9be4b09_0_9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7" name="Google Shape;457;g396d9be4b09_0_94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g396d9be4b09_0_94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>
                <a:solidFill>
                  <a:srgbClr val="000000"/>
                </a:solidFill>
              </a:rPr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g396d9be4b09_0_94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5" name="Google Shape;465;g396d9be4b09_0_94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g396d9be4b09_0_94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>
                <a:solidFill>
                  <a:srgbClr val="000000"/>
                </a:solidFill>
              </a:rPr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g396d9be4b09_0_95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3" name="Google Shape;473;g396d9be4b09_0_95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4" name="Google Shape;474;g396d9be4b09_0_95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>
                <a:solidFill>
                  <a:srgbClr val="000000"/>
                </a:solidFill>
              </a:rPr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g396d9be4b09_0_96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1" name="Google Shape;481;g396d9be4b09_0_96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g396d9be4b09_0_96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>
                <a:solidFill>
                  <a:srgbClr val="000000"/>
                </a:solidFill>
              </a:rPr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g396d9be4b09_0_97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9" name="Google Shape;489;g396d9be4b09_0_97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0" name="Google Shape;490;g396d9be4b09_0_97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>
                <a:solidFill>
                  <a:srgbClr val="000000"/>
                </a:solidFill>
              </a:rPr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g396d9be4b09_0_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7" name="Google Shape;497;g396d9be4b09_0_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498" name="Google Shape;498;g396d9be4b09_0_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s-VE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g396d9be4b09_0_140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5" name="Google Shape;505;g396d9be4b09_0_140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6" name="Google Shape;506;g396d9be4b09_0_140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>
                <a:solidFill>
                  <a:srgbClr val="000000"/>
                </a:solidFill>
              </a:rPr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g396d9be4b09_0_14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3" name="Google Shape;513;g396d9be4b09_0_141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4" name="Google Shape;514;g396d9be4b09_0_141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>
                <a:solidFill>
                  <a:srgbClr val="000000"/>
                </a:solidFill>
              </a:rPr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g396d9be4b09_0_14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1" name="Google Shape;521;g396d9be4b09_0_142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2" name="Google Shape;522;g396d9be4b09_0_142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>
                <a:solidFill>
                  <a:srgbClr val="000000"/>
                </a:solidFill>
              </a:rPr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g396d9be4b09_0_14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9" name="Google Shape;529;g396d9be4b09_0_142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0" name="Google Shape;530;g396d9be4b09_0_142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>
                <a:solidFill>
                  <a:srgbClr val="000000"/>
                </a:solidFill>
              </a:rPr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g396d9be4b09_0_14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7" name="Google Shape;537;g396d9be4b09_0_143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8" name="Google Shape;538;g396d9be4b09_0_143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>
                <a:solidFill>
                  <a:srgbClr val="000000"/>
                </a:solidFill>
              </a:rPr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g396d9be4b09_0_14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5" name="Google Shape;545;g396d9be4b09_0_144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6" name="Google Shape;546;g396d9be4b09_0_144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>
                <a:solidFill>
                  <a:srgbClr val="000000"/>
                </a:solidFill>
              </a:rPr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g396d9be4b09_0_144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3" name="Google Shape;553;g396d9be4b09_0_144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4" name="Google Shape;554;g396d9be4b09_0_144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>
                <a:solidFill>
                  <a:srgbClr val="000000"/>
                </a:solidFill>
              </a:rPr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g396d9be4b09_0_145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1" name="Google Shape;561;g396d9be4b09_0_145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2" name="Google Shape;562;g396d9be4b09_0_145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>
                <a:solidFill>
                  <a:srgbClr val="000000"/>
                </a:solidFill>
              </a:rPr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g396d9be4b09_0_146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9" name="Google Shape;569;g396d9be4b09_0_146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g396d9be4b09_0_146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>
                <a:solidFill>
                  <a:srgbClr val="000000"/>
                </a:solidFill>
              </a:rPr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g396d9be4b09_0_147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7" name="Google Shape;577;g396d9be4b09_0_147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8" name="Google Shape;578;g396d9be4b09_0_147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>
                <a:solidFill>
                  <a:srgbClr val="000000"/>
                </a:solidFill>
              </a:rPr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g396d9be4b09_0_147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5" name="Google Shape;585;g396d9be4b09_0_147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6" name="Google Shape;586;g396d9be4b09_0_147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>
                <a:solidFill>
                  <a:srgbClr val="000000"/>
                </a:solidFill>
              </a:rPr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g396d9be4b09_0_148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3" name="Google Shape;593;g396d9be4b09_0_148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4" name="Google Shape;594;g396d9be4b09_0_148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>
                <a:solidFill>
                  <a:srgbClr val="000000"/>
                </a:solidFill>
              </a:rPr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g396d9be4b09_0_149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1" name="Google Shape;601;g396d9be4b09_0_149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2" name="Google Shape;602;g396d9be4b09_0_149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>
                <a:solidFill>
                  <a:srgbClr val="000000"/>
                </a:solidFill>
              </a:rPr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g396d9be4b09_0_149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9" name="Google Shape;609;g396d9be4b09_0_149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0" name="Google Shape;610;g396d9be4b09_0_149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>
                <a:solidFill>
                  <a:srgbClr val="000000"/>
                </a:solidFill>
              </a:rPr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5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g396d9be4b09_0_150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7" name="Google Shape;617;g396d9be4b09_0_150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8" name="Google Shape;618;g396d9be4b09_0_150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>
                <a:solidFill>
                  <a:srgbClr val="000000"/>
                </a:solidFill>
              </a:rPr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g396d9be4b09_0_15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5" name="Google Shape;625;g396d9be4b09_0_151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6" name="Google Shape;626;g396d9be4b09_0_151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>
                <a:solidFill>
                  <a:srgbClr val="000000"/>
                </a:solidFill>
              </a:rPr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g396d9be4b09_0_15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3" name="Google Shape;633;g396d9be4b09_0_151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4" name="Google Shape;634;g396d9be4b09_0_151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>
                <a:solidFill>
                  <a:srgbClr val="000000"/>
                </a:solidFill>
              </a:rPr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9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g396d9be4b09_0_15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1" name="Google Shape;641;g396d9be4b09_0_152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2" name="Google Shape;642;g396d9be4b09_0_152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>
                <a:solidFill>
                  <a:srgbClr val="000000"/>
                </a:solidFill>
              </a:rPr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g396d9be4b09_0_15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9" name="Google Shape;649;g396d9be4b09_0_153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0" name="Google Shape;650;g396d9be4b09_0_153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>
                <a:solidFill>
                  <a:srgbClr val="000000"/>
                </a:solidFill>
              </a:rPr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5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g396d9be4b09_0_15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7" name="Google Shape;657;g396d9be4b09_0_154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8" name="Google Shape;658;g396d9be4b09_0_154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>
                <a:solidFill>
                  <a:srgbClr val="000000"/>
                </a:solidFill>
              </a:rPr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3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g396d9be4b09_0_154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5" name="Google Shape;665;g396d9be4b09_0_154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6" name="Google Shape;666;g396d9be4b09_0_154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>
                <a:solidFill>
                  <a:srgbClr val="000000"/>
                </a:solidFill>
              </a:rPr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Google Shape;672;g396d9be4b09_0_155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3" name="Google Shape;673;g396d9be4b09_0_155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4" name="Google Shape;674;g396d9be4b09_0_155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>
                <a:solidFill>
                  <a:srgbClr val="000000"/>
                </a:solidFill>
              </a:rPr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9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g396d9be4b09_0_156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1" name="Google Shape;681;g396d9be4b09_0_156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2" name="Google Shape;682;g396d9be4b09_0_156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>
                <a:solidFill>
                  <a:srgbClr val="000000"/>
                </a:solidFill>
              </a:rPr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7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g396d9be4b09_0_156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9" name="Google Shape;689;g396d9be4b09_0_156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0" name="Google Shape;690;g396d9be4b09_0_156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>
                <a:solidFill>
                  <a:srgbClr val="000000"/>
                </a:solidFill>
              </a:rPr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5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396d9be4b09_0_157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7" name="Google Shape;697;g396d9be4b09_0_157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8" name="Google Shape;698;g396d9be4b09_0_157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>
                <a:solidFill>
                  <a:srgbClr val="000000"/>
                </a:solidFill>
              </a:rPr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3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g396d9be4b09_0_158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5" name="Google Shape;705;g396d9be4b09_0_158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6" name="Google Shape;706;g396d9be4b09_0_158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>
                <a:solidFill>
                  <a:srgbClr val="000000"/>
                </a:solidFill>
              </a:rPr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Google Shape;712;g396d9be4b09_0_158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3" name="Google Shape;713;g396d9be4b09_0_158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4" name="Google Shape;714;g396d9be4b09_0_158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>
                <a:solidFill>
                  <a:srgbClr val="000000"/>
                </a:solidFill>
              </a:rPr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9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g396d9be4b09_0_159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1" name="Google Shape;721;g396d9be4b09_0_159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2" name="Google Shape;722;g396d9be4b09_0_159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>
                <a:solidFill>
                  <a:srgbClr val="000000"/>
                </a:solidFill>
              </a:rPr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7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Google Shape;728;g396d9be4b09_0_160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9" name="Google Shape;729;g396d9be4b09_0_160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0" name="Google Shape;730;g396d9be4b09_0_160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>
                <a:solidFill>
                  <a:srgbClr val="000000"/>
                </a:solidFill>
              </a:rPr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5" name="Shape 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Google Shape;736;g396d9be4b09_0_16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7" name="Google Shape;737;g396d9be4b09_0_16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8" name="Google Shape;738;g396d9be4b09_0_161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>
                <a:solidFill>
                  <a:srgbClr val="000000"/>
                </a:solidFill>
              </a:rPr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3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g396d9be4b09_0_16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5" name="Google Shape;745;g396d9be4b09_0_161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6" name="Google Shape;746;g396d9be4b09_0_161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>
                <a:solidFill>
                  <a:srgbClr val="000000"/>
                </a:solidFill>
              </a:rPr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1" name="Shape 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Google Shape;752;g396d9be4b09_0_16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3" name="Google Shape;753;g396d9be4b09_0_162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4" name="Google Shape;754;g396d9be4b09_0_162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>
                <a:solidFill>
                  <a:srgbClr val="000000"/>
                </a:solidFill>
              </a:rPr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9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g396d9be4b09_0_16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1" name="Google Shape;761;g396d9be4b09_0_163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2" name="Google Shape;762;g396d9be4b09_0_163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>
                <a:solidFill>
                  <a:srgbClr val="000000"/>
                </a:solidFill>
              </a:rPr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7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g396d9be4b09_0_16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9" name="Google Shape;769;g396d9be4b09_0_163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0" name="Google Shape;770;g396d9be4b09_0_163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>
                <a:solidFill>
                  <a:srgbClr val="000000"/>
                </a:solidFill>
              </a:rPr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5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Google Shape;776;g396d9be4b09_0_16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7" name="Google Shape;777;g396d9be4b09_0_164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8" name="Google Shape;778;g396d9be4b09_0_164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>
                <a:solidFill>
                  <a:srgbClr val="000000"/>
                </a:solidFill>
              </a:rPr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3" name="Shape 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Google Shape;784;g396d9be4b09_0_165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5" name="Google Shape;785;g396d9be4b09_0_165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6" name="Google Shape;786;g396d9be4b09_0_165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>
                <a:solidFill>
                  <a:srgbClr val="000000"/>
                </a:solidFill>
              </a:rPr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1" name="Shape 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2" name="Google Shape;792;g396d9be4b09_0_165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3" name="Google Shape;793;g396d9be4b09_0_165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4" name="Google Shape;794;g396d9be4b09_0_165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>
                <a:solidFill>
                  <a:srgbClr val="000000"/>
                </a:solidFill>
              </a:rPr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9" name="Shape 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Google Shape;800;g396d9be4b09_0_166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1" name="Google Shape;801;g396d9be4b09_0_166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2" name="Google Shape;802;g396d9be4b09_0_166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>
                <a:solidFill>
                  <a:srgbClr val="000000"/>
                </a:solidFill>
              </a:rPr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7" name="Shape 8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" name="Google Shape;808;g396d9be4b09_0_167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9" name="Google Shape;809;g396d9be4b09_0_167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0" name="Google Shape;810;g396d9be4b09_0_167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>
                <a:solidFill>
                  <a:srgbClr val="000000"/>
                </a:solidFill>
              </a:rPr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5" name="Shape 8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6" name="Google Shape;816;g396d9be4b09_0_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7" name="Google Shape;817;g396d9be4b09_0_1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818" name="Google Shape;818;g396d9be4b09_0_1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s-VE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3" name="Shape 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4" name="Google Shape;824;g396d9be4b09_0_194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5" name="Google Shape;825;g396d9be4b09_0_194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6" name="Google Shape;826;g396d9be4b09_0_194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>
                <a:solidFill>
                  <a:srgbClr val="000000"/>
                </a:solidFill>
              </a:rPr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Google Shape;832;g396d9be4b09_0_195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3" name="Google Shape;833;g396d9be4b09_0_195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4" name="Google Shape;834;g396d9be4b09_0_195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>
                <a:solidFill>
                  <a:srgbClr val="000000"/>
                </a:solidFill>
              </a:rPr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9" name="Shape 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Google Shape;840;g396d9be4b09_0_196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1" name="Google Shape;841;g396d9be4b09_0_196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2" name="Google Shape;842;g396d9be4b09_0_196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>
                <a:solidFill>
                  <a:srgbClr val="000000"/>
                </a:solidFill>
              </a:rPr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7" name="Shape 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8" name="Google Shape;848;g396d9be4b09_0_197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9" name="Google Shape;849;g396d9be4b09_0_197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0" name="Google Shape;850;g396d9be4b09_0_197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>
                <a:solidFill>
                  <a:srgbClr val="000000"/>
                </a:solidFill>
              </a:rPr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5" name="Shape 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Google Shape;856;g396d9be4b09_0_197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7" name="Google Shape;857;g396d9be4b09_0_197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8" name="Google Shape;858;g396d9be4b09_0_197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>
                <a:solidFill>
                  <a:srgbClr val="000000"/>
                </a:solidFill>
              </a:rPr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3" name="Shape 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4" name="Google Shape;864;g396d9be4b09_0_198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5" name="Google Shape;865;g396d9be4b09_0_198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6" name="Google Shape;866;g396d9be4b09_0_198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>
                <a:solidFill>
                  <a:srgbClr val="000000"/>
                </a:solidFill>
              </a:rPr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1" name="Shape 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" name="Google Shape;872;g396d9be4b09_0_199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3" name="Google Shape;873;g396d9be4b09_0_199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4" name="Google Shape;874;g396d9be4b09_0_199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>
                <a:solidFill>
                  <a:srgbClr val="000000"/>
                </a:solidFill>
              </a:rPr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9" name="Shape 8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" name="Google Shape;880;g396d9be4b09_0_199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1" name="Google Shape;881;g396d9be4b09_0_199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2" name="Google Shape;882;g396d9be4b09_0_199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>
                <a:solidFill>
                  <a:srgbClr val="000000"/>
                </a:solidFill>
              </a:rPr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7" name="Shape 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g396d9be4b09_0_200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9" name="Google Shape;889;g396d9be4b09_0_200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0" name="Google Shape;890;g396d9be4b09_0_200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>
                <a:solidFill>
                  <a:srgbClr val="000000"/>
                </a:solidFill>
              </a:rPr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5" name="Shape 8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6" name="Google Shape;896;g396d9be4b09_0_20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7" name="Google Shape;897;g396d9be4b09_0_201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8" name="Google Shape;898;g396d9be4b09_0_201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>
                <a:solidFill>
                  <a:srgbClr val="000000"/>
                </a:solidFill>
              </a:rPr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3" name="Shape 9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4" name="Google Shape;904;g396d9be4b09_0_20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5" name="Google Shape;905;g396d9be4b09_0_201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6" name="Google Shape;906;g396d9be4b09_0_201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>
                <a:solidFill>
                  <a:srgbClr val="000000"/>
                </a:solidFill>
              </a:rPr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1" name="Shape 9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2" name="Google Shape;912;g396d9be4b09_0_20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3" name="Google Shape;913;g396d9be4b09_0_202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4" name="Google Shape;914;g396d9be4b09_0_202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>
                <a:solidFill>
                  <a:srgbClr val="000000"/>
                </a:solidFill>
              </a:rPr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9" name="Shape 9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0" name="Google Shape;920;g396d9be4b09_0_20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1" name="Google Shape;921;g396d9be4b09_0_203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2" name="Google Shape;922;g396d9be4b09_0_203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>
                <a:solidFill>
                  <a:srgbClr val="000000"/>
                </a:solidFill>
              </a:rPr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7" name="Shape 9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8" name="Google Shape;928;g396d9be4b09_0_20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9" name="Google Shape;929;g396d9be4b09_0_204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0" name="Google Shape;930;g396d9be4b09_0_204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>
                <a:solidFill>
                  <a:srgbClr val="000000"/>
                </a:solidFill>
              </a:rPr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5" name="Shape 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" name="Google Shape;936;g396d9be4b09_0_204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7" name="Google Shape;937;g396d9be4b09_0_204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8" name="Google Shape;938;g396d9be4b09_0_204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>
                <a:solidFill>
                  <a:srgbClr val="000000"/>
                </a:solidFill>
              </a:rPr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3" name="Shape 9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4" name="Google Shape;944;g396d9be4b09_0_205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5" name="Google Shape;945;g396d9be4b09_0_205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6" name="Google Shape;946;g396d9be4b09_0_205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>
                <a:solidFill>
                  <a:srgbClr val="000000"/>
                </a:solidFill>
              </a:rPr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1" name="Shape 9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" name="Google Shape;952;g396d9be4b09_0_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3" name="Google Shape;953;g396d9be4b09_0_2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954" name="Google Shape;954;g396d9be4b09_0_2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s-VE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9" name="Shape 9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0" name="Google Shape;960;g396dc14b69f_1_20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1" name="Google Shape;961;g396dc14b69f_1_20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2" name="Google Shape;962;g396dc14b69f_1_20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>
                <a:solidFill>
                  <a:srgbClr val="000000"/>
                </a:solidFill>
              </a:rPr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7" name="Shape 9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8" name="Google Shape;968;g396dc14b69f_1_2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9" name="Google Shape;969;g396dc14b69f_1_21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0" name="Google Shape;970;g396dc14b69f_1_21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>
                <a:solidFill>
                  <a:srgbClr val="000000"/>
                </a:solidFill>
              </a:rPr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5" name="Shape 9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6" name="Google Shape;976;g396dc14b69f_1_2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7" name="Google Shape;977;g396dc14b69f_1_22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8" name="Google Shape;978;g396dc14b69f_1_22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>
                <a:solidFill>
                  <a:srgbClr val="000000"/>
                </a:solidFill>
              </a:rPr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3" name="Shape 9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4" name="Google Shape;984;g396dc14b69f_1_2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5" name="Google Shape;985;g396dc14b69f_1_22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6" name="Google Shape;986;g396dc14b69f_1_22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>
                <a:solidFill>
                  <a:srgbClr val="000000"/>
                </a:solidFill>
              </a:rPr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1" name="Shape 9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2" name="Google Shape;992;g396dc14b69f_1_2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3" name="Google Shape;993;g396dc14b69f_1_23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4" name="Google Shape;994;g396dc14b69f_1_23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>
                <a:solidFill>
                  <a:srgbClr val="000000"/>
                </a:solidFill>
              </a:rPr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9" name="Shape 9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" name="Google Shape;1000;g396dc14b69f_1_2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1" name="Google Shape;1001;g396dc14b69f_1_24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2" name="Google Shape;1002;g396dc14b69f_1_24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>
                <a:solidFill>
                  <a:srgbClr val="000000"/>
                </a:solidFill>
              </a:rPr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7" name="Shape 10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8" name="Google Shape;1008;g396dc14b69f_1_25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9" name="Google Shape;1009;g396dc14b69f_1_25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0" name="Google Shape;1010;g396dc14b69f_1_25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>
                <a:solidFill>
                  <a:srgbClr val="000000"/>
                </a:solidFill>
              </a:rPr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5" name="Shape 10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6" name="Google Shape;1016;g396dc14b69f_1_25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7" name="Google Shape;1017;g396dc14b69f_1_25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8" name="Google Shape;1018;g396dc14b69f_1_25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>
                <a:solidFill>
                  <a:srgbClr val="000000"/>
                </a:solidFill>
              </a:rPr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3" name="Shape 10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" name="Google Shape;1024;g396dc14b69f_1_26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5" name="Google Shape;1025;g396dc14b69f_1_26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6" name="Google Shape;1026;g396dc14b69f_1_26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>
                <a:solidFill>
                  <a:srgbClr val="000000"/>
                </a:solidFill>
              </a:rPr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1" name="Shape 10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2" name="Google Shape;1032;g396dc14b69f_1_27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3" name="Google Shape;1033;g396dc14b69f_1_27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4" name="Google Shape;1034;g396dc14b69f_1_27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>
                <a:solidFill>
                  <a:srgbClr val="000000"/>
                </a:solidFill>
              </a:rPr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9" name="Shape 10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0" name="Google Shape;1040;g396dc14b69f_1_27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1" name="Google Shape;1041;g396dc14b69f_1_27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2" name="Google Shape;1042;g396dc14b69f_1_27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>
                <a:solidFill>
                  <a:srgbClr val="000000"/>
                </a:solidFill>
              </a:rPr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7" name="Shape 10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" name="Google Shape;1048;g396dc14b69f_1_28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9" name="Google Shape;1049;g396dc14b69f_1_28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0" name="Google Shape;1050;g396dc14b69f_1_28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>
                <a:solidFill>
                  <a:srgbClr val="000000"/>
                </a:solidFill>
              </a:rPr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5" name="Shape 10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6" name="Google Shape;1056;g396dc14b69f_1_29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7" name="Google Shape;1057;g396dc14b69f_1_29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8" name="Google Shape;1058;g396dc14b69f_1_29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>
                <a:solidFill>
                  <a:srgbClr val="000000"/>
                </a:solidFill>
              </a:rPr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3" name="Shape 10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" name="Google Shape;1064;g396dc14b69f_1_29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5" name="Google Shape;1065;g396dc14b69f_1_29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6" name="Google Shape;1066;g396dc14b69f_1_29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>
                <a:solidFill>
                  <a:srgbClr val="000000"/>
                </a:solidFill>
              </a:rPr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1" name="Shape 10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2" name="Google Shape;1072;g396dc14b69f_1_30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3" name="Google Shape;1073;g396dc14b69f_1_30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4" name="Google Shape;1074;g396dc14b69f_1_30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>
                <a:solidFill>
                  <a:srgbClr val="000000"/>
                </a:solidFill>
              </a:rPr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9" name="Shape 10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0" name="Google Shape;1080;g396dc14b69f_1_3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1" name="Google Shape;1081;g396dc14b69f_1_31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2" name="Google Shape;1082;g396dc14b69f_1_31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>
                <a:solidFill>
                  <a:srgbClr val="000000"/>
                </a:solidFill>
              </a:rPr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7" name="Shape 10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8" name="Google Shape;1088;g396dc14b69f_1_3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9" name="Google Shape;1089;g396dc14b69f_1_32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0" name="Google Shape;1090;g396dc14b69f_1_32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>
                <a:solidFill>
                  <a:srgbClr val="000000"/>
                </a:solidFill>
              </a:rPr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5" name="Shape 10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6" name="Google Shape;1096;g396dc14b69f_1_3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7" name="Google Shape;1097;g396dc14b69f_1_32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8" name="Google Shape;1098;g396dc14b69f_1_32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>
                <a:solidFill>
                  <a:srgbClr val="000000"/>
                </a:solidFill>
              </a:rPr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3" name="Shape 1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4" name="Google Shape;1104;g396dc14b69f_1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5" name="Google Shape;1105;g396dc14b69f_1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106" name="Google Shape;1106;g396dc14b69f_1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s-VE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1" name="Shape 1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2" name="Google Shape;1112;g396d9be4b09_0_27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3" name="Google Shape;1113;g396d9be4b09_0_27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4" name="Google Shape;1114;g396d9be4b09_0_271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>
                <a:solidFill>
                  <a:srgbClr val="000000"/>
                </a:solidFill>
              </a:rPr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9" name="Shape 1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0" name="Google Shape;1120;g396d9be4b09_0_27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1" name="Google Shape;1121;g396d9be4b09_0_271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2" name="Google Shape;1122;g396d9be4b09_0_271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>
                <a:solidFill>
                  <a:srgbClr val="000000"/>
                </a:solidFill>
              </a:rPr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7" name="Shape 1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8" name="Google Shape;1128;g396d9be4b09_0_27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9" name="Google Shape;1129;g396d9be4b09_0_272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0" name="Google Shape;1130;g396d9be4b09_0_272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>
                <a:solidFill>
                  <a:srgbClr val="000000"/>
                </a:solidFill>
              </a:rPr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5" name="Shape 1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" name="Google Shape;1136;g396d9be4b09_0_27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7" name="Google Shape;1137;g396d9be4b09_0_273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8" name="Google Shape;1138;g396d9be4b09_0_273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>
                <a:solidFill>
                  <a:srgbClr val="000000"/>
                </a:solidFill>
              </a:rPr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3" name="Shape 1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4" name="Google Shape;1144;g396d9be4b09_0_27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5" name="Google Shape;1145;g396d9be4b09_0_273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6" name="Google Shape;1146;g396d9be4b09_0_273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>
                <a:solidFill>
                  <a:srgbClr val="000000"/>
                </a:solidFill>
              </a:rPr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1" name="Shape 1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2" name="Google Shape;1152;g396d9be4b09_0_27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3" name="Google Shape;1153;g396d9be4b09_0_274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4" name="Google Shape;1154;g396d9be4b09_0_274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>
                <a:solidFill>
                  <a:srgbClr val="000000"/>
                </a:solidFill>
              </a:rPr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9" name="Shape 1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0" name="Google Shape;1160;g396d9be4b09_0_275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1" name="Google Shape;1161;g396d9be4b09_0_275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2" name="Google Shape;1162;g396d9be4b09_0_275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>
                <a:solidFill>
                  <a:srgbClr val="000000"/>
                </a:solidFill>
              </a:rPr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7" name="Shape 1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8" name="Google Shape;1168;g396d9be4b09_0_276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9" name="Google Shape;1169;g396d9be4b09_0_276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0" name="Google Shape;1170;g396d9be4b09_0_276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>
                <a:solidFill>
                  <a:srgbClr val="000000"/>
                </a:solidFill>
              </a:rPr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5" name="Shape 1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6" name="Google Shape;1176;g396d9be4b09_0_276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77" name="Google Shape;1177;g396d9be4b09_0_276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8" name="Google Shape;1178;g396d9be4b09_0_276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>
                <a:solidFill>
                  <a:srgbClr val="000000"/>
                </a:solidFill>
              </a:rPr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3" name="Shape 1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4" name="Google Shape;1184;g396d9be4b09_0_277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85" name="Google Shape;1185;g396d9be4b09_0_277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6" name="Google Shape;1186;g396d9be4b09_0_277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>
                <a:solidFill>
                  <a:srgbClr val="000000"/>
                </a:solidFill>
              </a:rPr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1" name="Shape 1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2" name="Google Shape;1192;g396d9be4b09_0_278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3" name="Google Shape;1193;g396d9be4b09_0_278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4" name="Google Shape;1194;g396d9be4b09_0_278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>
                <a:solidFill>
                  <a:srgbClr val="000000"/>
                </a:solidFill>
              </a:rPr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9" name="Shape 1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0" name="Google Shape;1200;g396d9be4b09_0_278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01" name="Google Shape;1201;g396d9be4b09_0_278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2" name="Google Shape;1202;g396d9be4b09_0_278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>
                <a:solidFill>
                  <a:srgbClr val="000000"/>
                </a:solidFill>
              </a:rPr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7" name="Shape 1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" name="Google Shape;1208;g396d9be4b09_0_279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09" name="Google Shape;1209;g396d9be4b09_0_279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0" name="Google Shape;1210;g396d9be4b09_0_279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>
                <a:solidFill>
                  <a:srgbClr val="000000"/>
                </a:solidFill>
              </a:rPr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5" name="Shape 1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6" name="Google Shape;1216;g396d9be4b09_0_280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7" name="Google Shape;1217;g396d9be4b09_0_280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8" name="Google Shape;1218;g396d9be4b09_0_280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>
                <a:solidFill>
                  <a:srgbClr val="000000"/>
                </a:solidFill>
              </a:rPr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3" name="Shape 1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4" name="Google Shape;1224;g396d9be4b09_0_280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5" name="Google Shape;1225;g396d9be4b09_0_280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6" name="Google Shape;1226;g396d9be4b09_0_280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>
                <a:solidFill>
                  <a:srgbClr val="000000"/>
                </a:solidFill>
              </a:rPr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1" name="Shape 1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2" name="Google Shape;1232;g396d9be4b09_0_28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33" name="Google Shape;1233;g396d9be4b09_0_281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4" name="Google Shape;1234;g396d9be4b09_0_281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>
                <a:solidFill>
                  <a:srgbClr val="000000"/>
                </a:solidFill>
              </a:rPr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9" name="Shape 1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0" name="Google Shape;1240;g396d9be4b09_0_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41" name="Google Shape;1241;g396d9be4b09_0_3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242" name="Google Shape;1242;g396d9be4b09_0_3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s-VE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7" name="Shape 1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8" name="Google Shape;1248;g396d9be4b09_0_319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49" name="Google Shape;1249;g396d9be4b09_0_319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0" name="Google Shape;1250;g396d9be4b09_0_319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>
                <a:solidFill>
                  <a:srgbClr val="000000"/>
                </a:solidFill>
              </a:rPr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5" name="Shape 1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6" name="Google Shape;1256;g396d9be4b09_0_320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7" name="Google Shape;1257;g396d9be4b09_0_320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8" name="Google Shape;1258;g396d9be4b09_0_320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>
                <a:solidFill>
                  <a:srgbClr val="000000"/>
                </a:solidFill>
              </a:rPr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3" name="Shape 1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4" name="Google Shape;1264;g396d9be4b09_0_32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5" name="Google Shape;1265;g396d9be4b09_0_32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6" name="Google Shape;1266;g396d9be4b09_0_321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>
                <a:solidFill>
                  <a:srgbClr val="000000"/>
                </a:solidFill>
              </a:rPr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1" name="Shape 1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2" name="Google Shape;1272;g396d9be4b09_0_32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73" name="Google Shape;1273;g396d9be4b09_0_321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4" name="Google Shape;1274;g396d9be4b09_0_321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>
                <a:solidFill>
                  <a:srgbClr val="000000"/>
                </a:solidFill>
              </a:rPr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9" name="Shape 1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" name="Google Shape;1280;g396d9be4b09_0_32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1" name="Google Shape;1281;g396d9be4b09_0_322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2" name="Google Shape;1282;g396d9be4b09_0_322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>
                <a:solidFill>
                  <a:srgbClr val="000000"/>
                </a:solidFill>
              </a:rPr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7" name="Shape 1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8" name="Google Shape;1288;g396d9be4b09_0_32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9" name="Google Shape;1289;g396d9be4b09_0_323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0" name="Google Shape;1290;g396d9be4b09_0_323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>
                <a:solidFill>
                  <a:srgbClr val="000000"/>
                </a:solidFill>
              </a:rPr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5" name="Shape 1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6" name="Google Shape;1296;g396d9be4b09_0_32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97" name="Google Shape;1297;g396d9be4b09_0_323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8" name="Google Shape;1298;g396d9be4b09_0_323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>
                <a:solidFill>
                  <a:srgbClr val="000000"/>
                </a:solidFill>
              </a:rPr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3" name="Shape 1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4" name="Google Shape;1304;g396d9be4b09_0_32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05" name="Google Shape;1305;g396d9be4b09_0_324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6" name="Google Shape;1306;g396d9be4b09_0_324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>
                <a:solidFill>
                  <a:srgbClr val="000000"/>
                </a:solidFill>
              </a:rPr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1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1" name="Shape 1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2" name="Google Shape;1312;g396d9be4b09_0_325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3" name="Google Shape;1313;g396d9be4b09_0_325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4" name="Google Shape;1314;g396d9be4b09_0_325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>
                <a:solidFill>
                  <a:srgbClr val="000000"/>
                </a:solidFill>
              </a:rPr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1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9" name="Shape 1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" name="Google Shape;1320;g396d9be4b09_0_326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21" name="Google Shape;1321;g396d9be4b09_0_326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2" name="Google Shape;1322;g396d9be4b09_0_326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>
                <a:solidFill>
                  <a:srgbClr val="000000"/>
                </a:solidFill>
              </a:rPr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1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7" name="Shape 1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8" name="Google Shape;1328;g396d9be4b09_0_326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29" name="Google Shape;1329;g396d9be4b09_0_326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0" name="Google Shape;1330;g396d9be4b09_0_326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>
                <a:solidFill>
                  <a:srgbClr val="000000"/>
                </a:solidFill>
              </a:rPr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1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5" name="Shape 1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6" name="Google Shape;1336;g396d9be4b09_0_327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37" name="Google Shape;1337;g396d9be4b09_0_327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8" name="Google Shape;1338;g396d9be4b09_0_327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>
                <a:solidFill>
                  <a:srgbClr val="000000"/>
                </a:solidFill>
              </a:rPr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1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3" name="Shape 1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4" name="Google Shape;1344;g396d9be4b09_0_328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5" name="Google Shape;1345;g396d9be4b09_0_328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6" name="Google Shape;1346;g396d9be4b09_0_328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>
                <a:solidFill>
                  <a:srgbClr val="000000"/>
                </a:solidFill>
              </a:rPr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1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1" name="Shape 1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2" name="Google Shape;1352;g396d9be4b09_0_328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3" name="Google Shape;1353;g396d9be4b09_0_328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4" name="Google Shape;1354;g396d9be4b09_0_328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>
                <a:solidFill>
                  <a:srgbClr val="000000"/>
                </a:solidFill>
              </a:rPr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1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9" name="Shape 1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0" name="Google Shape;1360;g396d9be4b09_0_329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61" name="Google Shape;1361;g396d9be4b09_0_329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2" name="Google Shape;1362;g396d9be4b09_0_329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>
                <a:solidFill>
                  <a:srgbClr val="000000"/>
                </a:solidFill>
              </a:rPr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1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7" name="Shape 1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8" name="Google Shape;1368;g396d9be4b09_0_330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69" name="Google Shape;1369;g396d9be4b09_0_330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0" name="Google Shape;1370;g396d9be4b09_0_330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>
                <a:solidFill>
                  <a:srgbClr val="000000"/>
                </a:solidFill>
              </a:rPr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1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5" name="Shape 1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6" name="Google Shape;1376;g396d9be4b09_0_330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7" name="Google Shape;1377;g396d9be4b09_0_330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8" name="Google Shape;1378;g396d9be4b09_0_330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>
                <a:solidFill>
                  <a:srgbClr val="000000"/>
                </a:solidFill>
              </a:rPr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1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3" name="Shape 1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4" name="Google Shape;1384;g396d9be4b09_0_33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85" name="Google Shape;1385;g396d9be4b09_0_331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6" name="Google Shape;1386;g396d9be4b09_0_331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>
                <a:solidFill>
                  <a:srgbClr val="000000"/>
                </a:solidFill>
              </a:rPr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1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1" name="Shape 1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" name="Google Shape;1392;g396d9be4b09_0_33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93" name="Google Shape;1393;g396d9be4b09_0_332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4" name="Google Shape;1394;g396d9be4b09_0_332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>
                <a:solidFill>
                  <a:srgbClr val="000000"/>
                </a:solidFill>
              </a:rPr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1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9" name="Shape 1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0" name="Google Shape;1400;g396d9be4b09_0_33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01" name="Google Shape;1401;g396d9be4b09_0_333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2" name="Google Shape;1402;g396d9be4b09_0_333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>
                <a:solidFill>
                  <a:srgbClr val="000000"/>
                </a:solidFill>
              </a:rPr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1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7" name="Shape 1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8" name="Google Shape;1408;g396d9be4b09_0_33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09" name="Google Shape;1409;g396d9be4b09_0_333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0" name="Google Shape;1410;g396d9be4b09_0_333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>
                <a:solidFill>
                  <a:srgbClr val="000000"/>
                </a:solidFill>
              </a:rPr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1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5" name="Shape 1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6" name="Google Shape;1416;g396d9be4b09_0_33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17" name="Google Shape;1417;g396d9be4b09_0_334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8" name="Google Shape;1418;g396d9be4b09_0_334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>
                <a:solidFill>
                  <a:srgbClr val="000000"/>
                </a:solidFill>
              </a:rPr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1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3" name="Shape 1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4" name="Google Shape;1424;g396d9be4b09_0_335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25" name="Google Shape;1425;g396d9be4b09_0_335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6" name="Google Shape;1426;g396d9be4b09_0_335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>
                <a:solidFill>
                  <a:srgbClr val="000000"/>
                </a:solidFill>
              </a:rPr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1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1" name="Shape 1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2" name="Google Shape;1432;g396d9be4b09_0_335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33" name="Google Shape;1433;g396d9be4b09_0_335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4" name="Google Shape;1434;g396d9be4b09_0_335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>
                <a:solidFill>
                  <a:srgbClr val="000000"/>
                </a:solidFill>
              </a:rPr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1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9" name="Shape 1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0" name="Google Shape;1440;g396d9be4b09_0_336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41" name="Google Shape;1441;g396d9be4b09_0_336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2" name="Google Shape;1442;g396d9be4b09_0_336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>
                <a:solidFill>
                  <a:srgbClr val="000000"/>
                </a:solidFill>
              </a:rPr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1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7" name="Shape 1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8" name="Google Shape;1448;g396d9be4b09_0_337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49" name="Google Shape;1449;g396d9be4b09_0_337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0" name="Google Shape;1450;g396d9be4b09_0_337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>
                <a:solidFill>
                  <a:srgbClr val="000000"/>
                </a:solidFill>
              </a:rPr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1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5" name="Shape 1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6" name="Google Shape;1456;g396d9be4b09_0_337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7" name="Google Shape;1457;g396d9be4b09_0_337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8" name="Google Shape;1458;g396d9be4b09_0_337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>
                <a:solidFill>
                  <a:srgbClr val="000000"/>
                </a:solidFill>
              </a:rPr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1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3" name="Shape 1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" name="Google Shape;1464;g396d9be4b09_0_338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5" name="Google Shape;1465;g396d9be4b09_0_338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6" name="Google Shape;1466;g396d9be4b09_0_338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>
                <a:solidFill>
                  <a:srgbClr val="000000"/>
                </a:solidFill>
              </a:rPr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1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1" name="Shape 1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2" name="Google Shape;1472;g396d9be4b09_0_339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73" name="Google Shape;1473;g396d9be4b09_0_339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4" name="Google Shape;1474;g396d9be4b09_0_339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>
                <a:solidFill>
                  <a:srgbClr val="000000"/>
                </a:solidFill>
              </a:rPr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1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9" name="Shape 1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0" name="Google Shape;1480;g396d9be4b09_0_340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81" name="Google Shape;1481;g396d9be4b09_0_340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2" name="Google Shape;1482;g396d9be4b09_0_340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>
                <a:solidFill>
                  <a:srgbClr val="000000"/>
                </a:solidFill>
              </a:rPr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1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7" name="Shape 1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8" name="Google Shape;1488;g396d9be4b09_0_340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89" name="Google Shape;1489;g396d9be4b09_0_340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0" name="Google Shape;1490;g396d9be4b09_0_340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>
                <a:solidFill>
                  <a:srgbClr val="000000"/>
                </a:solidFill>
              </a:rPr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1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5" name="Shape 1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6" name="Google Shape;1496;g396d9be4b09_0_34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97" name="Google Shape;1497;g396d9be4b09_0_341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8" name="Google Shape;1498;g396d9be4b09_0_341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>
                <a:solidFill>
                  <a:srgbClr val="000000"/>
                </a:solidFill>
              </a:rPr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1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3" name="Shape 1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4" name="Google Shape;1504;g396d9be4b09_0_349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05" name="Google Shape;1505;g396d9be4b09_0_349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6" name="Google Shape;1506;g396d9be4b09_0_349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>
                <a:solidFill>
                  <a:srgbClr val="000000"/>
                </a:solidFill>
              </a:rPr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1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1" name="Shape 1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2" name="Google Shape;1512;g396d9be4b09_0_350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13" name="Google Shape;1513;g396d9be4b09_0_350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4" name="Google Shape;1514;g396d9be4b09_0_350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>
                <a:solidFill>
                  <a:srgbClr val="000000"/>
                </a:solidFill>
              </a:rPr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1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9" name="Shape 1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0" name="Google Shape;1520;g396d9be4b09_0_35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21" name="Google Shape;1521;g396d9be4b09_0_35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2" name="Google Shape;1522;g396d9be4b09_0_351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>
                <a:solidFill>
                  <a:srgbClr val="000000"/>
                </a:solidFill>
              </a:rPr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1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7" name="Shape 1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8" name="Google Shape;1528;g396d9be4b09_0_35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29" name="Google Shape;1529;g396d9be4b09_0_351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0" name="Google Shape;1530;g396d9be4b09_0_351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>
                <a:solidFill>
                  <a:srgbClr val="000000"/>
                </a:solidFill>
              </a:rPr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1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5" name="Shape 1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" name="Google Shape;1536;g396d9be4b09_0_35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37" name="Google Shape;1537;g396d9be4b09_0_352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8" name="Google Shape;1538;g396d9be4b09_0_352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>
                <a:solidFill>
                  <a:srgbClr val="000000"/>
                </a:solidFill>
              </a:rPr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1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3" name="Shape 1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4" name="Google Shape;1544;g396d9be4b09_0_35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45" name="Google Shape;1545;g396d9be4b09_0_353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6" name="Google Shape;1546;g396d9be4b09_0_353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>
                <a:solidFill>
                  <a:srgbClr val="000000"/>
                </a:solidFill>
              </a:rPr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1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1" name="Shape 1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2" name="Google Shape;1552;g396d9be4b09_0_35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53" name="Google Shape;1553;g396d9be4b09_0_353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4" name="Google Shape;1554;g396d9be4b09_0_353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>
                <a:solidFill>
                  <a:srgbClr val="000000"/>
                </a:solidFill>
              </a:rPr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1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9" name="Shape 1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0" name="Google Shape;1560;g396d9be4b09_0_35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61" name="Google Shape;1561;g396d9be4b09_0_354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2" name="Google Shape;1562;g396d9be4b09_0_354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>
                <a:solidFill>
                  <a:srgbClr val="000000"/>
                </a:solidFill>
              </a:rPr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1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7" name="Shape 1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8" name="Google Shape;1568;g396d9be4b09_0_355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69" name="Google Shape;1569;g396d9be4b09_0_355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0" name="Google Shape;1570;g396d9be4b09_0_355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>
                <a:solidFill>
                  <a:srgbClr val="000000"/>
                </a:solidFill>
              </a:rPr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1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5" name="Shape 1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" name="Google Shape;1576;g396d9be4b09_0_355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77" name="Google Shape;1577;g396d9be4b09_0_355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8" name="Google Shape;1578;g396d9be4b09_0_355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>
                <a:solidFill>
                  <a:srgbClr val="000000"/>
                </a:solidFill>
              </a:rPr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1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3" name="Shape 1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4" name="Google Shape;1584;g396d9be4b09_0_356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85" name="Google Shape;1585;g396d9be4b09_0_356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6" name="Google Shape;1586;g396d9be4b09_0_356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>
                <a:solidFill>
                  <a:srgbClr val="000000"/>
                </a:solidFill>
              </a:rPr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1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1" name="Shape 1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2" name="Google Shape;1592;g396d9be4b09_0_357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93" name="Google Shape;1593;g396d9be4b09_0_357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4" name="Google Shape;1594;g396d9be4b09_0_357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>
                <a:solidFill>
                  <a:srgbClr val="000000"/>
                </a:solidFill>
              </a:rPr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1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9" name="Shape 1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0" name="Google Shape;1600;g396d9be4b09_0_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01" name="Google Shape;1601;g396d9be4b09_0_4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602" name="Google Shape;1602;g396d9be4b09_0_4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s-VE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3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3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" name="Google Shape;18;p13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3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3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35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35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4" name="Google Shape;24;p13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3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3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36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36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3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3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3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3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37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137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13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3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3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38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38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38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138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38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13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3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3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3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3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3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4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4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41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141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14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4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4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42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42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14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4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4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4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43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4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4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4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4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44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4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4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4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96dc14b69f_1_34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g396dc14b69f_1_340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3" name="Google Shape;93;g396dc14b69f_1_340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g396dc14b69f_1_340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g396dc14b69f_1_340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96dc14b69f_1_346"/>
          <p:cNvSpPr txBox="1"/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g396dc14b69f_1_346"/>
          <p:cNvSpPr txBox="1"/>
          <p:nvPr>
            <p:ph idx="1" type="subTitle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99" name="Google Shape;99;g396dc14b69f_1_346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g396dc14b69f_1_346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g396dc14b69f_1_346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96dc14b69f_1_352"/>
          <p:cNvSpPr txBox="1"/>
          <p:nvPr>
            <p:ph type="title"/>
          </p:nvPr>
        </p:nvSpPr>
        <p:spPr>
          <a:xfrm>
            <a:off x="831850" y="1709738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g396dc14b69f_1_352"/>
          <p:cNvSpPr txBox="1"/>
          <p:nvPr>
            <p:ph idx="1" type="body"/>
          </p:nvPr>
        </p:nvSpPr>
        <p:spPr>
          <a:xfrm>
            <a:off x="831850" y="4589463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5" name="Google Shape;105;g396dc14b69f_1_352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g396dc14b69f_1_352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g396dc14b69f_1_352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96dc14b69f_1_358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g396dc14b69f_1_358"/>
          <p:cNvSpPr txBox="1"/>
          <p:nvPr>
            <p:ph idx="1" type="body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1" name="Google Shape;111;g396dc14b69f_1_358"/>
          <p:cNvSpPr txBox="1"/>
          <p:nvPr>
            <p:ph idx="2" type="body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2" name="Google Shape;112;g396dc14b69f_1_358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g396dc14b69f_1_358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g396dc14b69f_1_358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96dc14b69f_1_365"/>
          <p:cNvSpPr txBox="1"/>
          <p:nvPr>
            <p:ph type="title"/>
          </p:nvPr>
        </p:nvSpPr>
        <p:spPr>
          <a:xfrm>
            <a:off x="839788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g396dc14b69f_1_365"/>
          <p:cNvSpPr txBox="1"/>
          <p:nvPr>
            <p:ph idx="1" type="body"/>
          </p:nvPr>
        </p:nvSpPr>
        <p:spPr>
          <a:xfrm>
            <a:off x="839788" y="1681163"/>
            <a:ext cx="5157900" cy="82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18" name="Google Shape;118;g396dc14b69f_1_365"/>
          <p:cNvSpPr txBox="1"/>
          <p:nvPr>
            <p:ph idx="2" type="body"/>
          </p:nvPr>
        </p:nvSpPr>
        <p:spPr>
          <a:xfrm>
            <a:off x="839788" y="2505075"/>
            <a:ext cx="5157900" cy="36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9" name="Google Shape;119;g396dc14b69f_1_365"/>
          <p:cNvSpPr txBox="1"/>
          <p:nvPr>
            <p:ph idx="3" type="body"/>
          </p:nvPr>
        </p:nvSpPr>
        <p:spPr>
          <a:xfrm>
            <a:off x="6172200" y="1681163"/>
            <a:ext cx="5183100" cy="82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20" name="Google Shape;120;g396dc14b69f_1_365"/>
          <p:cNvSpPr txBox="1"/>
          <p:nvPr>
            <p:ph idx="4" type="body"/>
          </p:nvPr>
        </p:nvSpPr>
        <p:spPr>
          <a:xfrm>
            <a:off x="6172200" y="2505075"/>
            <a:ext cx="5183100" cy="36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1" name="Google Shape;121;g396dc14b69f_1_365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g396dc14b69f_1_365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g396dc14b69f_1_365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96dc14b69f_1_374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g396dc14b69f_1_374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g396dc14b69f_1_374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g396dc14b69f_1_374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96dc14b69f_1_379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g396dc14b69f_1_379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g396dc14b69f_1_379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96dc14b69f_1_383"/>
          <p:cNvSpPr txBox="1"/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g396dc14b69f_1_383"/>
          <p:cNvSpPr txBox="1"/>
          <p:nvPr>
            <p:ph idx="1" type="body"/>
          </p:nvPr>
        </p:nvSpPr>
        <p:spPr>
          <a:xfrm>
            <a:off x="5183188" y="987425"/>
            <a:ext cx="6172200" cy="48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36" name="Google Shape;136;g396dc14b69f_1_383"/>
          <p:cNvSpPr txBox="1"/>
          <p:nvPr>
            <p:ph idx="2" type="body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37" name="Google Shape;137;g396dc14b69f_1_383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g396dc14b69f_1_383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g396dc14b69f_1_383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96dc14b69f_1_390"/>
          <p:cNvSpPr txBox="1"/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g396dc14b69f_1_390"/>
          <p:cNvSpPr/>
          <p:nvPr>
            <p:ph idx="2" type="pic"/>
          </p:nvPr>
        </p:nvSpPr>
        <p:spPr>
          <a:xfrm>
            <a:off x="5183188" y="987425"/>
            <a:ext cx="61722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143" name="Google Shape;143;g396dc14b69f_1_390"/>
          <p:cNvSpPr txBox="1"/>
          <p:nvPr>
            <p:ph idx="1" type="body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44" name="Google Shape;144;g396dc14b69f_1_390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5" name="Google Shape;145;g396dc14b69f_1_390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6" name="Google Shape;146;g396dc14b69f_1_390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96dc14b69f_1_397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g396dc14b69f_1_397"/>
          <p:cNvSpPr txBox="1"/>
          <p:nvPr>
            <p:ph idx="1" type="body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0" name="Google Shape;150;g396dc14b69f_1_397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1" name="Google Shape;151;g396dc14b69f_1_397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2" name="Google Shape;152;g396dc14b69f_1_397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96dc14b69f_1_403"/>
          <p:cNvSpPr txBox="1"/>
          <p:nvPr>
            <p:ph type="title"/>
          </p:nvPr>
        </p:nvSpPr>
        <p:spPr>
          <a:xfrm rot="5400000">
            <a:off x="7133400" y="1956625"/>
            <a:ext cx="5811900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5" name="Google Shape;155;g396dc14b69f_1_403"/>
          <p:cNvSpPr txBox="1"/>
          <p:nvPr>
            <p:ph idx="1" type="body"/>
          </p:nvPr>
        </p:nvSpPr>
        <p:spPr>
          <a:xfrm rot="5400000">
            <a:off x="1799400" y="-596075"/>
            <a:ext cx="5811900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6" name="Google Shape;156;g396dc14b69f_1_403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7" name="Google Shape;157;g396dc14b69f_1_403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8" name="Google Shape;158;g396dc14b69f_1_403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FF00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3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3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3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3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FF00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96dc14b69f_1_334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86" name="Google Shape;86;g396dc14b69f_1_334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7" name="Google Shape;87;g396dc14b69f_1_334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8" name="Google Shape;88;g396dc14b69f_1_334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9" name="Google Shape;89;g396dc14b69f_1_334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5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5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5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5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5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5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5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5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5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5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5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5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1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1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1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1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1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1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1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1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1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1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1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1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1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1.pn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1.pn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1.pn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1.png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1.png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1.png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1.png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1.png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1.png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1.png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1.png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1.png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1.png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1.png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1.png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1.png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1.xml"/><Relationship Id="rId3" Type="http://schemas.openxmlformats.org/officeDocument/2006/relationships/image" Target="../media/image1.png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2.xml"/><Relationship Id="rId3" Type="http://schemas.openxmlformats.org/officeDocument/2006/relationships/image" Target="../media/image1.png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3.xml"/><Relationship Id="rId3" Type="http://schemas.openxmlformats.org/officeDocument/2006/relationships/image" Target="../media/image1.png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4.xml"/><Relationship Id="rId3" Type="http://schemas.openxmlformats.org/officeDocument/2006/relationships/image" Target="../media/image1.png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5.xml"/><Relationship Id="rId3" Type="http://schemas.openxmlformats.org/officeDocument/2006/relationships/image" Target="../media/image1.png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6.xml"/><Relationship Id="rId3" Type="http://schemas.openxmlformats.org/officeDocument/2006/relationships/image" Target="../media/image1.png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7.xml"/><Relationship Id="rId3" Type="http://schemas.openxmlformats.org/officeDocument/2006/relationships/image" Target="../media/image1.png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8.xml"/><Relationship Id="rId3" Type="http://schemas.openxmlformats.org/officeDocument/2006/relationships/image" Target="../media/image1.png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9.xml"/><Relationship Id="rId3" Type="http://schemas.openxmlformats.org/officeDocument/2006/relationships/image" Target="../media/image1.png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0.xml"/><Relationship Id="rId3" Type="http://schemas.openxmlformats.org/officeDocument/2006/relationships/image" Target="../media/image1.png"/></Relationships>
</file>

<file path=ppt/slides/_rels/slide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1.xml"/><Relationship Id="rId3" Type="http://schemas.openxmlformats.org/officeDocument/2006/relationships/image" Target="../media/image1.png"/></Relationships>
</file>

<file path=ppt/slides/_rels/slide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2.xml"/><Relationship Id="rId3" Type="http://schemas.openxmlformats.org/officeDocument/2006/relationships/image" Target="../media/image1.png"/></Relationships>
</file>

<file path=ppt/slides/_rels/slide8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Relationship Id="rId3" Type="http://schemas.openxmlformats.org/officeDocument/2006/relationships/image" Target="../media/image1.png"/></Relationships>
</file>

<file path=ppt/slides/_rels/slide8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4.xml"/><Relationship Id="rId3" Type="http://schemas.openxmlformats.org/officeDocument/2006/relationships/image" Target="../media/image1.png"/></Relationships>
</file>

<file path=ppt/slides/_rels/slide8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5.xml"/><Relationship Id="rId3" Type="http://schemas.openxmlformats.org/officeDocument/2006/relationships/image" Target="../media/image1.png"/></Relationships>
</file>

<file path=ppt/slides/_rels/slide8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6.xml"/><Relationship Id="rId3" Type="http://schemas.openxmlformats.org/officeDocument/2006/relationships/image" Target="../media/image1.png"/></Relationships>
</file>

<file path=ppt/slides/_rels/slide8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7.xml"/><Relationship Id="rId3" Type="http://schemas.openxmlformats.org/officeDocument/2006/relationships/image" Target="../media/image1.png"/></Relationships>
</file>

<file path=ppt/slides/_rels/slide8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8.xml"/><Relationship Id="rId3" Type="http://schemas.openxmlformats.org/officeDocument/2006/relationships/image" Target="../media/image1.png"/></Relationships>
</file>

<file path=ppt/slides/_rels/slide8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9.xml"/><Relationship Id="rId3" Type="http://schemas.openxmlformats.org/officeDocument/2006/relationships/image" Target="../media/image1.png"/></Relationships>
</file>

<file path=ppt/slides/_rels/slide9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0.xml"/><Relationship Id="rId3" Type="http://schemas.openxmlformats.org/officeDocument/2006/relationships/image" Target="../media/image1.png"/></Relationships>
</file>

<file path=ppt/slides/_rels/slide9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1.xml"/><Relationship Id="rId3" Type="http://schemas.openxmlformats.org/officeDocument/2006/relationships/image" Target="../media/image1.png"/></Relationships>
</file>

<file path=ppt/slides/_rels/slide9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2.xml"/><Relationship Id="rId3" Type="http://schemas.openxmlformats.org/officeDocument/2006/relationships/image" Target="../media/image1.png"/></Relationships>
</file>

<file path=ppt/slides/_rels/slide9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3.xml"/><Relationship Id="rId3" Type="http://schemas.openxmlformats.org/officeDocument/2006/relationships/image" Target="../media/image1.png"/></Relationships>
</file>

<file path=ppt/slides/_rels/slide9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4.xml"/><Relationship Id="rId3" Type="http://schemas.openxmlformats.org/officeDocument/2006/relationships/image" Target="../media/image1.png"/></Relationships>
</file>

<file path=ppt/slides/_rels/slide9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5.xml"/><Relationship Id="rId3" Type="http://schemas.openxmlformats.org/officeDocument/2006/relationships/image" Target="../media/image1.png"/></Relationships>
</file>

<file path=ppt/slides/_rels/slide9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6.xml"/><Relationship Id="rId3" Type="http://schemas.openxmlformats.org/officeDocument/2006/relationships/image" Target="../media/image1.png"/></Relationships>
</file>

<file path=ppt/slides/_rels/slide9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7.xml"/><Relationship Id="rId3" Type="http://schemas.openxmlformats.org/officeDocument/2006/relationships/image" Target="../media/image1.png"/></Relationships>
</file>

<file path=ppt/slides/_rels/slide9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8.xml"/><Relationship Id="rId3" Type="http://schemas.openxmlformats.org/officeDocument/2006/relationships/image" Target="../media/image1.png"/></Relationships>
</file>

<file path=ppt/slides/_rels/slide9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9.xml"/><Relationship Id="rId3" Type="http://schemas.openxmlformats.org/officeDocument/2006/relationships/image" Target="../media/image1.png"/></Relationships>
</file>

<file path=ppt/slides/_rels/slide10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0.xml"/><Relationship Id="rId3" Type="http://schemas.openxmlformats.org/officeDocument/2006/relationships/image" Target="../media/image1.png"/></Relationships>
</file>

<file path=ppt/slides/_rels/slide10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1.xml"/><Relationship Id="rId3" Type="http://schemas.openxmlformats.org/officeDocument/2006/relationships/image" Target="../media/image13.png"/></Relationships>
</file>

<file path=ppt/slides/_rels/slide10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2.xml"/><Relationship Id="rId3" Type="http://schemas.openxmlformats.org/officeDocument/2006/relationships/image" Target="../media/image13.png"/></Relationships>
</file>

<file path=ppt/slides/_rels/slide10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3.xml"/><Relationship Id="rId3" Type="http://schemas.openxmlformats.org/officeDocument/2006/relationships/image" Target="../media/image13.png"/></Relationships>
</file>

<file path=ppt/slides/_rels/slide10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4.xml"/><Relationship Id="rId3" Type="http://schemas.openxmlformats.org/officeDocument/2006/relationships/image" Target="../media/image13.png"/></Relationships>
</file>

<file path=ppt/slides/_rels/slide10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5.xml"/><Relationship Id="rId3" Type="http://schemas.openxmlformats.org/officeDocument/2006/relationships/image" Target="../media/image13.png"/></Relationships>
</file>

<file path=ppt/slides/_rels/slide10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6.xml"/><Relationship Id="rId3" Type="http://schemas.openxmlformats.org/officeDocument/2006/relationships/image" Target="../media/image13.png"/></Relationships>
</file>

<file path=ppt/slides/_rels/slide10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7.xml"/><Relationship Id="rId3" Type="http://schemas.openxmlformats.org/officeDocument/2006/relationships/image" Target="../media/image13.png"/></Relationships>
</file>

<file path=ppt/slides/_rels/slide10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8.xml"/><Relationship Id="rId3" Type="http://schemas.openxmlformats.org/officeDocument/2006/relationships/image" Target="../media/image13.png"/></Relationships>
</file>

<file path=ppt/slides/_rels/slide10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9.xml"/><Relationship Id="rId3" Type="http://schemas.openxmlformats.org/officeDocument/2006/relationships/image" Target="../media/image13.png"/></Relationships>
</file>

<file path=ppt/slides/_rels/slide1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0.xml"/><Relationship Id="rId3" Type="http://schemas.openxmlformats.org/officeDocument/2006/relationships/image" Target="../media/image13.png"/></Relationships>
</file>

<file path=ppt/slides/_rels/slide1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1.xml"/><Relationship Id="rId3" Type="http://schemas.openxmlformats.org/officeDocument/2006/relationships/image" Target="../media/image13.png"/></Relationships>
</file>

<file path=ppt/slides/_rels/slide1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2.xml"/><Relationship Id="rId3" Type="http://schemas.openxmlformats.org/officeDocument/2006/relationships/image" Target="../media/image13.png"/></Relationships>
</file>

<file path=ppt/slides/_rels/slide1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3.xml"/><Relationship Id="rId3" Type="http://schemas.openxmlformats.org/officeDocument/2006/relationships/image" Target="../media/image13.png"/></Relationships>
</file>

<file path=ppt/slides/_rels/slide1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4.xml"/><Relationship Id="rId3" Type="http://schemas.openxmlformats.org/officeDocument/2006/relationships/image" Target="../media/image13.png"/></Relationships>
</file>

<file path=ppt/slides/_rels/slide1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5.xml"/><Relationship Id="rId3" Type="http://schemas.openxmlformats.org/officeDocument/2006/relationships/image" Target="../media/image13.png"/></Relationships>
</file>

<file path=ppt/slides/_rels/slide1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6.xml"/><Relationship Id="rId3" Type="http://schemas.openxmlformats.org/officeDocument/2006/relationships/image" Target="../media/image13.png"/></Relationships>
</file>

<file path=ppt/slides/_rels/slide1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7.xml"/><Relationship Id="rId3" Type="http://schemas.openxmlformats.org/officeDocument/2006/relationships/image" Target="../media/image13.png"/></Relationships>
</file>

<file path=ppt/slides/_rels/slide1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8.xml"/><Relationship Id="rId3" Type="http://schemas.openxmlformats.org/officeDocument/2006/relationships/image" Target="../media/image13.png"/></Relationships>
</file>

<file path=ppt/slides/_rels/slide1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9.xml"/><Relationship Id="rId3" Type="http://schemas.openxmlformats.org/officeDocument/2006/relationships/image" Target="../media/image1.png"/></Relationships>
</file>

<file path=ppt/slides/_rels/slide1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0.xml"/><Relationship Id="rId3" Type="http://schemas.openxmlformats.org/officeDocument/2006/relationships/image" Target="../media/image1.png"/></Relationships>
</file>

<file path=ppt/slides/_rels/slide1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1.xml"/><Relationship Id="rId3" Type="http://schemas.openxmlformats.org/officeDocument/2006/relationships/image" Target="../media/image1.png"/></Relationships>
</file>

<file path=ppt/slides/_rels/slide1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2.xml"/><Relationship Id="rId3" Type="http://schemas.openxmlformats.org/officeDocument/2006/relationships/image" Target="../media/image1.png"/></Relationships>
</file>

<file path=ppt/slides/_rels/slide1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3.xml"/><Relationship Id="rId3" Type="http://schemas.openxmlformats.org/officeDocument/2006/relationships/image" Target="../media/image1.png"/></Relationships>
</file>

<file path=ppt/slides/_rels/slide1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4.xml"/><Relationship Id="rId3" Type="http://schemas.openxmlformats.org/officeDocument/2006/relationships/image" Target="../media/image1.png"/></Relationships>
</file>

<file path=ppt/slides/_rels/slide1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5.xml"/><Relationship Id="rId3" Type="http://schemas.openxmlformats.org/officeDocument/2006/relationships/image" Target="../media/image1.png"/></Relationships>
</file>

<file path=ppt/slides/_rels/slide1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6.xml"/><Relationship Id="rId3" Type="http://schemas.openxmlformats.org/officeDocument/2006/relationships/image" Target="../media/image1.png"/></Relationships>
</file>

<file path=ppt/slides/_rels/slide1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7.xml"/><Relationship Id="rId3" Type="http://schemas.openxmlformats.org/officeDocument/2006/relationships/image" Target="../media/image1.png"/></Relationships>
</file>

<file path=ppt/slides/_rels/slide1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8.xml"/><Relationship Id="rId3" Type="http://schemas.openxmlformats.org/officeDocument/2006/relationships/image" Target="../media/image1.png"/></Relationships>
</file>

<file path=ppt/slides/_rels/slide1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9.xml"/><Relationship Id="rId3" Type="http://schemas.openxmlformats.org/officeDocument/2006/relationships/image" Target="../media/image1.png"/></Relationships>
</file>

<file path=ppt/slides/_rels/slide1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0.xml"/><Relationship Id="rId3" Type="http://schemas.openxmlformats.org/officeDocument/2006/relationships/image" Target="../media/image1.png"/></Relationships>
</file>

<file path=ppt/slides/_rels/slide1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1.xml"/><Relationship Id="rId3" Type="http://schemas.openxmlformats.org/officeDocument/2006/relationships/image" Target="../media/image1.png"/></Relationships>
</file>

<file path=ppt/slides/_rels/slide1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2.xml"/><Relationship Id="rId3" Type="http://schemas.openxmlformats.org/officeDocument/2006/relationships/image" Target="../media/image1.png"/></Relationships>
</file>

<file path=ppt/slides/_rels/slide1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3.xml"/><Relationship Id="rId3" Type="http://schemas.openxmlformats.org/officeDocument/2006/relationships/image" Target="../media/image1.png"/></Relationships>
</file>

<file path=ppt/slides/_rels/slide1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4.xml"/><Relationship Id="rId3" Type="http://schemas.openxmlformats.org/officeDocument/2006/relationships/image" Target="../media/image1.png"/></Relationships>
</file>

<file path=ppt/slides/_rels/slide1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5.xml"/><Relationship Id="rId3" Type="http://schemas.openxmlformats.org/officeDocument/2006/relationships/image" Target="../media/image1.png"/></Relationships>
</file>

<file path=ppt/slides/_rels/slide1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6.xml"/><Relationship Id="rId3" Type="http://schemas.openxmlformats.org/officeDocument/2006/relationships/image" Target="../media/image1.png"/></Relationships>
</file>

<file path=ppt/slides/_rels/slide1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7.xml"/><Relationship Id="rId3" Type="http://schemas.openxmlformats.org/officeDocument/2006/relationships/image" Target="../media/image1.png"/></Relationships>
</file>

<file path=ppt/slides/_rels/slide1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8.xml"/><Relationship Id="rId3" Type="http://schemas.openxmlformats.org/officeDocument/2006/relationships/image" Target="../media/image1.png"/></Relationships>
</file>

<file path=ppt/slides/_rels/slide1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9.xml"/><Relationship Id="rId3" Type="http://schemas.openxmlformats.org/officeDocument/2006/relationships/image" Target="../media/image1.png"/></Relationships>
</file>

<file path=ppt/slides/_rels/slide1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0.xml"/><Relationship Id="rId3" Type="http://schemas.openxmlformats.org/officeDocument/2006/relationships/image" Target="../media/image1.png"/></Relationships>
</file>

<file path=ppt/slides/_rels/slide1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1.xml"/><Relationship Id="rId3" Type="http://schemas.openxmlformats.org/officeDocument/2006/relationships/image" Target="../media/image1.png"/></Relationships>
</file>

<file path=ppt/slides/_rels/slide1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2.xml"/><Relationship Id="rId3" Type="http://schemas.openxmlformats.org/officeDocument/2006/relationships/image" Target="../media/image1.png"/></Relationships>
</file>

<file path=ppt/slides/_rels/slide1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3.xml"/><Relationship Id="rId3" Type="http://schemas.openxmlformats.org/officeDocument/2006/relationships/image" Target="../media/image1.png"/></Relationships>
</file>

<file path=ppt/slides/_rels/slide1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4.xml"/><Relationship Id="rId3" Type="http://schemas.openxmlformats.org/officeDocument/2006/relationships/image" Target="../media/image1.png"/></Relationships>
</file>

<file path=ppt/slides/_rels/slide1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5.xml"/><Relationship Id="rId3" Type="http://schemas.openxmlformats.org/officeDocument/2006/relationships/image" Target="../media/image1.png"/></Relationships>
</file>

<file path=ppt/slides/_rels/slide1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6.xml"/><Relationship Id="rId3" Type="http://schemas.openxmlformats.org/officeDocument/2006/relationships/image" Target="../media/image1.png"/></Relationships>
</file>

<file path=ppt/slides/_rels/slide1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7.xml"/><Relationship Id="rId3" Type="http://schemas.openxmlformats.org/officeDocument/2006/relationships/image" Target="../media/image1.png"/></Relationships>
</file>

<file path=ppt/slides/_rels/slide1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8.xml"/><Relationship Id="rId3" Type="http://schemas.openxmlformats.org/officeDocument/2006/relationships/image" Target="../media/image1.png"/></Relationships>
</file>

<file path=ppt/slides/_rels/slide1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9.xml"/><Relationship Id="rId3" Type="http://schemas.openxmlformats.org/officeDocument/2006/relationships/image" Target="../media/image1.png"/></Relationships>
</file>

<file path=ppt/slides/_rels/slide1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0.xml"/><Relationship Id="rId3" Type="http://schemas.openxmlformats.org/officeDocument/2006/relationships/image" Target="../media/image1.png"/></Relationships>
</file>

<file path=ppt/slides/_rels/slide1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1.xml"/><Relationship Id="rId3" Type="http://schemas.openxmlformats.org/officeDocument/2006/relationships/image" Target="../media/image1.png"/></Relationships>
</file>

<file path=ppt/slides/_rels/slide1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2.xml"/><Relationship Id="rId3" Type="http://schemas.openxmlformats.org/officeDocument/2006/relationships/image" Target="../media/image1.png"/></Relationships>
</file>

<file path=ppt/slides/_rels/slide1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3.xml"/><Relationship Id="rId3" Type="http://schemas.openxmlformats.org/officeDocument/2006/relationships/image" Target="../media/image1.png"/></Relationships>
</file>

<file path=ppt/slides/_rels/slide1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4.xml"/><Relationship Id="rId3" Type="http://schemas.openxmlformats.org/officeDocument/2006/relationships/image" Target="../media/image1.png"/></Relationships>
</file>

<file path=ppt/slides/_rels/slide1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5.xml"/><Relationship Id="rId3" Type="http://schemas.openxmlformats.org/officeDocument/2006/relationships/image" Target="../media/image1.png"/></Relationships>
</file>

<file path=ppt/slides/_rels/slide1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6.xml"/><Relationship Id="rId3" Type="http://schemas.openxmlformats.org/officeDocument/2006/relationships/image" Target="../media/image1.png"/></Relationships>
</file>

<file path=ppt/slides/_rels/slide1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7.xml"/><Relationship Id="rId3" Type="http://schemas.openxmlformats.org/officeDocument/2006/relationships/image" Target="../media/image1.png"/></Relationships>
</file>

<file path=ppt/slides/_rels/slide1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8.xml"/><Relationship Id="rId3" Type="http://schemas.openxmlformats.org/officeDocument/2006/relationships/image" Target="../media/image1.png"/></Relationships>
</file>

<file path=ppt/slides/_rels/slide1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9.xml"/><Relationship Id="rId3" Type="http://schemas.openxmlformats.org/officeDocument/2006/relationships/image" Target="../media/image1.png"/></Relationships>
</file>

<file path=ppt/slides/_rels/slide1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0.xml"/><Relationship Id="rId3" Type="http://schemas.openxmlformats.org/officeDocument/2006/relationships/image" Target="../media/image1.png"/></Relationships>
</file>

<file path=ppt/slides/_rels/slide1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1.xml"/><Relationship Id="rId3" Type="http://schemas.openxmlformats.org/officeDocument/2006/relationships/image" Target="../media/image1.png"/></Relationships>
</file>

<file path=ppt/slides/_rels/slide1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2.xml"/><Relationship Id="rId3" Type="http://schemas.openxmlformats.org/officeDocument/2006/relationships/image" Target="../media/image1.png"/></Relationships>
</file>

<file path=ppt/slides/_rels/slide1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3.xml"/><Relationship Id="rId3" Type="http://schemas.openxmlformats.org/officeDocument/2006/relationships/image" Target="../media/image1.png"/></Relationships>
</file>

<file path=ppt/slides/_rels/slide1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4.xml"/><Relationship Id="rId3" Type="http://schemas.openxmlformats.org/officeDocument/2006/relationships/image" Target="../media/image1.png"/></Relationships>
</file>

<file path=ppt/slides/_rels/slide1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5.xml"/><Relationship Id="rId3" Type="http://schemas.openxmlformats.org/officeDocument/2006/relationships/image" Target="../media/image1.png"/></Relationships>
</file>

<file path=ppt/slides/_rels/slide1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6.xml"/><Relationship Id="rId3" Type="http://schemas.openxmlformats.org/officeDocument/2006/relationships/image" Target="../media/image1.png"/></Relationships>
</file>

<file path=ppt/slides/_rels/slide1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7.xml"/><Relationship Id="rId3" Type="http://schemas.openxmlformats.org/officeDocument/2006/relationships/image" Target="../media/image1.png"/></Relationships>
</file>

<file path=ppt/slides/_rels/slide1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8.xml"/><Relationship Id="rId3" Type="http://schemas.openxmlformats.org/officeDocument/2006/relationships/image" Target="../media/image1.png"/></Relationships>
</file>

<file path=ppt/slides/_rels/slide1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9.xml"/><Relationship Id="rId3" Type="http://schemas.openxmlformats.org/officeDocument/2006/relationships/image" Target="../media/image1.png"/></Relationships>
</file>

<file path=ppt/slides/_rels/slide1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0.xml"/><Relationship Id="rId3" Type="http://schemas.openxmlformats.org/officeDocument/2006/relationships/image" Target="../media/image1.png"/></Relationships>
</file>

<file path=ppt/slides/_rels/slide1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1.xml"/><Relationship Id="rId3" Type="http://schemas.openxmlformats.org/officeDocument/2006/relationships/image" Target="../media/image1.png"/></Relationships>
</file>

<file path=ppt/slides/_rels/slide1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2.xml"/><Relationship Id="rId3" Type="http://schemas.openxmlformats.org/officeDocument/2006/relationships/image" Target="../media/image1.png"/></Relationships>
</file>

<file path=ppt/slides/_rels/slide1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3.xml"/><Relationship Id="rId3" Type="http://schemas.openxmlformats.org/officeDocument/2006/relationships/image" Target="../media/image1.png"/></Relationships>
</file>

<file path=ppt/slides/_rels/slide1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4.xml"/><Relationship Id="rId3" Type="http://schemas.openxmlformats.org/officeDocument/2006/relationships/image" Target="../media/image1.png"/></Relationships>
</file>

<file path=ppt/slides/_rels/slide1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5.xml"/><Relationship Id="rId3" Type="http://schemas.openxmlformats.org/officeDocument/2006/relationships/image" Target="../media/image1.png"/></Relationships>
</file>

<file path=ppt/slides/_rels/slide1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6.xml"/><Relationship Id="rId3" Type="http://schemas.openxmlformats.org/officeDocument/2006/relationships/image" Target="../media/image1.png"/></Relationships>
</file>

<file path=ppt/slides/_rels/slide1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7.xml"/><Relationship Id="rId3" Type="http://schemas.openxmlformats.org/officeDocument/2006/relationships/image" Target="../media/image1.png"/></Relationships>
</file>

<file path=ppt/slides/_rels/slide1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8.xml"/><Relationship Id="rId3" Type="http://schemas.openxmlformats.org/officeDocument/2006/relationships/image" Target="../media/image1.png"/></Relationships>
</file>

<file path=ppt/slides/_rels/slide1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9.xml"/><Relationship Id="rId3" Type="http://schemas.openxmlformats.org/officeDocument/2006/relationships/image" Target="../media/image1.png"/></Relationships>
</file>

<file path=ppt/slides/_rels/slide1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0.xml"/><Relationship Id="rId3" Type="http://schemas.openxmlformats.org/officeDocument/2006/relationships/image" Target="../media/image1.png"/></Relationships>
</file>

<file path=ppt/slides/_rels/slide1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1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"/>
          <p:cNvSpPr/>
          <p:nvPr/>
        </p:nvSpPr>
        <p:spPr>
          <a:xfrm>
            <a:off x="428625" y="5477767"/>
            <a:ext cx="11373300" cy="1143300"/>
          </a:xfrm>
          <a:prstGeom prst="roundRect">
            <a:avLst>
              <a:gd fmla="val 16667" name="adj"/>
            </a:avLst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</a:pPr>
            <a:r>
              <a:t/>
            </a:r>
            <a:endParaRPr b="0" i="0" sz="1867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5" name="Google Shape;165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7812" y="5525519"/>
            <a:ext cx="1056201" cy="1047495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"/>
          <p:cNvSpPr txBox="1"/>
          <p:nvPr/>
        </p:nvSpPr>
        <p:spPr>
          <a:xfrm>
            <a:off x="1167812" y="5529260"/>
            <a:ext cx="110013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s-VE" sz="32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IGLESIA EVANGÉLICA ALIANZA </a:t>
            </a:r>
            <a:endParaRPr b="0" i="0" sz="186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s-VE" sz="32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 BARRIO AEROPUERTO </a:t>
            </a:r>
            <a:endParaRPr b="0" i="0" sz="186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96d9be4b09_0_236"/>
          <p:cNvSpPr/>
          <p:nvPr/>
        </p:nvSpPr>
        <p:spPr>
          <a:xfrm>
            <a:off x="428625" y="5477767"/>
            <a:ext cx="11373000" cy="1143000"/>
          </a:xfrm>
          <a:prstGeom prst="roundRect">
            <a:avLst>
              <a:gd fmla="val 16667" name="adj"/>
            </a:avLst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3" name="Google Shape;173;g396d9be4b09_0_2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7810" y="5525519"/>
            <a:ext cx="1056202" cy="1047495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g396d9be4b09_0_236"/>
          <p:cNvSpPr txBox="1"/>
          <p:nvPr/>
        </p:nvSpPr>
        <p:spPr>
          <a:xfrm>
            <a:off x="1304929" y="5648826"/>
            <a:ext cx="110013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46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¿QUÉ SERÍA DE MI?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96d9be4b09_0_243"/>
          <p:cNvSpPr/>
          <p:nvPr/>
        </p:nvSpPr>
        <p:spPr>
          <a:xfrm>
            <a:off x="428625" y="5477767"/>
            <a:ext cx="11373000" cy="1143000"/>
          </a:xfrm>
          <a:prstGeom prst="roundRect">
            <a:avLst>
              <a:gd fmla="val 16667" name="adj"/>
            </a:avLst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1" name="Google Shape;181;g396d9be4b09_0_2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7810" y="5525519"/>
            <a:ext cx="1056202" cy="1047495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g396d9be4b09_0_243"/>
          <p:cNvSpPr txBox="1"/>
          <p:nvPr/>
        </p:nvSpPr>
        <p:spPr>
          <a:xfrm>
            <a:off x="1210080" y="5426456"/>
            <a:ext cx="110013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3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¿Qué sería de mi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3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si no me hubieras alcanzado?</a:t>
            </a:r>
            <a:endParaRPr b="0" i="0" sz="3800" u="none" cap="none" strike="noStrike">
              <a:solidFill>
                <a:srgbClr val="FFFFFF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96d9be4b09_0_250"/>
          <p:cNvSpPr/>
          <p:nvPr/>
        </p:nvSpPr>
        <p:spPr>
          <a:xfrm>
            <a:off x="428625" y="5477767"/>
            <a:ext cx="11373000" cy="1143000"/>
          </a:xfrm>
          <a:prstGeom prst="roundRect">
            <a:avLst>
              <a:gd fmla="val 16667" name="adj"/>
            </a:avLst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9" name="Google Shape;189;g396d9be4b09_0_2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7810" y="5525519"/>
            <a:ext cx="1056202" cy="1047495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g396d9be4b09_0_250"/>
          <p:cNvSpPr txBox="1"/>
          <p:nvPr/>
        </p:nvSpPr>
        <p:spPr>
          <a:xfrm>
            <a:off x="1190625" y="5438857"/>
            <a:ext cx="110013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3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¿Dónde estaría hoy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3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si no me hubieras perdonado?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96d9be4b09_0_257"/>
          <p:cNvSpPr/>
          <p:nvPr/>
        </p:nvSpPr>
        <p:spPr>
          <a:xfrm>
            <a:off x="428625" y="5477767"/>
            <a:ext cx="11373000" cy="1143000"/>
          </a:xfrm>
          <a:prstGeom prst="roundRect">
            <a:avLst>
              <a:gd fmla="val 16667" name="adj"/>
            </a:avLst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7" name="Google Shape;197;g396d9be4b09_0_2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7810" y="5525519"/>
            <a:ext cx="1056202" cy="1047495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g396d9be4b09_0_257"/>
          <p:cNvSpPr txBox="1"/>
          <p:nvPr/>
        </p:nvSpPr>
        <p:spPr>
          <a:xfrm>
            <a:off x="1210080" y="5407001"/>
            <a:ext cx="110013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3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Tendría un vacío en mi corazón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3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vagaría sin rumbo ni dirección. </a:t>
            </a:r>
            <a:endParaRPr b="0" i="0" sz="3800" u="none" cap="none" strike="noStrike">
              <a:solidFill>
                <a:srgbClr val="FFFFFF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96d9be4b09_0_264"/>
          <p:cNvSpPr/>
          <p:nvPr/>
        </p:nvSpPr>
        <p:spPr>
          <a:xfrm>
            <a:off x="428625" y="5477767"/>
            <a:ext cx="11373000" cy="1143000"/>
          </a:xfrm>
          <a:prstGeom prst="roundRect">
            <a:avLst>
              <a:gd fmla="val 16667" name="adj"/>
            </a:avLst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5" name="Google Shape;205;g396d9be4b09_0_2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7810" y="5525519"/>
            <a:ext cx="1056202" cy="1047495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g396d9be4b09_0_264"/>
          <p:cNvSpPr txBox="1"/>
          <p:nvPr/>
        </p:nvSpPr>
        <p:spPr>
          <a:xfrm>
            <a:off x="1210080" y="5387546"/>
            <a:ext cx="110013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3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//si no fuera por  tu gracia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3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  y por tu amor//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96d9be4b09_0_271"/>
          <p:cNvSpPr/>
          <p:nvPr/>
        </p:nvSpPr>
        <p:spPr>
          <a:xfrm>
            <a:off x="428625" y="5477767"/>
            <a:ext cx="11373000" cy="1143000"/>
          </a:xfrm>
          <a:prstGeom prst="roundRect">
            <a:avLst>
              <a:gd fmla="val 16667" name="adj"/>
            </a:avLst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3" name="Google Shape;213;g396d9be4b09_0_27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7810" y="5525519"/>
            <a:ext cx="1056202" cy="1047495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g396d9be4b09_0_271"/>
          <p:cNvSpPr txBox="1"/>
          <p:nvPr/>
        </p:nvSpPr>
        <p:spPr>
          <a:xfrm>
            <a:off x="1190625" y="5388950"/>
            <a:ext cx="110013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3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Sería  como un pájaro herido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3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que se muere en el suelo 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96d9be4b09_0_278"/>
          <p:cNvSpPr/>
          <p:nvPr/>
        </p:nvSpPr>
        <p:spPr>
          <a:xfrm>
            <a:off x="428625" y="5477767"/>
            <a:ext cx="11373000" cy="1143000"/>
          </a:xfrm>
          <a:prstGeom prst="roundRect">
            <a:avLst>
              <a:gd fmla="val 16667" name="adj"/>
            </a:avLst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1" name="Google Shape;221;g396d9be4b09_0_27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7810" y="5525519"/>
            <a:ext cx="1056202" cy="1047495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g396d9be4b09_0_278"/>
          <p:cNvSpPr txBox="1"/>
          <p:nvPr/>
        </p:nvSpPr>
        <p:spPr>
          <a:xfrm>
            <a:off x="1210080" y="5407001"/>
            <a:ext cx="110013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3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Sería como un ciervo que brama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3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por agua en un desierto.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800" u="none" cap="none" strike="noStrike">
              <a:solidFill>
                <a:srgbClr val="FFFFFF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96d9be4b09_0_285"/>
          <p:cNvSpPr/>
          <p:nvPr/>
        </p:nvSpPr>
        <p:spPr>
          <a:xfrm>
            <a:off x="428625" y="5477767"/>
            <a:ext cx="11373000" cy="1143000"/>
          </a:xfrm>
          <a:prstGeom prst="roundRect">
            <a:avLst>
              <a:gd fmla="val 16667" name="adj"/>
            </a:avLst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9" name="Google Shape;229;g396d9be4b09_0_28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7810" y="5525519"/>
            <a:ext cx="1056202" cy="1047495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g396d9be4b09_0_285"/>
          <p:cNvSpPr txBox="1"/>
          <p:nvPr/>
        </p:nvSpPr>
        <p:spPr>
          <a:xfrm>
            <a:off x="1210080" y="5387546"/>
            <a:ext cx="110013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3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//si no fuera por  tu gracia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3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  y por tu amor//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96d9be4b09_0_292"/>
          <p:cNvSpPr/>
          <p:nvPr/>
        </p:nvSpPr>
        <p:spPr>
          <a:xfrm>
            <a:off x="428625" y="5477767"/>
            <a:ext cx="11373000" cy="1143000"/>
          </a:xfrm>
          <a:prstGeom prst="roundRect">
            <a:avLst>
              <a:gd fmla="val 16667" name="adj"/>
            </a:avLst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7" name="Google Shape;237;g396d9be4b09_0_29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7810" y="5525519"/>
            <a:ext cx="1056202" cy="1047495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g396d9be4b09_0_292"/>
          <p:cNvSpPr txBox="1"/>
          <p:nvPr/>
        </p:nvSpPr>
        <p:spPr>
          <a:xfrm>
            <a:off x="1210080" y="5426456"/>
            <a:ext cx="110013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3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¿Qué sería de mi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3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si no me hubieras alcanzado?</a:t>
            </a:r>
            <a:endParaRPr b="0" i="0" sz="3800" u="none" cap="none" strike="noStrike">
              <a:solidFill>
                <a:srgbClr val="FFFFFF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96d9be4b09_0_299"/>
          <p:cNvSpPr/>
          <p:nvPr/>
        </p:nvSpPr>
        <p:spPr>
          <a:xfrm>
            <a:off x="428625" y="5477767"/>
            <a:ext cx="11373000" cy="1143000"/>
          </a:xfrm>
          <a:prstGeom prst="roundRect">
            <a:avLst>
              <a:gd fmla="val 16667" name="adj"/>
            </a:avLst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5" name="Google Shape;245;g396d9be4b09_0_29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7810" y="5525519"/>
            <a:ext cx="1056202" cy="1047495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g396d9be4b09_0_299"/>
          <p:cNvSpPr txBox="1"/>
          <p:nvPr/>
        </p:nvSpPr>
        <p:spPr>
          <a:xfrm>
            <a:off x="1190625" y="5438857"/>
            <a:ext cx="110013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3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¿Dónde estaría hoy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3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si no me hubieras perdonado?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96d9be4b09_0_306"/>
          <p:cNvSpPr/>
          <p:nvPr/>
        </p:nvSpPr>
        <p:spPr>
          <a:xfrm>
            <a:off x="428625" y="5477767"/>
            <a:ext cx="11373000" cy="1143000"/>
          </a:xfrm>
          <a:prstGeom prst="roundRect">
            <a:avLst>
              <a:gd fmla="val 16667" name="adj"/>
            </a:avLst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3" name="Google Shape;253;g396d9be4b09_0_30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7810" y="5525519"/>
            <a:ext cx="1056202" cy="1047495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g396d9be4b09_0_306"/>
          <p:cNvSpPr txBox="1"/>
          <p:nvPr/>
        </p:nvSpPr>
        <p:spPr>
          <a:xfrm>
            <a:off x="1210080" y="5407001"/>
            <a:ext cx="110013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3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Tendría un vacío en mi corazón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3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vagaría sin rumbo ni dirección. </a:t>
            </a:r>
            <a:endParaRPr b="0" i="0" sz="3800" u="none" cap="none" strike="noStrike">
              <a:solidFill>
                <a:srgbClr val="FFFFFF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96d9be4b09_0_313"/>
          <p:cNvSpPr/>
          <p:nvPr/>
        </p:nvSpPr>
        <p:spPr>
          <a:xfrm>
            <a:off x="428625" y="5477767"/>
            <a:ext cx="11373000" cy="1143000"/>
          </a:xfrm>
          <a:prstGeom prst="roundRect">
            <a:avLst>
              <a:gd fmla="val 16667" name="adj"/>
            </a:avLst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1" name="Google Shape;261;g396d9be4b09_0_3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7810" y="5525519"/>
            <a:ext cx="1056202" cy="1047495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g396d9be4b09_0_313"/>
          <p:cNvSpPr txBox="1"/>
          <p:nvPr/>
        </p:nvSpPr>
        <p:spPr>
          <a:xfrm>
            <a:off x="1210080" y="5387546"/>
            <a:ext cx="110013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3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//si no fuera por  tu gracia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3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  y por tu amor//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96d9be4b09_0_320"/>
          <p:cNvSpPr/>
          <p:nvPr/>
        </p:nvSpPr>
        <p:spPr>
          <a:xfrm>
            <a:off x="428625" y="5477767"/>
            <a:ext cx="11373000" cy="1143000"/>
          </a:xfrm>
          <a:prstGeom prst="roundRect">
            <a:avLst>
              <a:gd fmla="val 16667" name="adj"/>
            </a:avLst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9" name="Google Shape;269;g396d9be4b09_0_3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7810" y="5525519"/>
            <a:ext cx="1056202" cy="1047495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g396d9be4b09_0_320"/>
          <p:cNvSpPr txBox="1"/>
          <p:nvPr/>
        </p:nvSpPr>
        <p:spPr>
          <a:xfrm>
            <a:off x="1190625" y="5388950"/>
            <a:ext cx="110013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3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Sería  como un pájaro herido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3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que se muere en el suelo 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396d9be4b09_0_327"/>
          <p:cNvSpPr/>
          <p:nvPr/>
        </p:nvSpPr>
        <p:spPr>
          <a:xfrm>
            <a:off x="428625" y="5477767"/>
            <a:ext cx="11373000" cy="1143000"/>
          </a:xfrm>
          <a:prstGeom prst="roundRect">
            <a:avLst>
              <a:gd fmla="val 16667" name="adj"/>
            </a:avLst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7" name="Google Shape;277;g396d9be4b09_0_3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7810" y="5525519"/>
            <a:ext cx="1056202" cy="1047495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g396d9be4b09_0_327"/>
          <p:cNvSpPr txBox="1"/>
          <p:nvPr/>
        </p:nvSpPr>
        <p:spPr>
          <a:xfrm>
            <a:off x="1210080" y="5407001"/>
            <a:ext cx="110013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3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Sería como un ciervo que brama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3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por agua en un desierto.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800" u="none" cap="none" strike="noStrike">
              <a:solidFill>
                <a:srgbClr val="FFFFFF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396d9be4b09_0_334"/>
          <p:cNvSpPr/>
          <p:nvPr/>
        </p:nvSpPr>
        <p:spPr>
          <a:xfrm>
            <a:off x="428625" y="5477767"/>
            <a:ext cx="11373000" cy="1143000"/>
          </a:xfrm>
          <a:prstGeom prst="roundRect">
            <a:avLst>
              <a:gd fmla="val 16667" name="adj"/>
            </a:avLst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5" name="Google Shape;285;g396d9be4b09_0_3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7810" y="5525519"/>
            <a:ext cx="1056202" cy="1047495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g396d9be4b09_0_334"/>
          <p:cNvSpPr txBox="1"/>
          <p:nvPr/>
        </p:nvSpPr>
        <p:spPr>
          <a:xfrm>
            <a:off x="1210080" y="5387546"/>
            <a:ext cx="110013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3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//si no fuera por  tu gracia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3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  y por tu amor//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969f46a377_0_51"/>
          <p:cNvSpPr/>
          <p:nvPr/>
        </p:nvSpPr>
        <p:spPr>
          <a:xfrm>
            <a:off x="428625" y="5477767"/>
            <a:ext cx="11373300" cy="1143300"/>
          </a:xfrm>
          <a:prstGeom prst="roundRect">
            <a:avLst>
              <a:gd fmla="val 16667" name="adj"/>
            </a:avLst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</a:pPr>
            <a:r>
              <a:t/>
            </a:r>
            <a:endParaRPr b="0" i="0" sz="1867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3" name="Google Shape;293;g3969f46a377_0_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7812" y="5525519"/>
            <a:ext cx="1056201" cy="1047495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g3969f46a377_0_51"/>
          <p:cNvSpPr txBox="1"/>
          <p:nvPr/>
        </p:nvSpPr>
        <p:spPr>
          <a:xfrm>
            <a:off x="1167812" y="5529260"/>
            <a:ext cx="110013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s-VE" sz="32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IGLESIA EVANGÉLICA ALIANZA </a:t>
            </a:r>
            <a:endParaRPr b="0" i="0" sz="186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s-VE" sz="32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 BARRIO AEROPUERTO </a:t>
            </a:r>
            <a:endParaRPr b="0" i="0" sz="186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396d9be4b09_0_596"/>
          <p:cNvSpPr/>
          <p:nvPr/>
        </p:nvSpPr>
        <p:spPr>
          <a:xfrm>
            <a:off x="428625" y="5477767"/>
            <a:ext cx="11373000" cy="1143000"/>
          </a:xfrm>
          <a:prstGeom prst="roundRect">
            <a:avLst>
              <a:gd fmla="val 16667" name="adj"/>
            </a:avLst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1" name="Google Shape;301;g396d9be4b09_0_59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7810" y="5525519"/>
            <a:ext cx="1056202" cy="1047494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g396d9be4b09_0_596"/>
          <p:cNvSpPr txBox="1"/>
          <p:nvPr/>
        </p:nvSpPr>
        <p:spPr>
          <a:xfrm>
            <a:off x="1378745" y="5660149"/>
            <a:ext cx="110013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Arial Black"/>
              <a:buNone/>
            </a:pPr>
            <a:r>
              <a:rPr b="0" i="0" lang="es-VE" sz="44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DIGNO ERES TÚ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396d9be4b09_0_603"/>
          <p:cNvSpPr/>
          <p:nvPr/>
        </p:nvSpPr>
        <p:spPr>
          <a:xfrm>
            <a:off x="428625" y="5477767"/>
            <a:ext cx="11373000" cy="1143000"/>
          </a:xfrm>
          <a:prstGeom prst="roundRect">
            <a:avLst>
              <a:gd fmla="val 16667" name="adj"/>
            </a:avLst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9" name="Google Shape;309;g396d9be4b09_0_60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7810" y="5525519"/>
            <a:ext cx="1056202" cy="1047494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g396d9be4b09_0_603"/>
          <p:cNvSpPr txBox="1"/>
          <p:nvPr/>
        </p:nvSpPr>
        <p:spPr>
          <a:xfrm>
            <a:off x="1269285" y="5354300"/>
            <a:ext cx="11001300" cy="19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Arial Black"/>
              <a:buNone/>
            </a:pPr>
            <a:r>
              <a:rPr b="0" i="0" lang="es-VE" sz="40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Eres mi rey, amo y Señor,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Arial Black"/>
              <a:buNone/>
            </a:pPr>
            <a:r>
              <a:rPr b="0" i="0" lang="es-VE" sz="40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Eres cordero redentor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t/>
            </a:r>
            <a:endParaRPr b="0" i="0" sz="4000" u="none" cap="none" strike="noStrike">
              <a:solidFill>
                <a:srgbClr val="FFFFFF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396d9be4b09_0_610"/>
          <p:cNvSpPr/>
          <p:nvPr/>
        </p:nvSpPr>
        <p:spPr>
          <a:xfrm>
            <a:off x="428625" y="5477767"/>
            <a:ext cx="11373000" cy="1143000"/>
          </a:xfrm>
          <a:prstGeom prst="roundRect">
            <a:avLst>
              <a:gd fmla="val 16667" name="adj"/>
            </a:avLst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7" name="Google Shape;317;g396d9be4b09_0_6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7810" y="5525519"/>
            <a:ext cx="1056202" cy="1047494"/>
          </a:xfrm>
          <a:prstGeom prst="rect">
            <a:avLst/>
          </a:prstGeom>
          <a:noFill/>
          <a:ln>
            <a:noFill/>
          </a:ln>
        </p:spPr>
      </p:pic>
      <p:sp>
        <p:nvSpPr>
          <p:cNvPr id="318" name="Google Shape;318;g396d9be4b09_0_610"/>
          <p:cNvSpPr txBox="1"/>
          <p:nvPr/>
        </p:nvSpPr>
        <p:spPr>
          <a:xfrm>
            <a:off x="1377056" y="5695323"/>
            <a:ext cx="110013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Arial Black"/>
              <a:buNone/>
            </a:pPr>
            <a:r>
              <a:rPr b="0" i="0" lang="es-VE" sz="40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Eres mi salvador.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396d9be4b09_0_617"/>
          <p:cNvSpPr/>
          <p:nvPr/>
        </p:nvSpPr>
        <p:spPr>
          <a:xfrm>
            <a:off x="428625" y="5477767"/>
            <a:ext cx="11373000" cy="1143000"/>
          </a:xfrm>
          <a:prstGeom prst="roundRect">
            <a:avLst>
              <a:gd fmla="val 16667" name="adj"/>
            </a:avLst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5" name="Google Shape;325;g396d9be4b09_0_6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7810" y="5525519"/>
            <a:ext cx="1056202" cy="1047494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Google Shape;326;g396d9be4b09_0_617"/>
          <p:cNvSpPr txBox="1"/>
          <p:nvPr/>
        </p:nvSpPr>
        <p:spPr>
          <a:xfrm>
            <a:off x="1378745" y="5354300"/>
            <a:ext cx="11001300" cy="19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Arial Black"/>
              <a:buNone/>
            </a:pPr>
            <a:r>
              <a:rPr b="0" i="0" lang="es-VE" sz="40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Eres la roca de poder, 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Arial Black"/>
              <a:buNone/>
            </a:pPr>
            <a:r>
              <a:rPr b="0" i="0" lang="es-VE" sz="40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el manantial para mi sed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t/>
            </a:r>
            <a:endParaRPr b="0" i="0" sz="4000" u="none" cap="none" strike="noStrike">
              <a:solidFill>
                <a:srgbClr val="FFFFFF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396d9be4b09_0_624"/>
          <p:cNvSpPr/>
          <p:nvPr/>
        </p:nvSpPr>
        <p:spPr>
          <a:xfrm>
            <a:off x="428625" y="5477767"/>
            <a:ext cx="11373000" cy="1143000"/>
          </a:xfrm>
          <a:prstGeom prst="roundRect">
            <a:avLst>
              <a:gd fmla="val 16667" name="adj"/>
            </a:avLst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33" name="Google Shape;333;g396d9be4b09_0_6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7810" y="5525519"/>
            <a:ext cx="1056202" cy="1047494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g396d9be4b09_0_624"/>
          <p:cNvSpPr txBox="1"/>
          <p:nvPr/>
        </p:nvSpPr>
        <p:spPr>
          <a:xfrm>
            <a:off x="1377056" y="5695323"/>
            <a:ext cx="110013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Arial Black"/>
              <a:buNone/>
            </a:pPr>
            <a:r>
              <a:rPr b="0" i="0" lang="es-VE" sz="40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Contigo venceré.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396d9be4b09_0_631"/>
          <p:cNvSpPr/>
          <p:nvPr/>
        </p:nvSpPr>
        <p:spPr>
          <a:xfrm>
            <a:off x="428625" y="5477767"/>
            <a:ext cx="11373000" cy="1143000"/>
          </a:xfrm>
          <a:prstGeom prst="roundRect">
            <a:avLst>
              <a:gd fmla="val 16667" name="adj"/>
            </a:avLst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41" name="Google Shape;341;g396d9be4b09_0_6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7810" y="5525519"/>
            <a:ext cx="1056202" cy="1047494"/>
          </a:xfrm>
          <a:prstGeom prst="rect">
            <a:avLst/>
          </a:prstGeom>
          <a:noFill/>
          <a:ln>
            <a:noFill/>
          </a:ln>
        </p:spPr>
      </p:pic>
      <p:sp>
        <p:nvSpPr>
          <p:cNvPr id="342" name="Google Shape;342;g396d9be4b09_0_631"/>
          <p:cNvSpPr txBox="1"/>
          <p:nvPr/>
        </p:nvSpPr>
        <p:spPr>
          <a:xfrm>
            <a:off x="1378745" y="5394163"/>
            <a:ext cx="110013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Arial Black"/>
              <a:buNone/>
            </a:pPr>
            <a:r>
              <a:rPr b="0" i="0" lang="es-VE" sz="3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CORO: Cristo mi Señor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Arial Black"/>
              <a:buNone/>
            </a:pPr>
            <a:r>
              <a:rPr b="0" i="0" lang="es-VE" sz="3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Digno eres tú,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Calibri"/>
              <a:buNone/>
            </a:pPr>
            <a:r>
              <a:t/>
            </a:r>
            <a:endParaRPr b="0" i="0" sz="3800" u="none" cap="none" strike="noStrike">
              <a:solidFill>
                <a:srgbClr val="FFFFFF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396d9be4b09_0_638"/>
          <p:cNvSpPr/>
          <p:nvPr/>
        </p:nvSpPr>
        <p:spPr>
          <a:xfrm>
            <a:off x="428625" y="5477767"/>
            <a:ext cx="11373000" cy="1143000"/>
          </a:xfrm>
          <a:prstGeom prst="roundRect">
            <a:avLst>
              <a:gd fmla="val 16667" name="adj"/>
            </a:avLst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49" name="Google Shape;349;g396d9be4b09_0_6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7810" y="5525519"/>
            <a:ext cx="1056202" cy="1047494"/>
          </a:xfrm>
          <a:prstGeom prst="rect">
            <a:avLst/>
          </a:prstGeom>
          <a:noFill/>
          <a:ln>
            <a:noFill/>
          </a:ln>
        </p:spPr>
      </p:pic>
      <p:sp>
        <p:nvSpPr>
          <p:cNvPr id="350" name="Google Shape;350;g396d9be4b09_0_638"/>
          <p:cNvSpPr txBox="1"/>
          <p:nvPr/>
        </p:nvSpPr>
        <p:spPr>
          <a:xfrm>
            <a:off x="1377056" y="5710712"/>
            <a:ext cx="110013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Arial Black"/>
              <a:buNone/>
            </a:pPr>
            <a:r>
              <a:rPr b="0" i="0" lang="es-VE" sz="3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Cristo mi Señor, Digno eres tú.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396d9be4b09_0_645"/>
          <p:cNvSpPr/>
          <p:nvPr/>
        </p:nvSpPr>
        <p:spPr>
          <a:xfrm>
            <a:off x="428625" y="5477767"/>
            <a:ext cx="11373000" cy="1143000"/>
          </a:xfrm>
          <a:prstGeom prst="roundRect">
            <a:avLst>
              <a:gd fmla="val 16667" name="adj"/>
            </a:avLst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57" name="Google Shape;357;g396d9be4b09_0_6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7810" y="5525519"/>
            <a:ext cx="1056202" cy="1047494"/>
          </a:xfrm>
          <a:prstGeom prst="rect">
            <a:avLst/>
          </a:prstGeom>
          <a:noFill/>
          <a:ln>
            <a:noFill/>
          </a:ln>
        </p:spPr>
      </p:pic>
      <p:sp>
        <p:nvSpPr>
          <p:cNvPr id="358" name="Google Shape;358;g396d9be4b09_0_645"/>
          <p:cNvSpPr txBox="1"/>
          <p:nvPr/>
        </p:nvSpPr>
        <p:spPr>
          <a:xfrm>
            <a:off x="1105876" y="5387546"/>
            <a:ext cx="11001300" cy="13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Arial Black"/>
              <a:buNone/>
            </a:pPr>
            <a:r>
              <a:rPr b="0" i="0" lang="es-VE" sz="40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Cuando tropiezo cerca estás,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Arial Black"/>
              <a:buNone/>
            </a:pPr>
            <a:r>
              <a:rPr b="0" i="0" lang="es-VE" sz="40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Tu fuerte brazo es mi sostén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396d9be4b09_0_652"/>
          <p:cNvSpPr/>
          <p:nvPr/>
        </p:nvSpPr>
        <p:spPr>
          <a:xfrm>
            <a:off x="428625" y="5477767"/>
            <a:ext cx="11373000" cy="1143000"/>
          </a:xfrm>
          <a:prstGeom prst="roundRect">
            <a:avLst>
              <a:gd fmla="val 16667" name="adj"/>
            </a:avLst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65" name="Google Shape;365;g396d9be4b09_0_6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7810" y="5525519"/>
            <a:ext cx="1056202" cy="1047494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g396d9be4b09_0_652"/>
          <p:cNvSpPr txBox="1"/>
          <p:nvPr/>
        </p:nvSpPr>
        <p:spPr>
          <a:xfrm>
            <a:off x="1377056" y="5695323"/>
            <a:ext cx="110013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Arial Black"/>
              <a:buNone/>
            </a:pPr>
            <a:r>
              <a:rPr b="0" i="0" lang="es-VE" sz="40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Eres mi salvador.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g396d9be4b09_0_659"/>
          <p:cNvSpPr/>
          <p:nvPr/>
        </p:nvSpPr>
        <p:spPr>
          <a:xfrm>
            <a:off x="428625" y="5477767"/>
            <a:ext cx="11373000" cy="1143000"/>
          </a:xfrm>
          <a:prstGeom prst="roundRect">
            <a:avLst>
              <a:gd fmla="val 16667" name="adj"/>
            </a:avLst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3" name="Google Shape;373;g396d9be4b09_0_6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7810" y="5525519"/>
            <a:ext cx="1056202" cy="1047494"/>
          </a:xfrm>
          <a:prstGeom prst="rect">
            <a:avLst/>
          </a:prstGeom>
          <a:noFill/>
          <a:ln>
            <a:noFill/>
          </a:ln>
        </p:spPr>
      </p:pic>
      <p:sp>
        <p:nvSpPr>
          <p:cNvPr id="374" name="Google Shape;374;g396d9be4b09_0_659"/>
          <p:cNvSpPr txBox="1"/>
          <p:nvPr/>
        </p:nvSpPr>
        <p:spPr>
          <a:xfrm>
            <a:off x="970410" y="5383150"/>
            <a:ext cx="110013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Arial Black"/>
              <a:buNone/>
            </a:pPr>
            <a:r>
              <a:rPr b="0" i="0" lang="es-VE" sz="3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Cuando regreses triunfador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Arial Black"/>
              <a:buNone/>
            </a:pPr>
            <a:r>
              <a:rPr b="0" i="0" lang="es-VE" sz="3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Me llevarás a tu mansión,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g396d9be4b09_0_666"/>
          <p:cNvSpPr/>
          <p:nvPr/>
        </p:nvSpPr>
        <p:spPr>
          <a:xfrm>
            <a:off x="428625" y="5477767"/>
            <a:ext cx="11373000" cy="1143000"/>
          </a:xfrm>
          <a:prstGeom prst="roundRect">
            <a:avLst>
              <a:gd fmla="val 16667" name="adj"/>
            </a:avLst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81" name="Google Shape;381;g396d9be4b09_0_6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7810" y="5525519"/>
            <a:ext cx="1056202" cy="1047494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g396d9be4b09_0_666"/>
          <p:cNvSpPr txBox="1"/>
          <p:nvPr/>
        </p:nvSpPr>
        <p:spPr>
          <a:xfrm>
            <a:off x="1269285" y="5695323"/>
            <a:ext cx="110013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Arial Black"/>
              <a:buNone/>
            </a:pPr>
            <a:r>
              <a:rPr b="0" i="0" lang="es-VE" sz="40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Contigo venceré.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g396d9be4b09_0_673"/>
          <p:cNvSpPr/>
          <p:nvPr/>
        </p:nvSpPr>
        <p:spPr>
          <a:xfrm>
            <a:off x="428625" y="5477767"/>
            <a:ext cx="11373000" cy="1143000"/>
          </a:xfrm>
          <a:prstGeom prst="roundRect">
            <a:avLst>
              <a:gd fmla="val 16667" name="adj"/>
            </a:avLst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89" name="Google Shape;389;g396d9be4b09_0_67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7810" y="5525519"/>
            <a:ext cx="1056202" cy="1047494"/>
          </a:xfrm>
          <a:prstGeom prst="rect">
            <a:avLst/>
          </a:prstGeom>
          <a:noFill/>
          <a:ln>
            <a:noFill/>
          </a:ln>
        </p:spPr>
      </p:pic>
      <p:sp>
        <p:nvSpPr>
          <p:cNvPr id="390" name="Google Shape;390;g396d9be4b09_0_673"/>
          <p:cNvSpPr txBox="1"/>
          <p:nvPr/>
        </p:nvSpPr>
        <p:spPr>
          <a:xfrm>
            <a:off x="1378745" y="5394163"/>
            <a:ext cx="110013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Arial Black"/>
              <a:buNone/>
            </a:pPr>
            <a:r>
              <a:rPr b="0" i="0" lang="es-VE" sz="3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CORO: Cristo mi Señor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Arial Black"/>
              <a:buNone/>
            </a:pPr>
            <a:r>
              <a:rPr b="0" i="0" lang="es-VE" sz="3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Digno eres tú,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Calibri"/>
              <a:buNone/>
            </a:pPr>
            <a:r>
              <a:t/>
            </a:r>
            <a:endParaRPr b="0" i="0" sz="3800" u="none" cap="none" strike="noStrike">
              <a:solidFill>
                <a:srgbClr val="FFFFFF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g396d9be4b09_0_680"/>
          <p:cNvSpPr/>
          <p:nvPr/>
        </p:nvSpPr>
        <p:spPr>
          <a:xfrm>
            <a:off x="428625" y="5477767"/>
            <a:ext cx="11373000" cy="1143000"/>
          </a:xfrm>
          <a:prstGeom prst="roundRect">
            <a:avLst>
              <a:gd fmla="val 16667" name="adj"/>
            </a:avLst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97" name="Google Shape;397;g396d9be4b09_0_68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7810" y="5525519"/>
            <a:ext cx="1056202" cy="1047494"/>
          </a:xfrm>
          <a:prstGeom prst="rect">
            <a:avLst/>
          </a:prstGeom>
          <a:noFill/>
          <a:ln>
            <a:noFill/>
          </a:ln>
        </p:spPr>
      </p:pic>
      <p:sp>
        <p:nvSpPr>
          <p:cNvPr id="398" name="Google Shape;398;g396d9be4b09_0_680"/>
          <p:cNvSpPr txBox="1"/>
          <p:nvPr/>
        </p:nvSpPr>
        <p:spPr>
          <a:xfrm>
            <a:off x="1377056" y="5710712"/>
            <a:ext cx="110013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Arial Black"/>
              <a:buNone/>
            </a:pPr>
            <a:r>
              <a:rPr b="0" i="0" lang="es-VE" sz="3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Cristo mi Señor, Digno eres tú.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g396d9be4b09_0_687"/>
          <p:cNvSpPr/>
          <p:nvPr/>
        </p:nvSpPr>
        <p:spPr>
          <a:xfrm>
            <a:off x="428625" y="5477767"/>
            <a:ext cx="11373000" cy="1143000"/>
          </a:xfrm>
          <a:prstGeom prst="roundRect">
            <a:avLst>
              <a:gd fmla="val 16667" name="adj"/>
            </a:avLst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05" name="Google Shape;405;g396d9be4b09_0_68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7810" y="5525519"/>
            <a:ext cx="1056202" cy="1047494"/>
          </a:xfrm>
          <a:prstGeom prst="rect">
            <a:avLst/>
          </a:prstGeom>
          <a:noFill/>
          <a:ln>
            <a:noFill/>
          </a:ln>
        </p:spPr>
      </p:pic>
      <p:sp>
        <p:nvSpPr>
          <p:cNvPr id="406" name="Google Shape;406;g396d9be4b09_0_687"/>
          <p:cNvSpPr txBox="1"/>
          <p:nvPr/>
        </p:nvSpPr>
        <p:spPr>
          <a:xfrm>
            <a:off x="1378745" y="5394163"/>
            <a:ext cx="110013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Arial Black"/>
              <a:buNone/>
            </a:pPr>
            <a:r>
              <a:rPr b="0" i="0" lang="es-VE" sz="3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CORO: Cristo mi Señor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Arial Black"/>
              <a:buNone/>
            </a:pPr>
            <a:r>
              <a:rPr b="0" i="0" lang="es-VE" sz="3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Digno eres tú,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Calibri"/>
              <a:buNone/>
            </a:pPr>
            <a:r>
              <a:t/>
            </a:r>
            <a:endParaRPr b="0" i="0" sz="3800" u="none" cap="none" strike="noStrike">
              <a:solidFill>
                <a:srgbClr val="FFFFFF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g396d9be4b09_0_694"/>
          <p:cNvSpPr/>
          <p:nvPr/>
        </p:nvSpPr>
        <p:spPr>
          <a:xfrm>
            <a:off x="428625" y="5477767"/>
            <a:ext cx="11373000" cy="1143000"/>
          </a:xfrm>
          <a:prstGeom prst="roundRect">
            <a:avLst>
              <a:gd fmla="val 16667" name="adj"/>
            </a:avLst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13" name="Google Shape;413;g396d9be4b09_0_69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7810" y="5525519"/>
            <a:ext cx="1056202" cy="1047494"/>
          </a:xfrm>
          <a:prstGeom prst="rect">
            <a:avLst/>
          </a:prstGeom>
          <a:noFill/>
          <a:ln>
            <a:noFill/>
          </a:ln>
        </p:spPr>
      </p:pic>
      <p:sp>
        <p:nvSpPr>
          <p:cNvPr id="414" name="Google Shape;414;g396d9be4b09_0_694"/>
          <p:cNvSpPr txBox="1"/>
          <p:nvPr/>
        </p:nvSpPr>
        <p:spPr>
          <a:xfrm>
            <a:off x="1377056" y="5710712"/>
            <a:ext cx="110013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Arial Black"/>
              <a:buNone/>
            </a:pPr>
            <a:r>
              <a:rPr b="0" i="0" lang="es-VE" sz="3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Cristo mi Señor, Digno eres tú.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g396d9be4b09_0_0"/>
          <p:cNvSpPr/>
          <p:nvPr/>
        </p:nvSpPr>
        <p:spPr>
          <a:xfrm>
            <a:off x="428625" y="5477767"/>
            <a:ext cx="11373300" cy="1143300"/>
          </a:xfrm>
          <a:prstGeom prst="roundRect">
            <a:avLst>
              <a:gd fmla="val 16667" name="adj"/>
            </a:avLst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</a:pPr>
            <a:r>
              <a:t/>
            </a:r>
            <a:endParaRPr b="0" i="0" sz="1867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21" name="Google Shape;421;g396d9be4b09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7812" y="5525519"/>
            <a:ext cx="1056201" cy="1047495"/>
          </a:xfrm>
          <a:prstGeom prst="rect">
            <a:avLst/>
          </a:prstGeom>
          <a:noFill/>
          <a:ln>
            <a:noFill/>
          </a:ln>
        </p:spPr>
      </p:pic>
      <p:sp>
        <p:nvSpPr>
          <p:cNvPr id="422" name="Google Shape;422;g396d9be4b09_0_0"/>
          <p:cNvSpPr txBox="1"/>
          <p:nvPr/>
        </p:nvSpPr>
        <p:spPr>
          <a:xfrm>
            <a:off x="1167812" y="5529260"/>
            <a:ext cx="110013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s-VE" sz="32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IGLESIA EVANGÉLICA ALIANZA </a:t>
            </a:r>
            <a:endParaRPr b="0" i="0" sz="186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s-VE" sz="32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 BARRIO AEROPUERTO </a:t>
            </a:r>
            <a:endParaRPr b="0" i="0" sz="186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g396d9be4b09_0_914"/>
          <p:cNvSpPr/>
          <p:nvPr/>
        </p:nvSpPr>
        <p:spPr>
          <a:xfrm>
            <a:off x="428625" y="5477767"/>
            <a:ext cx="11373000" cy="1143000"/>
          </a:xfrm>
          <a:prstGeom prst="roundRect">
            <a:avLst>
              <a:gd fmla="val 16667" name="adj"/>
            </a:avLst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29" name="Google Shape;429;g396d9be4b09_0_9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7810" y="5525519"/>
            <a:ext cx="1056202" cy="1047495"/>
          </a:xfrm>
          <a:prstGeom prst="rect">
            <a:avLst/>
          </a:prstGeom>
          <a:noFill/>
          <a:ln>
            <a:noFill/>
          </a:ln>
        </p:spPr>
      </p:pic>
      <p:sp>
        <p:nvSpPr>
          <p:cNvPr id="430" name="Google Shape;430;g396d9be4b09_0_914"/>
          <p:cNvSpPr txBox="1"/>
          <p:nvPr/>
        </p:nvSpPr>
        <p:spPr>
          <a:xfrm>
            <a:off x="1190625" y="5664404"/>
            <a:ext cx="110013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4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#636 HOLA ¿CÓMO ESTÁS?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g396d9be4b09_0_921"/>
          <p:cNvSpPr/>
          <p:nvPr/>
        </p:nvSpPr>
        <p:spPr>
          <a:xfrm>
            <a:off x="428625" y="5477767"/>
            <a:ext cx="11373000" cy="1143000"/>
          </a:xfrm>
          <a:prstGeom prst="roundRect">
            <a:avLst>
              <a:gd fmla="val 16667" name="adj"/>
            </a:avLst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37" name="Google Shape;437;g396d9be4b09_0_9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5410" y="5533699"/>
            <a:ext cx="1056202" cy="1047495"/>
          </a:xfrm>
          <a:prstGeom prst="rect">
            <a:avLst/>
          </a:prstGeom>
          <a:noFill/>
          <a:ln>
            <a:noFill/>
          </a:ln>
        </p:spPr>
      </p:pic>
      <p:sp>
        <p:nvSpPr>
          <p:cNvPr id="438" name="Google Shape;438;g396d9be4b09_0_921"/>
          <p:cNvSpPr txBox="1"/>
          <p:nvPr/>
        </p:nvSpPr>
        <p:spPr>
          <a:xfrm>
            <a:off x="1190625" y="5442421"/>
            <a:ext cx="110013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33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1. ¡Hola! ¿Cómo estás? doy gracias a Dios porque estamos aquí alabando su nombre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g396d9be4b09_0_928"/>
          <p:cNvSpPr/>
          <p:nvPr/>
        </p:nvSpPr>
        <p:spPr>
          <a:xfrm>
            <a:off x="428625" y="5477767"/>
            <a:ext cx="11373000" cy="1143000"/>
          </a:xfrm>
          <a:prstGeom prst="roundRect">
            <a:avLst>
              <a:gd fmla="val 16667" name="adj"/>
            </a:avLst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45" name="Google Shape;445;g396d9be4b09_0_9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7810" y="5525519"/>
            <a:ext cx="1056202" cy="1047495"/>
          </a:xfrm>
          <a:prstGeom prst="rect">
            <a:avLst/>
          </a:prstGeom>
          <a:noFill/>
          <a:ln>
            <a:noFill/>
          </a:ln>
        </p:spPr>
      </p:pic>
      <p:sp>
        <p:nvSpPr>
          <p:cNvPr id="446" name="Google Shape;446;g396d9be4b09_0_928"/>
          <p:cNvSpPr txBox="1"/>
          <p:nvPr/>
        </p:nvSpPr>
        <p:spPr>
          <a:xfrm>
            <a:off x="1160145" y="5387546"/>
            <a:ext cx="11001300" cy="13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40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Bienvenido seas, bienvenido seas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40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Alabemos al Señor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g396d9be4b09_0_935"/>
          <p:cNvSpPr/>
          <p:nvPr/>
        </p:nvSpPr>
        <p:spPr>
          <a:xfrm>
            <a:off x="428625" y="5477767"/>
            <a:ext cx="11373000" cy="1143000"/>
          </a:xfrm>
          <a:prstGeom prst="roundRect">
            <a:avLst>
              <a:gd fmla="val 16667" name="adj"/>
            </a:avLst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53" name="Google Shape;453;g396d9be4b09_0_9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5410" y="5533699"/>
            <a:ext cx="1056202" cy="1047495"/>
          </a:xfrm>
          <a:prstGeom prst="rect">
            <a:avLst/>
          </a:prstGeom>
          <a:noFill/>
          <a:ln>
            <a:noFill/>
          </a:ln>
        </p:spPr>
      </p:pic>
      <p:sp>
        <p:nvSpPr>
          <p:cNvPr id="454" name="Google Shape;454;g396d9be4b09_0_935"/>
          <p:cNvSpPr txBox="1"/>
          <p:nvPr/>
        </p:nvSpPr>
        <p:spPr>
          <a:xfrm>
            <a:off x="1190625" y="5442421"/>
            <a:ext cx="110013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33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2. ¡Hola! ¿Cómo estás? Que hermoso es reunirnos y así compartir el amor del Señor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g396d9be4b09_0_942"/>
          <p:cNvSpPr/>
          <p:nvPr/>
        </p:nvSpPr>
        <p:spPr>
          <a:xfrm>
            <a:off x="428625" y="5477767"/>
            <a:ext cx="11373000" cy="1143000"/>
          </a:xfrm>
          <a:prstGeom prst="roundRect">
            <a:avLst>
              <a:gd fmla="val 16667" name="adj"/>
            </a:avLst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61" name="Google Shape;461;g396d9be4b09_0_9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7810" y="5525519"/>
            <a:ext cx="1056202" cy="1047495"/>
          </a:xfrm>
          <a:prstGeom prst="rect">
            <a:avLst/>
          </a:prstGeom>
          <a:noFill/>
          <a:ln>
            <a:noFill/>
          </a:ln>
        </p:spPr>
      </p:pic>
      <p:sp>
        <p:nvSpPr>
          <p:cNvPr id="462" name="Google Shape;462;g396d9be4b09_0_942"/>
          <p:cNvSpPr txBox="1"/>
          <p:nvPr/>
        </p:nvSpPr>
        <p:spPr>
          <a:xfrm>
            <a:off x="1160145" y="5387546"/>
            <a:ext cx="11001300" cy="13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40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Bienvenido seas, bienvenido seas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40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Alabemos al Señor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396d9be4b09_0_949"/>
          <p:cNvSpPr/>
          <p:nvPr/>
        </p:nvSpPr>
        <p:spPr>
          <a:xfrm>
            <a:off x="428625" y="5477767"/>
            <a:ext cx="11373000" cy="1143000"/>
          </a:xfrm>
          <a:prstGeom prst="roundRect">
            <a:avLst>
              <a:gd fmla="val 16667" name="adj"/>
            </a:avLst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69" name="Google Shape;469;g396d9be4b09_0_9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5410" y="5533699"/>
            <a:ext cx="1056202" cy="1047495"/>
          </a:xfrm>
          <a:prstGeom prst="rect">
            <a:avLst/>
          </a:prstGeom>
          <a:noFill/>
          <a:ln>
            <a:noFill/>
          </a:ln>
        </p:spPr>
      </p:pic>
      <p:sp>
        <p:nvSpPr>
          <p:cNvPr id="470" name="Google Shape;470;g396d9be4b09_0_949"/>
          <p:cNvSpPr txBox="1"/>
          <p:nvPr/>
        </p:nvSpPr>
        <p:spPr>
          <a:xfrm>
            <a:off x="1190625" y="5442421"/>
            <a:ext cx="110013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33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1. ¡Hola! ¿Cómo estás? doy gracias a Dios porque estamos aquí alabando su nombre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g396d9be4b09_0_956"/>
          <p:cNvSpPr/>
          <p:nvPr/>
        </p:nvSpPr>
        <p:spPr>
          <a:xfrm>
            <a:off x="428625" y="5477767"/>
            <a:ext cx="11373000" cy="1143000"/>
          </a:xfrm>
          <a:prstGeom prst="roundRect">
            <a:avLst>
              <a:gd fmla="val 16667" name="adj"/>
            </a:avLst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77" name="Google Shape;477;g396d9be4b09_0_9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7810" y="5525519"/>
            <a:ext cx="1056202" cy="1047495"/>
          </a:xfrm>
          <a:prstGeom prst="rect">
            <a:avLst/>
          </a:prstGeom>
          <a:noFill/>
          <a:ln>
            <a:noFill/>
          </a:ln>
        </p:spPr>
      </p:pic>
      <p:sp>
        <p:nvSpPr>
          <p:cNvPr id="478" name="Google Shape;478;g396d9be4b09_0_956"/>
          <p:cNvSpPr txBox="1"/>
          <p:nvPr/>
        </p:nvSpPr>
        <p:spPr>
          <a:xfrm>
            <a:off x="1160145" y="5387546"/>
            <a:ext cx="11001300" cy="13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40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Bienvenido seas, bienvenido seas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40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Alabemos al Señor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g396d9be4b09_0_963"/>
          <p:cNvSpPr/>
          <p:nvPr/>
        </p:nvSpPr>
        <p:spPr>
          <a:xfrm>
            <a:off x="428625" y="5477767"/>
            <a:ext cx="11373000" cy="1143000"/>
          </a:xfrm>
          <a:prstGeom prst="roundRect">
            <a:avLst>
              <a:gd fmla="val 16667" name="adj"/>
            </a:avLst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85" name="Google Shape;485;g396d9be4b09_0_9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5410" y="5533699"/>
            <a:ext cx="1056202" cy="1047495"/>
          </a:xfrm>
          <a:prstGeom prst="rect">
            <a:avLst/>
          </a:prstGeom>
          <a:noFill/>
          <a:ln>
            <a:noFill/>
          </a:ln>
        </p:spPr>
      </p:pic>
      <p:sp>
        <p:nvSpPr>
          <p:cNvPr id="486" name="Google Shape;486;g396d9be4b09_0_963"/>
          <p:cNvSpPr txBox="1"/>
          <p:nvPr/>
        </p:nvSpPr>
        <p:spPr>
          <a:xfrm>
            <a:off x="1190625" y="5442421"/>
            <a:ext cx="110013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33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2. ¡Hola! ¿Cómo estás? Que hermoso es reunirnos y así compartir el amor del Señor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g396d9be4b09_0_970"/>
          <p:cNvSpPr/>
          <p:nvPr/>
        </p:nvSpPr>
        <p:spPr>
          <a:xfrm>
            <a:off x="428625" y="5477767"/>
            <a:ext cx="11373000" cy="1143000"/>
          </a:xfrm>
          <a:prstGeom prst="roundRect">
            <a:avLst>
              <a:gd fmla="val 16667" name="adj"/>
            </a:avLst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93" name="Google Shape;493;g396d9be4b09_0_97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7810" y="5525519"/>
            <a:ext cx="1056202" cy="1047495"/>
          </a:xfrm>
          <a:prstGeom prst="rect">
            <a:avLst/>
          </a:prstGeom>
          <a:noFill/>
          <a:ln>
            <a:noFill/>
          </a:ln>
        </p:spPr>
      </p:pic>
      <p:sp>
        <p:nvSpPr>
          <p:cNvPr id="494" name="Google Shape;494;g396d9be4b09_0_970"/>
          <p:cNvSpPr txBox="1"/>
          <p:nvPr/>
        </p:nvSpPr>
        <p:spPr>
          <a:xfrm>
            <a:off x="1160145" y="5387546"/>
            <a:ext cx="11001300" cy="13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40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Bienvenido seas, bienvenido seas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40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Alabemos al Señor</a:t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g396d9be4b09_0_7"/>
          <p:cNvSpPr/>
          <p:nvPr/>
        </p:nvSpPr>
        <p:spPr>
          <a:xfrm>
            <a:off x="428625" y="5477767"/>
            <a:ext cx="11373300" cy="1143300"/>
          </a:xfrm>
          <a:prstGeom prst="roundRect">
            <a:avLst>
              <a:gd fmla="val 16667" name="adj"/>
            </a:avLst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</a:pPr>
            <a:r>
              <a:t/>
            </a:r>
            <a:endParaRPr b="0" i="0" sz="1867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01" name="Google Shape;501;g396d9be4b09_0_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7812" y="5525519"/>
            <a:ext cx="1056201" cy="1047495"/>
          </a:xfrm>
          <a:prstGeom prst="rect">
            <a:avLst/>
          </a:prstGeom>
          <a:noFill/>
          <a:ln>
            <a:noFill/>
          </a:ln>
        </p:spPr>
      </p:pic>
      <p:sp>
        <p:nvSpPr>
          <p:cNvPr id="502" name="Google Shape;502;g396d9be4b09_0_7"/>
          <p:cNvSpPr txBox="1"/>
          <p:nvPr/>
        </p:nvSpPr>
        <p:spPr>
          <a:xfrm>
            <a:off x="1167812" y="5529260"/>
            <a:ext cx="110013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s-VE" sz="32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IGLESIA EVANGÉLICA ALIANZA </a:t>
            </a:r>
            <a:endParaRPr b="0" i="0" sz="186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s-VE" sz="32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 BARRIO AEROPUERTO </a:t>
            </a:r>
            <a:endParaRPr b="0" i="0" sz="186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g396d9be4b09_0_1407"/>
          <p:cNvSpPr/>
          <p:nvPr/>
        </p:nvSpPr>
        <p:spPr>
          <a:xfrm>
            <a:off x="428625" y="5477767"/>
            <a:ext cx="11373000" cy="1143000"/>
          </a:xfrm>
          <a:prstGeom prst="roundRect">
            <a:avLst>
              <a:gd fmla="val 16667" name="adj"/>
            </a:avLst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09" name="Google Shape;509;g396d9be4b09_0_140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7810" y="5525519"/>
            <a:ext cx="1056202" cy="1047495"/>
          </a:xfrm>
          <a:prstGeom prst="rect">
            <a:avLst/>
          </a:prstGeom>
          <a:noFill/>
          <a:ln>
            <a:noFill/>
          </a:ln>
        </p:spPr>
      </p:pic>
      <p:sp>
        <p:nvSpPr>
          <p:cNvPr id="510" name="Google Shape;510;g396d9be4b09_0_1407"/>
          <p:cNvSpPr txBox="1"/>
          <p:nvPr/>
        </p:nvSpPr>
        <p:spPr>
          <a:xfrm>
            <a:off x="756285" y="5434079"/>
            <a:ext cx="11001300" cy="13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40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282 SEMBRARÉ LA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40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SIMIENTE PRECIOSA</a:t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g396d9be4b09_0_1414"/>
          <p:cNvSpPr/>
          <p:nvPr/>
        </p:nvSpPr>
        <p:spPr>
          <a:xfrm>
            <a:off x="428625" y="5477767"/>
            <a:ext cx="11373000" cy="1143000"/>
          </a:xfrm>
          <a:prstGeom prst="roundRect">
            <a:avLst>
              <a:gd fmla="val 16667" name="adj"/>
            </a:avLst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17" name="Google Shape;517;g396d9be4b09_0_14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7810" y="5525519"/>
            <a:ext cx="1056202" cy="1047495"/>
          </a:xfrm>
          <a:prstGeom prst="rect">
            <a:avLst/>
          </a:prstGeom>
          <a:noFill/>
          <a:ln>
            <a:noFill/>
          </a:ln>
        </p:spPr>
      </p:pic>
      <p:sp>
        <p:nvSpPr>
          <p:cNvPr id="518" name="Google Shape;518;g396d9be4b09_0_1414"/>
          <p:cNvSpPr txBox="1"/>
          <p:nvPr/>
        </p:nvSpPr>
        <p:spPr>
          <a:xfrm>
            <a:off x="1249830" y="5389541"/>
            <a:ext cx="110013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742950" lvl="0" marL="74295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Arial Black"/>
              <a:buAutoNum type="arabicPeriod"/>
            </a:pPr>
            <a:r>
              <a:rPr b="0" i="0" lang="es-VE" sz="3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Sembraré la simiente preciosa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3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 del glorioso evangelio de amor. </a:t>
            </a:r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g396d9be4b09_0_1421"/>
          <p:cNvSpPr/>
          <p:nvPr/>
        </p:nvSpPr>
        <p:spPr>
          <a:xfrm>
            <a:off x="428625" y="5477767"/>
            <a:ext cx="11373000" cy="1143000"/>
          </a:xfrm>
          <a:prstGeom prst="roundRect">
            <a:avLst>
              <a:gd fmla="val 16667" name="adj"/>
            </a:avLst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25" name="Google Shape;525;g396d9be4b09_0_14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7810" y="5525519"/>
            <a:ext cx="1056202" cy="1047495"/>
          </a:xfrm>
          <a:prstGeom prst="rect">
            <a:avLst/>
          </a:prstGeom>
          <a:noFill/>
          <a:ln>
            <a:noFill/>
          </a:ln>
        </p:spPr>
      </p:pic>
      <p:sp>
        <p:nvSpPr>
          <p:cNvPr id="526" name="Google Shape;526;g396d9be4b09_0_1421"/>
          <p:cNvSpPr txBox="1"/>
          <p:nvPr/>
        </p:nvSpPr>
        <p:spPr>
          <a:xfrm>
            <a:off x="1144905" y="5378753"/>
            <a:ext cx="11001300" cy="13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40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Sembraré, sembraré, mientras viva;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40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dejaré el resultado al Señor.</a:t>
            </a: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96d9be4b09_0_1428"/>
          <p:cNvSpPr/>
          <p:nvPr/>
        </p:nvSpPr>
        <p:spPr>
          <a:xfrm>
            <a:off x="428625" y="5477767"/>
            <a:ext cx="11373000" cy="1143000"/>
          </a:xfrm>
          <a:prstGeom prst="roundRect">
            <a:avLst>
              <a:gd fmla="val 16667" name="adj"/>
            </a:avLst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33" name="Google Shape;533;g396d9be4b09_0_14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7810" y="5525519"/>
            <a:ext cx="1056202" cy="1047495"/>
          </a:xfrm>
          <a:prstGeom prst="rect">
            <a:avLst/>
          </a:prstGeom>
          <a:noFill/>
          <a:ln>
            <a:noFill/>
          </a:ln>
        </p:spPr>
      </p:pic>
      <p:sp>
        <p:nvSpPr>
          <p:cNvPr id="534" name="Google Shape;534;g396d9be4b09_0_1428"/>
          <p:cNvSpPr txBox="1"/>
          <p:nvPr/>
        </p:nvSpPr>
        <p:spPr>
          <a:xfrm>
            <a:off x="1249830" y="5389541"/>
            <a:ext cx="110013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3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Sembraré (Sembraré) 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3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Sembraré (Sembraré)  </a:t>
            </a:r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g396d9be4b09_0_1435"/>
          <p:cNvSpPr/>
          <p:nvPr/>
        </p:nvSpPr>
        <p:spPr>
          <a:xfrm>
            <a:off x="428625" y="5477767"/>
            <a:ext cx="11373000" cy="1143000"/>
          </a:xfrm>
          <a:prstGeom prst="roundRect">
            <a:avLst>
              <a:gd fmla="val 16667" name="adj"/>
            </a:avLst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41" name="Google Shape;541;g396d9be4b09_0_14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7810" y="5525519"/>
            <a:ext cx="1056202" cy="1047495"/>
          </a:xfrm>
          <a:prstGeom prst="rect">
            <a:avLst/>
          </a:prstGeom>
          <a:noFill/>
          <a:ln>
            <a:noFill/>
          </a:ln>
        </p:spPr>
      </p:pic>
      <p:sp>
        <p:nvSpPr>
          <p:cNvPr id="542" name="Google Shape;542;g396d9be4b09_0_1435"/>
          <p:cNvSpPr txBox="1"/>
          <p:nvPr/>
        </p:nvSpPr>
        <p:spPr>
          <a:xfrm>
            <a:off x="1269285" y="5697436"/>
            <a:ext cx="110013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3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Mientras viva, simiente de amor.  </a:t>
            </a:r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g396d9be4b09_0_1442"/>
          <p:cNvSpPr/>
          <p:nvPr/>
        </p:nvSpPr>
        <p:spPr>
          <a:xfrm>
            <a:off x="428625" y="5477767"/>
            <a:ext cx="11373000" cy="1143000"/>
          </a:xfrm>
          <a:prstGeom prst="roundRect">
            <a:avLst>
              <a:gd fmla="val 16667" name="adj"/>
            </a:avLst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49" name="Google Shape;549;g396d9be4b09_0_14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7810" y="5525519"/>
            <a:ext cx="1056202" cy="1047495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g396d9be4b09_0_1442"/>
          <p:cNvSpPr txBox="1"/>
          <p:nvPr/>
        </p:nvSpPr>
        <p:spPr>
          <a:xfrm>
            <a:off x="756285" y="5434079"/>
            <a:ext cx="11001300" cy="13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40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282 SEMBRARÉ LA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40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SIMIENTE PRECIOSA</a:t>
            </a:r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g396d9be4b09_0_1449"/>
          <p:cNvSpPr/>
          <p:nvPr/>
        </p:nvSpPr>
        <p:spPr>
          <a:xfrm>
            <a:off x="428625" y="5477767"/>
            <a:ext cx="11373000" cy="1143000"/>
          </a:xfrm>
          <a:prstGeom prst="roundRect">
            <a:avLst>
              <a:gd fmla="val 16667" name="adj"/>
            </a:avLst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57" name="Google Shape;557;g396d9be4b09_0_14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7810" y="5525519"/>
            <a:ext cx="1056202" cy="1047495"/>
          </a:xfrm>
          <a:prstGeom prst="rect">
            <a:avLst/>
          </a:prstGeom>
          <a:noFill/>
          <a:ln>
            <a:noFill/>
          </a:ln>
        </p:spPr>
      </p:pic>
      <p:sp>
        <p:nvSpPr>
          <p:cNvPr id="558" name="Google Shape;558;g396d9be4b09_0_1449"/>
          <p:cNvSpPr txBox="1"/>
          <p:nvPr/>
        </p:nvSpPr>
        <p:spPr>
          <a:xfrm>
            <a:off x="1249830" y="5389541"/>
            <a:ext cx="110013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742950" lvl="0" marL="74295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Arial Black"/>
              <a:buAutoNum type="arabicPeriod"/>
            </a:pPr>
            <a:r>
              <a:rPr b="0" i="0" lang="es-VE" sz="3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Sembraré la simiente preciosa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3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 del glorioso evangelio de amor. </a:t>
            </a:r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g396d9be4b09_0_1456"/>
          <p:cNvSpPr/>
          <p:nvPr/>
        </p:nvSpPr>
        <p:spPr>
          <a:xfrm>
            <a:off x="428625" y="5477767"/>
            <a:ext cx="11373000" cy="1143000"/>
          </a:xfrm>
          <a:prstGeom prst="roundRect">
            <a:avLst>
              <a:gd fmla="val 16667" name="adj"/>
            </a:avLst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65" name="Google Shape;565;g396d9be4b09_0_14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7810" y="5525519"/>
            <a:ext cx="1056202" cy="1047495"/>
          </a:xfrm>
          <a:prstGeom prst="rect">
            <a:avLst/>
          </a:prstGeom>
          <a:noFill/>
          <a:ln>
            <a:noFill/>
          </a:ln>
        </p:spPr>
      </p:pic>
      <p:sp>
        <p:nvSpPr>
          <p:cNvPr id="566" name="Google Shape;566;g396d9be4b09_0_1456"/>
          <p:cNvSpPr txBox="1"/>
          <p:nvPr/>
        </p:nvSpPr>
        <p:spPr>
          <a:xfrm>
            <a:off x="1144905" y="5378753"/>
            <a:ext cx="11001300" cy="13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40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Sembraré, sembraré, mientras viva;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40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dejaré el resultado al Señor.</a:t>
            </a:r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g396d9be4b09_0_1463"/>
          <p:cNvSpPr/>
          <p:nvPr/>
        </p:nvSpPr>
        <p:spPr>
          <a:xfrm>
            <a:off x="428625" y="5477767"/>
            <a:ext cx="11373000" cy="1143000"/>
          </a:xfrm>
          <a:prstGeom prst="roundRect">
            <a:avLst>
              <a:gd fmla="val 16667" name="adj"/>
            </a:avLst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73" name="Google Shape;573;g396d9be4b09_0_14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7810" y="5525519"/>
            <a:ext cx="1056202" cy="1047495"/>
          </a:xfrm>
          <a:prstGeom prst="rect">
            <a:avLst/>
          </a:prstGeom>
          <a:noFill/>
          <a:ln>
            <a:noFill/>
          </a:ln>
        </p:spPr>
      </p:pic>
      <p:sp>
        <p:nvSpPr>
          <p:cNvPr id="574" name="Google Shape;574;g396d9be4b09_0_1463"/>
          <p:cNvSpPr txBox="1"/>
          <p:nvPr/>
        </p:nvSpPr>
        <p:spPr>
          <a:xfrm>
            <a:off x="1249830" y="5389541"/>
            <a:ext cx="110013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3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Sembraré (Sembraré) 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3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Sembraré (Sembraré)  </a:t>
            </a:r>
            <a:endParaRPr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g396d9be4b09_0_1470"/>
          <p:cNvSpPr/>
          <p:nvPr/>
        </p:nvSpPr>
        <p:spPr>
          <a:xfrm>
            <a:off x="428625" y="5477767"/>
            <a:ext cx="11373000" cy="1143000"/>
          </a:xfrm>
          <a:prstGeom prst="roundRect">
            <a:avLst>
              <a:gd fmla="val 16667" name="adj"/>
            </a:avLst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81" name="Google Shape;581;g396d9be4b09_0_147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7810" y="5525519"/>
            <a:ext cx="1056202" cy="1047495"/>
          </a:xfrm>
          <a:prstGeom prst="rect">
            <a:avLst/>
          </a:prstGeom>
          <a:noFill/>
          <a:ln>
            <a:noFill/>
          </a:ln>
        </p:spPr>
      </p:pic>
      <p:sp>
        <p:nvSpPr>
          <p:cNvPr id="582" name="Google Shape;582;g396d9be4b09_0_1470"/>
          <p:cNvSpPr txBox="1"/>
          <p:nvPr/>
        </p:nvSpPr>
        <p:spPr>
          <a:xfrm>
            <a:off x="1269285" y="5405049"/>
            <a:ext cx="110013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3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Segaré  (Segaré)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3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Segaré  (Segaré)</a:t>
            </a:r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g396d9be4b09_0_1477"/>
          <p:cNvSpPr/>
          <p:nvPr/>
        </p:nvSpPr>
        <p:spPr>
          <a:xfrm>
            <a:off x="428625" y="5477767"/>
            <a:ext cx="11373000" cy="1143000"/>
          </a:xfrm>
          <a:prstGeom prst="roundRect">
            <a:avLst>
              <a:gd fmla="val 16667" name="adj"/>
            </a:avLst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89" name="Google Shape;589;g396d9be4b09_0_147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7810" y="5525519"/>
            <a:ext cx="1056202" cy="1047495"/>
          </a:xfrm>
          <a:prstGeom prst="rect">
            <a:avLst/>
          </a:prstGeom>
          <a:noFill/>
          <a:ln>
            <a:noFill/>
          </a:ln>
        </p:spPr>
      </p:pic>
      <p:sp>
        <p:nvSpPr>
          <p:cNvPr id="590" name="Google Shape;590;g396d9be4b09_0_1477"/>
          <p:cNvSpPr txBox="1"/>
          <p:nvPr/>
        </p:nvSpPr>
        <p:spPr>
          <a:xfrm>
            <a:off x="1040685" y="5702229"/>
            <a:ext cx="110013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3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Al hallarme en la casa de Dios. </a:t>
            </a:r>
            <a:endParaRPr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g396d9be4b09_0_1484"/>
          <p:cNvSpPr/>
          <p:nvPr/>
        </p:nvSpPr>
        <p:spPr>
          <a:xfrm>
            <a:off x="428625" y="5477767"/>
            <a:ext cx="11373000" cy="1143000"/>
          </a:xfrm>
          <a:prstGeom prst="roundRect">
            <a:avLst>
              <a:gd fmla="val 16667" name="adj"/>
            </a:avLst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97" name="Google Shape;597;g396d9be4b09_0_148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7810" y="5525519"/>
            <a:ext cx="1056202" cy="1047495"/>
          </a:xfrm>
          <a:prstGeom prst="rect">
            <a:avLst/>
          </a:prstGeom>
          <a:noFill/>
          <a:ln>
            <a:noFill/>
          </a:ln>
        </p:spPr>
      </p:pic>
      <p:sp>
        <p:nvSpPr>
          <p:cNvPr id="598" name="Google Shape;598;g396d9be4b09_0_1484"/>
          <p:cNvSpPr txBox="1"/>
          <p:nvPr/>
        </p:nvSpPr>
        <p:spPr>
          <a:xfrm>
            <a:off x="1086405" y="5405049"/>
            <a:ext cx="110013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3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 2. Sembraré en corazones sensibles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3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 la doctrina del Dios de perdón. </a:t>
            </a:r>
            <a:endParaRPr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g396d9be4b09_0_1491"/>
          <p:cNvSpPr/>
          <p:nvPr/>
        </p:nvSpPr>
        <p:spPr>
          <a:xfrm>
            <a:off x="428625" y="5477767"/>
            <a:ext cx="11373000" cy="1143000"/>
          </a:xfrm>
          <a:prstGeom prst="roundRect">
            <a:avLst>
              <a:gd fmla="val 16667" name="adj"/>
            </a:avLst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05" name="Google Shape;605;g396d9be4b09_0_149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7810" y="5525519"/>
            <a:ext cx="1056202" cy="1047495"/>
          </a:xfrm>
          <a:prstGeom prst="rect">
            <a:avLst/>
          </a:prstGeom>
          <a:noFill/>
          <a:ln>
            <a:noFill/>
          </a:ln>
        </p:spPr>
      </p:pic>
      <p:sp>
        <p:nvSpPr>
          <p:cNvPr id="606" name="Google Shape;606;g396d9be4b09_0_1491"/>
          <p:cNvSpPr txBox="1"/>
          <p:nvPr/>
        </p:nvSpPr>
        <p:spPr>
          <a:xfrm>
            <a:off x="1054815" y="5379726"/>
            <a:ext cx="110013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3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Sembraré, sembraré, mientras viva; dejaré el resultado al Señor.</a:t>
            </a:r>
            <a:endParaRPr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g396d9be4b09_0_1498"/>
          <p:cNvSpPr/>
          <p:nvPr/>
        </p:nvSpPr>
        <p:spPr>
          <a:xfrm>
            <a:off x="428625" y="5477767"/>
            <a:ext cx="11373000" cy="1143000"/>
          </a:xfrm>
          <a:prstGeom prst="roundRect">
            <a:avLst>
              <a:gd fmla="val 16667" name="adj"/>
            </a:avLst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13" name="Google Shape;613;g396d9be4b09_0_149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7810" y="5525519"/>
            <a:ext cx="1056202" cy="1047495"/>
          </a:xfrm>
          <a:prstGeom prst="rect">
            <a:avLst/>
          </a:prstGeom>
          <a:noFill/>
          <a:ln>
            <a:noFill/>
          </a:ln>
        </p:spPr>
      </p:pic>
      <p:sp>
        <p:nvSpPr>
          <p:cNvPr id="614" name="Google Shape;614;g396d9be4b09_0_1498"/>
          <p:cNvSpPr txBox="1"/>
          <p:nvPr/>
        </p:nvSpPr>
        <p:spPr>
          <a:xfrm>
            <a:off x="1249830" y="5389541"/>
            <a:ext cx="110013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3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Sembraré (Sembraré) 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3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Sembraré (Sembraré)  </a:t>
            </a:r>
            <a:endParaRPr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g396d9be4b09_0_1505"/>
          <p:cNvSpPr/>
          <p:nvPr/>
        </p:nvSpPr>
        <p:spPr>
          <a:xfrm>
            <a:off x="428625" y="5477767"/>
            <a:ext cx="11373000" cy="1143000"/>
          </a:xfrm>
          <a:prstGeom prst="roundRect">
            <a:avLst>
              <a:gd fmla="val 16667" name="adj"/>
            </a:avLst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21" name="Google Shape;621;g396d9be4b09_0_150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7810" y="5525519"/>
            <a:ext cx="1056202" cy="1047495"/>
          </a:xfrm>
          <a:prstGeom prst="rect">
            <a:avLst/>
          </a:prstGeom>
          <a:noFill/>
          <a:ln>
            <a:noFill/>
          </a:ln>
        </p:spPr>
      </p:pic>
      <p:sp>
        <p:nvSpPr>
          <p:cNvPr id="622" name="Google Shape;622;g396d9be4b09_0_1505"/>
          <p:cNvSpPr txBox="1"/>
          <p:nvPr/>
        </p:nvSpPr>
        <p:spPr>
          <a:xfrm>
            <a:off x="1269285" y="5697436"/>
            <a:ext cx="110013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3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Mientras viva, simiente de amor.  </a:t>
            </a:r>
            <a:endParaRPr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g396d9be4b09_0_1512"/>
          <p:cNvSpPr/>
          <p:nvPr/>
        </p:nvSpPr>
        <p:spPr>
          <a:xfrm>
            <a:off x="428625" y="5477767"/>
            <a:ext cx="11373000" cy="1143000"/>
          </a:xfrm>
          <a:prstGeom prst="roundRect">
            <a:avLst>
              <a:gd fmla="val 16667" name="adj"/>
            </a:avLst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29" name="Google Shape;629;g396d9be4b09_0_15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7810" y="5525519"/>
            <a:ext cx="1056202" cy="1047495"/>
          </a:xfrm>
          <a:prstGeom prst="rect">
            <a:avLst/>
          </a:prstGeom>
          <a:noFill/>
          <a:ln>
            <a:noFill/>
          </a:ln>
        </p:spPr>
      </p:pic>
      <p:sp>
        <p:nvSpPr>
          <p:cNvPr id="630" name="Google Shape;630;g396d9be4b09_0_1512"/>
          <p:cNvSpPr txBox="1"/>
          <p:nvPr/>
        </p:nvSpPr>
        <p:spPr>
          <a:xfrm>
            <a:off x="1269285" y="5405049"/>
            <a:ext cx="110013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3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Segaré  (Segaré)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3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Segaré  (Segaré)</a:t>
            </a:r>
            <a:endParaRPr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g396d9be4b09_0_1519"/>
          <p:cNvSpPr/>
          <p:nvPr/>
        </p:nvSpPr>
        <p:spPr>
          <a:xfrm>
            <a:off x="428625" y="5477767"/>
            <a:ext cx="11373000" cy="1143000"/>
          </a:xfrm>
          <a:prstGeom prst="roundRect">
            <a:avLst>
              <a:gd fmla="val 16667" name="adj"/>
            </a:avLst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37" name="Google Shape;637;g396d9be4b09_0_15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7810" y="5525519"/>
            <a:ext cx="1056202" cy="1047495"/>
          </a:xfrm>
          <a:prstGeom prst="rect">
            <a:avLst/>
          </a:prstGeom>
          <a:noFill/>
          <a:ln>
            <a:noFill/>
          </a:ln>
        </p:spPr>
      </p:pic>
      <p:sp>
        <p:nvSpPr>
          <p:cNvPr id="638" name="Google Shape;638;g396d9be4b09_0_1519"/>
          <p:cNvSpPr txBox="1"/>
          <p:nvPr/>
        </p:nvSpPr>
        <p:spPr>
          <a:xfrm>
            <a:off x="1040685" y="5702229"/>
            <a:ext cx="110013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3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Al hallarme en la casa de Dios. </a:t>
            </a:r>
            <a:endParaRPr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3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g396d9be4b09_0_1526"/>
          <p:cNvSpPr/>
          <p:nvPr/>
        </p:nvSpPr>
        <p:spPr>
          <a:xfrm>
            <a:off x="428625" y="5477767"/>
            <a:ext cx="11373000" cy="1143000"/>
          </a:xfrm>
          <a:prstGeom prst="roundRect">
            <a:avLst>
              <a:gd fmla="val 16667" name="adj"/>
            </a:avLst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45" name="Google Shape;645;g396d9be4b09_0_15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7810" y="5525519"/>
            <a:ext cx="1056202" cy="1047495"/>
          </a:xfrm>
          <a:prstGeom prst="rect">
            <a:avLst/>
          </a:prstGeom>
          <a:noFill/>
          <a:ln>
            <a:noFill/>
          </a:ln>
        </p:spPr>
      </p:pic>
      <p:sp>
        <p:nvSpPr>
          <p:cNvPr id="646" name="Google Shape;646;g396d9be4b09_0_1526"/>
          <p:cNvSpPr txBox="1"/>
          <p:nvPr/>
        </p:nvSpPr>
        <p:spPr>
          <a:xfrm>
            <a:off x="1072905" y="5380700"/>
            <a:ext cx="110013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3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 3. Sembraré en corazones de mármol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3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 la bendita palabra de Dios.</a:t>
            </a:r>
            <a:endParaRPr b="0" i="0" sz="3800" u="none" cap="none" strike="noStrike">
              <a:solidFill>
                <a:srgbClr val="FFFFFF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g396d9be4b09_0_1533"/>
          <p:cNvSpPr/>
          <p:nvPr/>
        </p:nvSpPr>
        <p:spPr>
          <a:xfrm>
            <a:off x="428625" y="5477767"/>
            <a:ext cx="11373000" cy="1143000"/>
          </a:xfrm>
          <a:prstGeom prst="roundRect">
            <a:avLst>
              <a:gd fmla="val 16667" name="adj"/>
            </a:avLst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53" name="Google Shape;653;g396d9be4b09_0_15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7810" y="5525519"/>
            <a:ext cx="1056202" cy="1047495"/>
          </a:xfrm>
          <a:prstGeom prst="rect">
            <a:avLst/>
          </a:prstGeom>
          <a:noFill/>
          <a:ln>
            <a:noFill/>
          </a:ln>
        </p:spPr>
      </p:pic>
      <p:sp>
        <p:nvSpPr>
          <p:cNvPr id="654" name="Google Shape;654;g396d9be4b09_0_1533"/>
          <p:cNvSpPr txBox="1"/>
          <p:nvPr/>
        </p:nvSpPr>
        <p:spPr>
          <a:xfrm>
            <a:off x="1269285" y="5405049"/>
            <a:ext cx="110013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3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Sembraré, sembraré, mientras viva; dejaré el resultado al Señor.</a:t>
            </a:r>
            <a:endParaRPr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9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g396d9be4b09_0_1540"/>
          <p:cNvSpPr/>
          <p:nvPr/>
        </p:nvSpPr>
        <p:spPr>
          <a:xfrm>
            <a:off x="428625" y="5477767"/>
            <a:ext cx="11373000" cy="1143000"/>
          </a:xfrm>
          <a:prstGeom prst="roundRect">
            <a:avLst>
              <a:gd fmla="val 16667" name="adj"/>
            </a:avLst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61" name="Google Shape;661;g396d9be4b09_0_15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7810" y="5525519"/>
            <a:ext cx="1056202" cy="1047495"/>
          </a:xfrm>
          <a:prstGeom prst="rect">
            <a:avLst/>
          </a:prstGeom>
          <a:noFill/>
          <a:ln>
            <a:noFill/>
          </a:ln>
        </p:spPr>
      </p:pic>
      <p:sp>
        <p:nvSpPr>
          <p:cNvPr id="662" name="Google Shape;662;g396d9be4b09_0_1540"/>
          <p:cNvSpPr txBox="1"/>
          <p:nvPr/>
        </p:nvSpPr>
        <p:spPr>
          <a:xfrm>
            <a:off x="1249830" y="5389541"/>
            <a:ext cx="110013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3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Sembraré (Sembraré) 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3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Sembraré (Sembraré)  </a:t>
            </a:r>
            <a:endParaRPr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7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g396d9be4b09_0_1547"/>
          <p:cNvSpPr/>
          <p:nvPr/>
        </p:nvSpPr>
        <p:spPr>
          <a:xfrm>
            <a:off x="428625" y="5477767"/>
            <a:ext cx="11373000" cy="1143000"/>
          </a:xfrm>
          <a:prstGeom prst="roundRect">
            <a:avLst>
              <a:gd fmla="val 16667" name="adj"/>
            </a:avLst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69" name="Google Shape;669;g396d9be4b09_0_15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7810" y="5525519"/>
            <a:ext cx="1056202" cy="1047495"/>
          </a:xfrm>
          <a:prstGeom prst="rect">
            <a:avLst/>
          </a:prstGeom>
          <a:noFill/>
          <a:ln>
            <a:noFill/>
          </a:ln>
        </p:spPr>
      </p:pic>
      <p:sp>
        <p:nvSpPr>
          <p:cNvPr id="670" name="Google Shape;670;g396d9be4b09_0_1547"/>
          <p:cNvSpPr txBox="1"/>
          <p:nvPr/>
        </p:nvSpPr>
        <p:spPr>
          <a:xfrm>
            <a:off x="1269285" y="5697436"/>
            <a:ext cx="110013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3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Mientras viva, simiente de amor.  </a:t>
            </a:r>
            <a:endParaRPr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5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Google Shape;676;g396d9be4b09_0_1554"/>
          <p:cNvSpPr/>
          <p:nvPr/>
        </p:nvSpPr>
        <p:spPr>
          <a:xfrm>
            <a:off x="428625" y="5477767"/>
            <a:ext cx="11373000" cy="1143000"/>
          </a:xfrm>
          <a:prstGeom prst="roundRect">
            <a:avLst>
              <a:gd fmla="val 16667" name="adj"/>
            </a:avLst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77" name="Google Shape;677;g396d9be4b09_0_15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7810" y="5525519"/>
            <a:ext cx="1056202" cy="1047495"/>
          </a:xfrm>
          <a:prstGeom prst="rect">
            <a:avLst/>
          </a:prstGeom>
          <a:noFill/>
          <a:ln>
            <a:noFill/>
          </a:ln>
        </p:spPr>
      </p:pic>
      <p:sp>
        <p:nvSpPr>
          <p:cNvPr id="678" name="Google Shape;678;g396d9be4b09_0_1554"/>
          <p:cNvSpPr txBox="1"/>
          <p:nvPr/>
        </p:nvSpPr>
        <p:spPr>
          <a:xfrm>
            <a:off x="756285" y="5434079"/>
            <a:ext cx="11001300" cy="13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40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282 SEMBRARÉ LA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40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SIMIENTE PRECIOSA</a:t>
            </a:r>
            <a:endParaRPr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3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g396d9be4b09_0_1561"/>
          <p:cNvSpPr/>
          <p:nvPr/>
        </p:nvSpPr>
        <p:spPr>
          <a:xfrm>
            <a:off x="428625" y="5477767"/>
            <a:ext cx="11373000" cy="1143000"/>
          </a:xfrm>
          <a:prstGeom prst="roundRect">
            <a:avLst>
              <a:gd fmla="val 16667" name="adj"/>
            </a:avLst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85" name="Google Shape;685;g396d9be4b09_0_15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7810" y="5525519"/>
            <a:ext cx="1056202" cy="1047495"/>
          </a:xfrm>
          <a:prstGeom prst="rect">
            <a:avLst/>
          </a:prstGeom>
          <a:noFill/>
          <a:ln>
            <a:noFill/>
          </a:ln>
        </p:spPr>
      </p:pic>
      <p:sp>
        <p:nvSpPr>
          <p:cNvPr id="686" name="Google Shape;686;g396d9be4b09_0_1561"/>
          <p:cNvSpPr txBox="1"/>
          <p:nvPr/>
        </p:nvSpPr>
        <p:spPr>
          <a:xfrm>
            <a:off x="1249830" y="5389541"/>
            <a:ext cx="110013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742950" lvl="0" marL="74295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Arial Black"/>
              <a:buAutoNum type="arabicPeriod"/>
            </a:pPr>
            <a:r>
              <a:rPr b="0" i="0" lang="es-VE" sz="3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Sembraré la simiente preciosa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3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 del glorioso evangelio de amor. </a:t>
            </a:r>
            <a:endParaRPr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1" name="Shape 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g396d9be4b09_0_1568"/>
          <p:cNvSpPr/>
          <p:nvPr/>
        </p:nvSpPr>
        <p:spPr>
          <a:xfrm>
            <a:off x="428625" y="5477767"/>
            <a:ext cx="11373000" cy="1143000"/>
          </a:xfrm>
          <a:prstGeom prst="roundRect">
            <a:avLst>
              <a:gd fmla="val 16667" name="adj"/>
            </a:avLst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93" name="Google Shape;693;g396d9be4b09_0_156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7810" y="5525519"/>
            <a:ext cx="1056202" cy="1047495"/>
          </a:xfrm>
          <a:prstGeom prst="rect">
            <a:avLst/>
          </a:prstGeom>
          <a:noFill/>
          <a:ln>
            <a:noFill/>
          </a:ln>
        </p:spPr>
      </p:pic>
      <p:sp>
        <p:nvSpPr>
          <p:cNvPr id="694" name="Google Shape;694;g396d9be4b09_0_1568"/>
          <p:cNvSpPr txBox="1"/>
          <p:nvPr/>
        </p:nvSpPr>
        <p:spPr>
          <a:xfrm>
            <a:off x="1144905" y="5378753"/>
            <a:ext cx="11001300" cy="13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40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Sembraré, sembraré, mientras viva;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40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dejaré el resultado al Señor.</a:t>
            </a:r>
            <a:endParaRPr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9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Google Shape;700;g396d9be4b09_0_1575"/>
          <p:cNvSpPr/>
          <p:nvPr/>
        </p:nvSpPr>
        <p:spPr>
          <a:xfrm>
            <a:off x="428625" y="5477767"/>
            <a:ext cx="11373000" cy="1143000"/>
          </a:xfrm>
          <a:prstGeom prst="roundRect">
            <a:avLst>
              <a:gd fmla="val 16667" name="adj"/>
            </a:avLst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01" name="Google Shape;701;g396d9be4b09_0_157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7810" y="5525519"/>
            <a:ext cx="1056202" cy="1047495"/>
          </a:xfrm>
          <a:prstGeom prst="rect">
            <a:avLst/>
          </a:prstGeom>
          <a:noFill/>
          <a:ln>
            <a:noFill/>
          </a:ln>
        </p:spPr>
      </p:pic>
      <p:sp>
        <p:nvSpPr>
          <p:cNvPr id="702" name="Google Shape;702;g396d9be4b09_0_1575"/>
          <p:cNvSpPr txBox="1"/>
          <p:nvPr/>
        </p:nvSpPr>
        <p:spPr>
          <a:xfrm>
            <a:off x="1249830" y="5389541"/>
            <a:ext cx="110013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3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Sembraré (Sembraré) 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3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Sembraré (Sembraré)  </a:t>
            </a:r>
            <a:endParaRPr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7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g396d9be4b09_0_1582"/>
          <p:cNvSpPr/>
          <p:nvPr/>
        </p:nvSpPr>
        <p:spPr>
          <a:xfrm>
            <a:off x="428625" y="5477767"/>
            <a:ext cx="11373000" cy="1143000"/>
          </a:xfrm>
          <a:prstGeom prst="roundRect">
            <a:avLst>
              <a:gd fmla="val 16667" name="adj"/>
            </a:avLst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09" name="Google Shape;709;g396d9be4b09_0_158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7810" y="5525519"/>
            <a:ext cx="1056202" cy="1047495"/>
          </a:xfrm>
          <a:prstGeom prst="rect">
            <a:avLst/>
          </a:prstGeom>
          <a:noFill/>
          <a:ln>
            <a:noFill/>
          </a:ln>
        </p:spPr>
      </p:pic>
      <p:sp>
        <p:nvSpPr>
          <p:cNvPr id="710" name="Google Shape;710;g396d9be4b09_0_1582"/>
          <p:cNvSpPr txBox="1"/>
          <p:nvPr/>
        </p:nvSpPr>
        <p:spPr>
          <a:xfrm>
            <a:off x="1269285" y="5697436"/>
            <a:ext cx="110013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3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Mientras viva, simiente de amor.  </a:t>
            </a:r>
            <a:endParaRPr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5" name="Shape 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" name="Google Shape;716;g396d9be4b09_0_1589"/>
          <p:cNvSpPr/>
          <p:nvPr/>
        </p:nvSpPr>
        <p:spPr>
          <a:xfrm>
            <a:off x="428625" y="5477767"/>
            <a:ext cx="11373000" cy="1143000"/>
          </a:xfrm>
          <a:prstGeom prst="roundRect">
            <a:avLst>
              <a:gd fmla="val 16667" name="adj"/>
            </a:avLst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17" name="Google Shape;717;g396d9be4b09_0_158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7810" y="5525519"/>
            <a:ext cx="1056202" cy="1047495"/>
          </a:xfrm>
          <a:prstGeom prst="rect">
            <a:avLst/>
          </a:prstGeom>
          <a:noFill/>
          <a:ln>
            <a:noFill/>
          </a:ln>
        </p:spPr>
      </p:pic>
      <p:sp>
        <p:nvSpPr>
          <p:cNvPr id="718" name="Google Shape;718;g396d9be4b09_0_1589"/>
          <p:cNvSpPr txBox="1"/>
          <p:nvPr/>
        </p:nvSpPr>
        <p:spPr>
          <a:xfrm>
            <a:off x="1269285" y="5405049"/>
            <a:ext cx="110013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3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Segaré  (Segaré)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3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Segaré  (Segaré)</a:t>
            </a:r>
            <a:endParaRPr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3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g396d9be4b09_0_1596"/>
          <p:cNvSpPr/>
          <p:nvPr/>
        </p:nvSpPr>
        <p:spPr>
          <a:xfrm>
            <a:off x="428625" y="5477767"/>
            <a:ext cx="11373000" cy="1143000"/>
          </a:xfrm>
          <a:prstGeom prst="roundRect">
            <a:avLst>
              <a:gd fmla="val 16667" name="adj"/>
            </a:avLst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25" name="Google Shape;725;g396d9be4b09_0_159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7810" y="5525519"/>
            <a:ext cx="1056202" cy="1047495"/>
          </a:xfrm>
          <a:prstGeom prst="rect">
            <a:avLst/>
          </a:prstGeom>
          <a:noFill/>
          <a:ln>
            <a:noFill/>
          </a:ln>
        </p:spPr>
      </p:pic>
      <p:sp>
        <p:nvSpPr>
          <p:cNvPr id="726" name="Google Shape;726;g396d9be4b09_0_1596"/>
          <p:cNvSpPr txBox="1"/>
          <p:nvPr/>
        </p:nvSpPr>
        <p:spPr>
          <a:xfrm>
            <a:off x="1040685" y="5702229"/>
            <a:ext cx="110013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3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Al hallarme en la casa de Dios. </a:t>
            </a:r>
            <a:endParaRPr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g396d9be4b09_0_1603"/>
          <p:cNvSpPr/>
          <p:nvPr/>
        </p:nvSpPr>
        <p:spPr>
          <a:xfrm>
            <a:off x="428625" y="5477767"/>
            <a:ext cx="11373000" cy="1143000"/>
          </a:xfrm>
          <a:prstGeom prst="roundRect">
            <a:avLst>
              <a:gd fmla="val 16667" name="adj"/>
            </a:avLst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33" name="Google Shape;733;g396d9be4b09_0_160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7810" y="5525519"/>
            <a:ext cx="1056202" cy="1047495"/>
          </a:xfrm>
          <a:prstGeom prst="rect">
            <a:avLst/>
          </a:prstGeom>
          <a:noFill/>
          <a:ln>
            <a:noFill/>
          </a:ln>
        </p:spPr>
      </p:pic>
      <p:sp>
        <p:nvSpPr>
          <p:cNvPr id="734" name="Google Shape;734;g396d9be4b09_0_1603"/>
          <p:cNvSpPr txBox="1"/>
          <p:nvPr/>
        </p:nvSpPr>
        <p:spPr>
          <a:xfrm>
            <a:off x="1086405" y="5405049"/>
            <a:ext cx="110013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3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 2. Sembraré en corazones sensibles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3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 la doctrina del Dios de perdón. </a:t>
            </a:r>
            <a:endParaRPr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9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g396d9be4b09_0_1610"/>
          <p:cNvSpPr/>
          <p:nvPr/>
        </p:nvSpPr>
        <p:spPr>
          <a:xfrm>
            <a:off x="428625" y="5477767"/>
            <a:ext cx="11373000" cy="1143000"/>
          </a:xfrm>
          <a:prstGeom prst="roundRect">
            <a:avLst>
              <a:gd fmla="val 16667" name="adj"/>
            </a:avLst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41" name="Google Shape;741;g396d9be4b09_0_16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7810" y="5525519"/>
            <a:ext cx="1056202" cy="1047495"/>
          </a:xfrm>
          <a:prstGeom prst="rect">
            <a:avLst/>
          </a:prstGeom>
          <a:noFill/>
          <a:ln>
            <a:noFill/>
          </a:ln>
        </p:spPr>
      </p:pic>
      <p:sp>
        <p:nvSpPr>
          <p:cNvPr id="742" name="Google Shape;742;g396d9be4b09_0_1610"/>
          <p:cNvSpPr txBox="1"/>
          <p:nvPr/>
        </p:nvSpPr>
        <p:spPr>
          <a:xfrm>
            <a:off x="1054815" y="5379726"/>
            <a:ext cx="110013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3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Sembraré, sembraré, mientras viva; dejaré el resultado al Señor.</a:t>
            </a:r>
            <a:endParaRPr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7" name="Shape 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Google Shape;748;g396d9be4b09_0_1617"/>
          <p:cNvSpPr/>
          <p:nvPr/>
        </p:nvSpPr>
        <p:spPr>
          <a:xfrm>
            <a:off x="428625" y="5477767"/>
            <a:ext cx="11373000" cy="1143000"/>
          </a:xfrm>
          <a:prstGeom prst="roundRect">
            <a:avLst>
              <a:gd fmla="val 16667" name="adj"/>
            </a:avLst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49" name="Google Shape;749;g396d9be4b09_0_16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7810" y="5525519"/>
            <a:ext cx="1056202" cy="1047495"/>
          </a:xfrm>
          <a:prstGeom prst="rect">
            <a:avLst/>
          </a:prstGeom>
          <a:noFill/>
          <a:ln>
            <a:noFill/>
          </a:ln>
        </p:spPr>
      </p:pic>
      <p:sp>
        <p:nvSpPr>
          <p:cNvPr id="750" name="Google Shape;750;g396d9be4b09_0_1617"/>
          <p:cNvSpPr txBox="1"/>
          <p:nvPr/>
        </p:nvSpPr>
        <p:spPr>
          <a:xfrm>
            <a:off x="1249830" y="5389541"/>
            <a:ext cx="110013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3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Sembraré (Sembraré) 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3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Sembraré (Sembraré)  </a:t>
            </a:r>
            <a:endParaRPr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5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g396d9be4b09_0_1624"/>
          <p:cNvSpPr/>
          <p:nvPr/>
        </p:nvSpPr>
        <p:spPr>
          <a:xfrm>
            <a:off x="428625" y="5477767"/>
            <a:ext cx="11373000" cy="1143000"/>
          </a:xfrm>
          <a:prstGeom prst="roundRect">
            <a:avLst>
              <a:gd fmla="val 16667" name="adj"/>
            </a:avLst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57" name="Google Shape;757;g396d9be4b09_0_16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7810" y="5525519"/>
            <a:ext cx="1056202" cy="1047495"/>
          </a:xfrm>
          <a:prstGeom prst="rect">
            <a:avLst/>
          </a:prstGeom>
          <a:noFill/>
          <a:ln>
            <a:noFill/>
          </a:ln>
        </p:spPr>
      </p:pic>
      <p:sp>
        <p:nvSpPr>
          <p:cNvPr id="758" name="Google Shape;758;g396d9be4b09_0_1624"/>
          <p:cNvSpPr txBox="1"/>
          <p:nvPr/>
        </p:nvSpPr>
        <p:spPr>
          <a:xfrm>
            <a:off x="1269285" y="5697436"/>
            <a:ext cx="110013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3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Mientras viva, simiente de amor.  </a:t>
            </a:r>
            <a:endParaRPr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3" name="Shape 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g396d9be4b09_0_1631"/>
          <p:cNvSpPr/>
          <p:nvPr/>
        </p:nvSpPr>
        <p:spPr>
          <a:xfrm>
            <a:off x="428625" y="5477767"/>
            <a:ext cx="11373000" cy="1143000"/>
          </a:xfrm>
          <a:prstGeom prst="roundRect">
            <a:avLst>
              <a:gd fmla="val 16667" name="adj"/>
            </a:avLst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65" name="Google Shape;765;g396d9be4b09_0_16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7810" y="5525519"/>
            <a:ext cx="1056202" cy="1047495"/>
          </a:xfrm>
          <a:prstGeom prst="rect">
            <a:avLst/>
          </a:prstGeom>
          <a:noFill/>
          <a:ln>
            <a:noFill/>
          </a:ln>
        </p:spPr>
      </p:pic>
      <p:sp>
        <p:nvSpPr>
          <p:cNvPr id="766" name="Google Shape;766;g396d9be4b09_0_1631"/>
          <p:cNvSpPr txBox="1"/>
          <p:nvPr/>
        </p:nvSpPr>
        <p:spPr>
          <a:xfrm>
            <a:off x="1269285" y="5405049"/>
            <a:ext cx="110013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3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Segaré  (Segaré)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3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Segaré  (Segaré)</a:t>
            </a:r>
            <a:endParaRPr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Google Shape;772;g396d9be4b09_0_1638"/>
          <p:cNvSpPr/>
          <p:nvPr/>
        </p:nvSpPr>
        <p:spPr>
          <a:xfrm>
            <a:off x="428625" y="5477767"/>
            <a:ext cx="11373000" cy="1143000"/>
          </a:xfrm>
          <a:prstGeom prst="roundRect">
            <a:avLst>
              <a:gd fmla="val 16667" name="adj"/>
            </a:avLst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73" name="Google Shape;773;g396d9be4b09_0_16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7810" y="5525519"/>
            <a:ext cx="1056202" cy="1047495"/>
          </a:xfrm>
          <a:prstGeom prst="rect">
            <a:avLst/>
          </a:prstGeom>
          <a:noFill/>
          <a:ln>
            <a:noFill/>
          </a:ln>
        </p:spPr>
      </p:pic>
      <p:sp>
        <p:nvSpPr>
          <p:cNvPr id="774" name="Google Shape;774;g396d9be4b09_0_1638"/>
          <p:cNvSpPr txBox="1"/>
          <p:nvPr/>
        </p:nvSpPr>
        <p:spPr>
          <a:xfrm>
            <a:off x="1040685" y="5702229"/>
            <a:ext cx="110013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3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Al hallarme en la casa de Dios. </a:t>
            </a:r>
            <a:endParaRPr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9" name="Shape 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" name="Google Shape;780;g396d9be4b09_0_1645"/>
          <p:cNvSpPr/>
          <p:nvPr/>
        </p:nvSpPr>
        <p:spPr>
          <a:xfrm>
            <a:off x="428625" y="5477767"/>
            <a:ext cx="11373000" cy="1143000"/>
          </a:xfrm>
          <a:prstGeom prst="roundRect">
            <a:avLst>
              <a:gd fmla="val 16667" name="adj"/>
            </a:avLst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81" name="Google Shape;781;g396d9be4b09_0_16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7810" y="5525519"/>
            <a:ext cx="1056202" cy="1047495"/>
          </a:xfrm>
          <a:prstGeom prst="rect">
            <a:avLst/>
          </a:prstGeom>
          <a:noFill/>
          <a:ln>
            <a:noFill/>
          </a:ln>
        </p:spPr>
      </p:pic>
      <p:sp>
        <p:nvSpPr>
          <p:cNvPr id="782" name="Google Shape;782;g396d9be4b09_0_1645"/>
          <p:cNvSpPr txBox="1"/>
          <p:nvPr/>
        </p:nvSpPr>
        <p:spPr>
          <a:xfrm>
            <a:off x="1072905" y="5380700"/>
            <a:ext cx="110013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3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 3. Sembraré en corazones de mármol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3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 la bendita palabra de Dios.</a:t>
            </a:r>
            <a:endParaRPr b="0" i="0" sz="3800" u="none" cap="none" strike="noStrike">
              <a:solidFill>
                <a:srgbClr val="FFFFFF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7" name="Shape 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Google Shape;788;g396d9be4b09_0_1652"/>
          <p:cNvSpPr/>
          <p:nvPr/>
        </p:nvSpPr>
        <p:spPr>
          <a:xfrm>
            <a:off x="428625" y="5477767"/>
            <a:ext cx="11373000" cy="1143000"/>
          </a:xfrm>
          <a:prstGeom prst="roundRect">
            <a:avLst>
              <a:gd fmla="val 16667" name="adj"/>
            </a:avLst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89" name="Google Shape;789;g396d9be4b09_0_16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7810" y="5525519"/>
            <a:ext cx="1056202" cy="1047495"/>
          </a:xfrm>
          <a:prstGeom prst="rect">
            <a:avLst/>
          </a:prstGeom>
          <a:noFill/>
          <a:ln>
            <a:noFill/>
          </a:ln>
        </p:spPr>
      </p:pic>
      <p:sp>
        <p:nvSpPr>
          <p:cNvPr id="790" name="Google Shape;790;g396d9be4b09_0_1652"/>
          <p:cNvSpPr txBox="1"/>
          <p:nvPr/>
        </p:nvSpPr>
        <p:spPr>
          <a:xfrm>
            <a:off x="1269285" y="5405049"/>
            <a:ext cx="110013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3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Sembraré, sembraré, mientras viva; dejaré el resultado al Señor.</a:t>
            </a:r>
            <a:endParaRPr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5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g396d9be4b09_0_1659"/>
          <p:cNvSpPr/>
          <p:nvPr/>
        </p:nvSpPr>
        <p:spPr>
          <a:xfrm>
            <a:off x="428625" y="5477767"/>
            <a:ext cx="11373000" cy="1143000"/>
          </a:xfrm>
          <a:prstGeom prst="roundRect">
            <a:avLst>
              <a:gd fmla="val 16667" name="adj"/>
            </a:avLst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97" name="Google Shape;797;g396d9be4b09_0_16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7810" y="5525519"/>
            <a:ext cx="1056202" cy="1047495"/>
          </a:xfrm>
          <a:prstGeom prst="rect">
            <a:avLst/>
          </a:prstGeom>
          <a:noFill/>
          <a:ln>
            <a:noFill/>
          </a:ln>
        </p:spPr>
      </p:pic>
      <p:sp>
        <p:nvSpPr>
          <p:cNvPr id="798" name="Google Shape;798;g396d9be4b09_0_1659"/>
          <p:cNvSpPr txBox="1"/>
          <p:nvPr/>
        </p:nvSpPr>
        <p:spPr>
          <a:xfrm>
            <a:off x="1249830" y="5389541"/>
            <a:ext cx="110013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3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Sembraré (Sembraré) 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3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Sembraré (Sembraré)  </a:t>
            </a:r>
            <a:endParaRPr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3" name="Shape 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" name="Google Shape;804;g396d9be4b09_0_1666"/>
          <p:cNvSpPr/>
          <p:nvPr/>
        </p:nvSpPr>
        <p:spPr>
          <a:xfrm>
            <a:off x="428625" y="5477767"/>
            <a:ext cx="11373000" cy="1143000"/>
          </a:xfrm>
          <a:prstGeom prst="roundRect">
            <a:avLst>
              <a:gd fmla="val 16667" name="adj"/>
            </a:avLst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05" name="Google Shape;805;g396d9be4b09_0_16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7810" y="5525519"/>
            <a:ext cx="1056202" cy="1047495"/>
          </a:xfrm>
          <a:prstGeom prst="rect">
            <a:avLst/>
          </a:prstGeom>
          <a:noFill/>
          <a:ln>
            <a:noFill/>
          </a:ln>
        </p:spPr>
      </p:pic>
      <p:sp>
        <p:nvSpPr>
          <p:cNvPr id="806" name="Google Shape;806;g396d9be4b09_0_1666"/>
          <p:cNvSpPr txBox="1"/>
          <p:nvPr/>
        </p:nvSpPr>
        <p:spPr>
          <a:xfrm>
            <a:off x="1269285" y="5405049"/>
            <a:ext cx="110013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3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Segaré  (Segaré)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3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Segaré  (Segaré)</a:t>
            </a:r>
            <a:endParaRPr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1" name="Shape 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2" name="Google Shape;812;g396d9be4b09_0_1673"/>
          <p:cNvSpPr/>
          <p:nvPr/>
        </p:nvSpPr>
        <p:spPr>
          <a:xfrm>
            <a:off x="428625" y="5477767"/>
            <a:ext cx="11373000" cy="1143000"/>
          </a:xfrm>
          <a:prstGeom prst="roundRect">
            <a:avLst>
              <a:gd fmla="val 16667" name="adj"/>
            </a:avLst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13" name="Google Shape;813;g396d9be4b09_0_167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7810" y="5525519"/>
            <a:ext cx="1056202" cy="1047495"/>
          </a:xfrm>
          <a:prstGeom prst="rect">
            <a:avLst/>
          </a:prstGeom>
          <a:noFill/>
          <a:ln>
            <a:noFill/>
          </a:ln>
        </p:spPr>
      </p:pic>
      <p:sp>
        <p:nvSpPr>
          <p:cNvPr id="814" name="Google Shape;814;g396d9be4b09_0_1673"/>
          <p:cNvSpPr txBox="1"/>
          <p:nvPr/>
        </p:nvSpPr>
        <p:spPr>
          <a:xfrm>
            <a:off x="1040685" y="5702229"/>
            <a:ext cx="110013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3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Al hallarme en la casa de Dios. </a:t>
            </a:r>
            <a:endParaRPr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9" name="Shape 8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" name="Google Shape;820;g396d9be4b09_0_14"/>
          <p:cNvSpPr/>
          <p:nvPr/>
        </p:nvSpPr>
        <p:spPr>
          <a:xfrm>
            <a:off x="428625" y="5477767"/>
            <a:ext cx="11373300" cy="1143300"/>
          </a:xfrm>
          <a:prstGeom prst="roundRect">
            <a:avLst>
              <a:gd fmla="val 16667" name="adj"/>
            </a:avLst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</a:pPr>
            <a:r>
              <a:t/>
            </a:r>
            <a:endParaRPr b="0" i="0" sz="1867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21" name="Google Shape;821;g396d9be4b09_0_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7812" y="5525519"/>
            <a:ext cx="1056201" cy="1047495"/>
          </a:xfrm>
          <a:prstGeom prst="rect">
            <a:avLst/>
          </a:prstGeom>
          <a:noFill/>
          <a:ln>
            <a:noFill/>
          </a:ln>
        </p:spPr>
      </p:pic>
      <p:sp>
        <p:nvSpPr>
          <p:cNvPr id="822" name="Google Shape;822;g396d9be4b09_0_14"/>
          <p:cNvSpPr txBox="1"/>
          <p:nvPr/>
        </p:nvSpPr>
        <p:spPr>
          <a:xfrm>
            <a:off x="1167812" y="5529260"/>
            <a:ext cx="110013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s-VE" sz="32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IGLESIA EVANGÉLICA ALIANZA </a:t>
            </a:r>
            <a:endParaRPr b="0" i="0" sz="186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s-VE" sz="32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 BARRIO AEROPUERTO </a:t>
            </a:r>
            <a:endParaRPr b="0" i="0" sz="186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7" name="Shape 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8" name="Google Shape;828;g396d9be4b09_0_1949"/>
          <p:cNvSpPr/>
          <p:nvPr/>
        </p:nvSpPr>
        <p:spPr>
          <a:xfrm>
            <a:off x="428625" y="5477767"/>
            <a:ext cx="11373000" cy="1143000"/>
          </a:xfrm>
          <a:prstGeom prst="roundRect">
            <a:avLst>
              <a:gd fmla="val 16667" name="adj"/>
            </a:avLst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29" name="Google Shape;829;g396d9be4b09_0_19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7810" y="5525519"/>
            <a:ext cx="1056202" cy="1047495"/>
          </a:xfrm>
          <a:prstGeom prst="rect">
            <a:avLst/>
          </a:prstGeom>
          <a:noFill/>
          <a:ln>
            <a:noFill/>
          </a:ln>
        </p:spPr>
      </p:pic>
      <p:sp>
        <p:nvSpPr>
          <p:cNvPr id="830" name="Google Shape;830;g396d9be4b09_0_1949"/>
          <p:cNvSpPr txBox="1"/>
          <p:nvPr/>
        </p:nvSpPr>
        <p:spPr>
          <a:xfrm>
            <a:off x="1269285" y="5633767"/>
            <a:ext cx="110013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46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#273 TODAS LAS PROMESAS</a:t>
            </a:r>
            <a:endParaRPr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5" name="Shape 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Google Shape;836;g396d9be4b09_0_1956"/>
          <p:cNvSpPr/>
          <p:nvPr/>
        </p:nvSpPr>
        <p:spPr>
          <a:xfrm>
            <a:off x="428625" y="5477767"/>
            <a:ext cx="11373000" cy="1143000"/>
          </a:xfrm>
          <a:prstGeom prst="roundRect">
            <a:avLst>
              <a:gd fmla="val 16667" name="adj"/>
            </a:avLst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37" name="Google Shape;837;g396d9be4b09_0_19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7810" y="5525519"/>
            <a:ext cx="1056202" cy="1047495"/>
          </a:xfrm>
          <a:prstGeom prst="rect">
            <a:avLst/>
          </a:prstGeom>
          <a:noFill/>
          <a:ln>
            <a:noFill/>
          </a:ln>
        </p:spPr>
      </p:pic>
      <p:sp>
        <p:nvSpPr>
          <p:cNvPr id="838" name="Google Shape;838;g396d9be4b09_0_1956"/>
          <p:cNvSpPr txBox="1"/>
          <p:nvPr/>
        </p:nvSpPr>
        <p:spPr>
          <a:xfrm>
            <a:off x="1249830" y="5389541"/>
            <a:ext cx="11001300" cy="301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742950" lvl="0" marL="74295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Arial Black"/>
              <a:buAutoNum type="arabicPeriod"/>
            </a:pPr>
            <a:r>
              <a:rPr b="0" i="0" lang="es-VE" sz="3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Todas las promesas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3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del Señor Jesús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800" u="none" cap="none" strike="noStrike">
              <a:solidFill>
                <a:srgbClr val="FFFFFF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3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800" u="none" cap="none" strike="noStrike">
              <a:solidFill>
                <a:srgbClr val="FFFFFF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3" name="Shape 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4" name="Google Shape;844;g396d9be4b09_0_1963"/>
          <p:cNvSpPr/>
          <p:nvPr/>
        </p:nvSpPr>
        <p:spPr>
          <a:xfrm>
            <a:off x="428625" y="5477767"/>
            <a:ext cx="11373000" cy="1143000"/>
          </a:xfrm>
          <a:prstGeom prst="roundRect">
            <a:avLst>
              <a:gd fmla="val 16667" name="adj"/>
            </a:avLst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45" name="Google Shape;845;g396d9be4b09_0_19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7810" y="5525519"/>
            <a:ext cx="1056202" cy="1047495"/>
          </a:xfrm>
          <a:prstGeom prst="rect">
            <a:avLst/>
          </a:prstGeom>
          <a:noFill/>
          <a:ln>
            <a:noFill/>
          </a:ln>
        </p:spPr>
      </p:pic>
      <p:sp>
        <p:nvSpPr>
          <p:cNvPr id="846" name="Google Shape;846;g396d9be4b09_0_1963"/>
          <p:cNvSpPr txBox="1"/>
          <p:nvPr/>
        </p:nvSpPr>
        <p:spPr>
          <a:xfrm>
            <a:off x="1190625" y="5653073"/>
            <a:ext cx="110013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40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Son apoyo poderoso de mi fe; </a:t>
            </a:r>
            <a:endParaRPr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1" name="Shape 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" name="Google Shape;852;g396d9be4b09_0_1970"/>
          <p:cNvSpPr/>
          <p:nvPr/>
        </p:nvSpPr>
        <p:spPr>
          <a:xfrm>
            <a:off x="428625" y="5477767"/>
            <a:ext cx="11373000" cy="1143000"/>
          </a:xfrm>
          <a:prstGeom prst="roundRect">
            <a:avLst>
              <a:gd fmla="val 16667" name="adj"/>
            </a:avLst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53" name="Google Shape;853;g396d9be4b09_0_197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7810" y="5525519"/>
            <a:ext cx="1056202" cy="1047495"/>
          </a:xfrm>
          <a:prstGeom prst="rect">
            <a:avLst/>
          </a:prstGeom>
          <a:noFill/>
          <a:ln>
            <a:noFill/>
          </a:ln>
        </p:spPr>
      </p:pic>
      <p:sp>
        <p:nvSpPr>
          <p:cNvPr id="854" name="Google Shape;854;g396d9be4b09_0_1970"/>
          <p:cNvSpPr txBox="1"/>
          <p:nvPr/>
        </p:nvSpPr>
        <p:spPr>
          <a:xfrm>
            <a:off x="1249830" y="5389541"/>
            <a:ext cx="11001300" cy="301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3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Mientras luche aquí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3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buscando yo su luz,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800" u="none" cap="none" strike="noStrike">
              <a:solidFill>
                <a:srgbClr val="FFFFFF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3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800" u="none" cap="none" strike="noStrike">
              <a:solidFill>
                <a:srgbClr val="FFFFFF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9" name="Shape 8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" name="Google Shape;860;g396d9be4b09_0_1977"/>
          <p:cNvSpPr/>
          <p:nvPr/>
        </p:nvSpPr>
        <p:spPr>
          <a:xfrm>
            <a:off x="428625" y="5477767"/>
            <a:ext cx="11373000" cy="1143000"/>
          </a:xfrm>
          <a:prstGeom prst="roundRect">
            <a:avLst>
              <a:gd fmla="val 16667" name="adj"/>
            </a:avLst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61" name="Google Shape;861;g396d9be4b09_0_197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7810" y="5525519"/>
            <a:ext cx="1056202" cy="1047495"/>
          </a:xfrm>
          <a:prstGeom prst="rect">
            <a:avLst/>
          </a:prstGeom>
          <a:noFill/>
          <a:ln>
            <a:noFill/>
          </a:ln>
        </p:spPr>
      </p:pic>
      <p:sp>
        <p:nvSpPr>
          <p:cNvPr id="862" name="Google Shape;862;g396d9be4b09_0_1977"/>
          <p:cNvSpPr txBox="1"/>
          <p:nvPr/>
        </p:nvSpPr>
        <p:spPr>
          <a:xfrm>
            <a:off x="1269285" y="5697436"/>
            <a:ext cx="110013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3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Siempre en sus promesas confiaré.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3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800" u="none" cap="none" strike="noStrike">
              <a:solidFill>
                <a:srgbClr val="FFFFFF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7" name="Shape 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8" name="Google Shape;868;g396d9be4b09_0_1984"/>
          <p:cNvSpPr/>
          <p:nvPr/>
        </p:nvSpPr>
        <p:spPr>
          <a:xfrm>
            <a:off x="428625" y="5477767"/>
            <a:ext cx="11373000" cy="1143000"/>
          </a:xfrm>
          <a:prstGeom prst="roundRect">
            <a:avLst>
              <a:gd fmla="val 16667" name="adj"/>
            </a:avLst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69" name="Google Shape;869;g396d9be4b09_0_198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7810" y="5525519"/>
            <a:ext cx="1056202" cy="1047495"/>
          </a:xfrm>
          <a:prstGeom prst="rect">
            <a:avLst/>
          </a:prstGeom>
          <a:noFill/>
          <a:ln>
            <a:noFill/>
          </a:ln>
        </p:spPr>
      </p:pic>
      <p:sp>
        <p:nvSpPr>
          <p:cNvPr id="870" name="Google Shape;870;g396d9be4b09_0_1984"/>
          <p:cNvSpPr txBox="1"/>
          <p:nvPr/>
        </p:nvSpPr>
        <p:spPr>
          <a:xfrm>
            <a:off x="1269285" y="5405049"/>
            <a:ext cx="11001300" cy="243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3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CORO: Grandes, fieles, Las promesas que el Señor Jesús ha dado;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3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800" u="none" cap="none" strike="noStrike">
              <a:solidFill>
                <a:srgbClr val="FFFFFF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5" name="Shape 8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6" name="Google Shape;876;g396d9be4b09_0_1991"/>
          <p:cNvSpPr/>
          <p:nvPr/>
        </p:nvSpPr>
        <p:spPr>
          <a:xfrm>
            <a:off x="428625" y="5477767"/>
            <a:ext cx="11373000" cy="1143000"/>
          </a:xfrm>
          <a:prstGeom prst="roundRect">
            <a:avLst>
              <a:gd fmla="val 16667" name="adj"/>
            </a:avLst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77" name="Google Shape;877;g396d9be4b09_0_199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7810" y="5525519"/>
            <a:ext cx="1056202" cy="1047495"/>
          </a:xfrm>
          <a:prstGeom prst="rect">
            <a:avLst/>
          </a:prstGeom>
          <a:noFill/>
          <a:ln>
            <a:noFill/>
          </a:ln>
        </p:spPr>
      </p:pic>
      <p:sp>
        <p:nvSpPr>
          <p:cNvPr id="878" name="Google Shape;878;g396d9be4b09_0_1991"/>
          <p:cNvSpPr txBox="1"/>
          <p:nvPr/>
        </p:nvSpPr>
        <p:spPr>
          <a:xfrm>
            <a:off x="1269285" y="5405049"/>
            <a:ext cx="11001300" cy="243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3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Grandes, fieles, En ellas para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3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siempre confiaré.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3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800" u="none" cap="none" strike="noStrike">
              <a:solidFill>
                <a:srgbClr val="FFFFFF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3" name="Shape 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Google Shape;884;g396d9be4b09_0_1998"/>
          <p:cNvSpPr/>
          <p:nvPr/>
        </p:nvSpPr>
        <p:spPr>
          <a:xfrm>
            <a:off x="428625" y="5477767"/>
            <a:ext cx="11373000" cy="1143000"/>
          </a:xfrm>
          <a:prstGeom prst="roundRect">
            <a:avLst>
              <a:gd fmla="val 16667" name="adj"/>
            </a:avLst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85" name="Google Shape;885;g396d9be4b09_0_199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7810" y="5525519"/>
            <a:ext cx="1056202" cy="1047495"/>
          </a:xfrm>
          <a:prstGeom prst="rect">
            <a:avLst/>
          </a:prstGeom>
          <a:noFill/>
          <a:ln>
            <a:noFill/>
          </a:ln>
        </p:spPr>
      </p:pic>
      <p:sp>
        <p:nvSpPr>
          <p:cNvPr id="886" name="Google Shape;886;g396d9be4b09_0_1998"/>
          <p:cNvSpPr txBox="1"/>
          <p:nvPr/>
        </p:nvSpPr>
        <p:spPr>
          <a:xfrm>
            <a:off x="1269285" y="5405049"/>
            <a:ext cx="11001300" cy="243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3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 2. Todas las promesas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3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 para el hombre fiel,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3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800" u="none" cap="none" strike="noStrike">
              <a:solidFill>
                <a:srgbClr val="FFFFFF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1" name="Shape 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" name="Google Shape;892;g396d9be4b09_0_2005"/>
          <p:cNvSpPr/>
          <p:nvPr/>
        </p:nvSpPr>
        <p:spPr>
          <a:xfrm>
            <a:off x="428625" y="5477767"/>
            <a:ext cx="11373000" cy="1143000"/>
          </a:xfrm>
          <a:prstGeom prst="roundRect">
            <a:avLst>
              <a:gd fmla="val 16667" name="adj"/>
            </a:avLst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93" name="Google Shape;893;g396d9be4b09_0_200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7810" y="5525519"/>
            <a:ext cx="1056202" cy="1047495"/>
          </a:xfrm>
          <a:prstGeom prst="rect">
            <a:avLst/>
          </a:prstGeom>
          <a:noFill/>
          <a:ln>
            <a:noFill/>
          </a:ln>
        </p:spPr>
      </p:pic>
      <p:sp>
        <p:nvSpPr>
          <p:cNvPr id="894" name="Google Shape;894;g396d9be4b09_0_2005"/>
          <p:cNvSpPr txBox="1"/>
          <p:nvPr/>
        </p:nvSpPr>
        <p:spPr>
          <a:xfrm>
            <a:off x="1269285" y="5684760"/>
            <a:ext cx="110013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3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 El Señor en sus bondades cumplirá,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800" u="none" cap="none" strike="noStrike">
              <a:solidFill>
                <a:srgbClr val="FFFFFF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9" name="Shape 8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Google Shape;900;g396d9be4b09_0_2012"/>
          <p:cNvSpPr/>
          <p:nvPr/>
        </p:nvSpPr>
        <p:spPr>
          <a:xfrm>
            <a:off x="428625" y="5477767"/>
            <a:ext cx="11373000" cy="1143000"/>
          </a:xfrm>
          <a:prstGeom prst="roundRect">
            <a:avLst>
              <a:gd fmla="val 16667" name="adj"/>
            </a:avLst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01" name="Google Shape;901;g396d9be4b09_0_20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7810" y="5525519"/>
            <a:ext cx="1056202" cy="1047495"/>
          </a:xfrm>
          <a:prstGeom prst="rect">
            <a:avLst/>
          </a:prstGeom>
          <a:noFill/>
          <a:ln>
            <a:noFill/>
          </a:ln>
        </p:spPr>
      </p:pic>
      <p:sp>
        <p:nvSpPr>
          <p:cNvPr id="902" name="Google Shape;902;g396d9be4b09_0_2012"/>
          <p:cNvSpPr txBox="1"/>
          <p:nvPr/>
        </p:nvSpPr>
        <p:spPr>
          <a:xfrm>
            <a:off x="1072905" y="5380700"/>
            <a:ext cx="110013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3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 Y confiado sé que para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3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 siempre en Él, 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800" u="none" cap="none" strike="noStrike">
              <a:solidFill>
                <a:srgbClr val="FFFFFF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7" name="Shape 9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8" name="Google Shape;908;g396d9be4b09_0_2019"/>
          <p:cNvSpPr/>
          <p:nvPr/>
        </p:nvSpPr>
        <p:spPr>
          <a:xfrm>
            <a:off x="428625" y="5477767"/>
            <a:ext cx="11373000" cy="1143000"/>
          </a:xfrm>
          <a:prstGeom prst="roundRect">
            <a:avLst>
              <a:gd fmla="val 16667" name="adj"/>
            </a:avLst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09" name="Google Shape;909;g396d9be4b09_0_20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7810" y="5525519"/>
            <a:ext cx="1056202" cy="1047495"/>
          </a:xfrm>
          <a:prstGeom prst="rect">
            <a:avLst/>
          </a:prstGeom>
          <a:noFill/>
          <a:ln>
            <a:noFill/>
          </a:ln>
        </p:spPr>
      </p:pic>
      <p:sp>
        <p:nvSpPr>
          <p:cNvPr id="910" name="Google Shape;910;g396d9be4b09_0_2019"/>
          <p:cNvSpPr txBox="1"/>
          <p:nvPr/>
        </p:nvSpPr>
        <p:spPr>
          <a:xfrm>
            <a:off x="1269285" y="5405049"/>
            <a:ext cx="11001300" cy="243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3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Grandes, fieles, En ellas para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3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siempre confiaré.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3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800" u="none" cap="none" strike="noStrike">
              <a:solidFill>
                <a:srgbClr val="FFFFFF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5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g396d9be4b09_0_2026"/>
          <p:cNvSpPr/>
          <p:nvPr/>
        </p:nvSpPr>
        <p:spPr>
          <a:xfrm>
            <a:off x="428625" y="5477767"/>
            <a:ext cx="11373000" cy="1143000"/>
          </a:xfrm>
          <a:prstGeom prst="roundRect">
            <a:avLst>
              <a:gd fmla="val 16667" name="adj"/>
            </a:avLst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17" name="Google Shape;917;g396d9be4b09_0_20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7810" y="5525519"/>
            <a:ext cx="1056202" cy="1047495"/>
          </a:xfrm>
          <a:prstGeom prst="rect">
            <a:avLst/>
          </a:prstGeom>
          <a:noFill/>
          <a:ln>
            <a:noFill/>
          </a:ln>
        </p:spPr>
      </p:pic>
      <p:sp>
        <p:nvSpPr>
          <p:cNvPr id="918" name="Google Shape;918;g396d9be4b09_0_2026"/>
          <p:cNvSpPr txBox="1"/>
          <p:nvPr/>
        </p:nvSpPr>
        <p:spPr>
          <a:xfrm>
            <a:off x="1269285" y="5405049"/>
            <a:ext cx="11001300" cy="243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3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 2. Todas las promesas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3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 para el hombre fiel,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3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800" u="none" cap="none" strike="noStrike">
              <a:solidFill>
                <a:srgbClr val="FFFFFF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3" name="Shape 9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4" name="Google Shape;924;g396d9be4b09_0_2033"/>
          <p:cNvSpPr/>
          <p:nvPr/>
        </p:nvSpPr>
        <p:spPr>
          <a:xfrm>
            <a:off x="428625" y="5477767"/>
            <a:ext cx="11373000" cy="1143000"/>
          </a:xfrm>
          <a:prstGeom prst="roundRect">
            <a:avLst>
              <a:gd fmla="val 16667" name="adj"/>
            </a:avLst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25" name="Google Shape;925;g396d9be4b09_0_20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7810" y="5525519"/>
            <a:ext cx="1056202" cy="1047495"/>
          </a:xfrm>
          <a:prstGeom prst="rect">
            <a:avLst/>
          </a:prstGeom>
          <a:noFill/>
          <a:ln>
            <a:noFill/>
          </a:ln>
        </p:spPr>
      </p:pic>
      <p:sp>
        <p:nvSpPr>
          <p:cNvPr id="926" name="Google Shape;926;g396d9be4b09_0_2033"/>
          <p:cNvSpPr txBox="1"/>
          <p:nvPr/>
        </p:nvSpPr>
        <p:spPr>
          <a:xfrm>
            <a:off x="1269285" y="5405049"/>
            <a:ext cx="11001300" cy="243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3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 3. Todas las promesas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3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del Señor serán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3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800" u="none" cap="none" strike="noStrike">
              <a:solidFill>
                <a:srgbClr val="FFFFFF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1" name="Shape 9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2" name="Google Shape;932;g396d9be4b09_0_2040"/>
          <p:cNvSpPr/>
          <p:nvPr/>
        </p:nvSpPr>
        <p:spPr>
          <a:xfrm>
            <a:off x="428625" y="5477767"/>
            <a:ext cx="11373000" cy="1143000"/>
          </a:xfrm>
          <a:prstGeom prst="roundRect">
            <a:avLst>
              <a:gd fmla="val 16667" name="adj"/>
            </a:avLst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3" name="Google Shape;933;g396d9be4b09_0_20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7810" y="5525519"/>
            <a:ext cx="1056202" cy="1047495"/>
          </a:xfrm>
          <a:prstGeom prst="rect">
            <a:avLst/>
          </a:prstGeom>
          <a:noFill/>
          <a:ln>
            <a:noFill/>
          </a:ln>
        </p:spPr>
      </p:pic>
      <p:sp>
        <p:nvSpPr>
          <p:cNvPr id="934" name="Google Shape;934;g396d9be4b09_0_2040"/>
          <p:cNvSpPr txBox="1"/>
          <p:nvPr/>
        </p:nvSpPr>
        <p:spPr>
          <a:xfrm>
            <a:off x="1269285" y="5405049"/>
            <a:ext cx="11001300" cy="243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3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 Gozo y fuerza en nuestra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3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vida terrenal;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3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800" u="none" cap="none" strike="noStrike">
              <a:solidFill>
                <a:srgbClr val="FFFFFF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9" name="Shape 9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0" name="Google Shape;940;g396d9be4b09_0_2047"/>
          <p:cNvSpPr/>
          <p:nvPr/>
        </p:nvSpPr>
        <p:spPr>
          <a:xfrm>
            <a:off x="428625" y="5477767"/>
            <a:ext cx="11373000" cy="1143000"/>
          </a:xfrm>
          <a:prstGeom prst="roundRect">
            <a:avLst>
              <a:gd fmla="val 16667" name="adj"/>
            </a:avLst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41" name="Google Shape;941;g396d9be4b09_0_20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7810" y="5525519"/>
            <a:ext cx="1056202" cy="1047495"/>
          </a:xfrm>
          <a:prstGeom prst="rect">
            <a:avLst/>
          </a:prstGeom>
          <a:noFill/>
          <a:ln>
            <a:noFill/>
          </a:ln>
        </p:spPr>
      </p:pic>
      <p:sp>
        <p:nvSpPr>
          <p:cNvPr id="942" name="Google Shape;942;g396d9be4b09_0_2047"/>
          <p:cNvSpPr txBox="1"/>
          <p:nvPr/>
        </p:nvSpPr>
        <p:spPr>
          <a:xfrm>
            <a:off x="1190625" y="5399947"/>
            <a:ext cx="11001300" cy="301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3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 Ellas en la dura lid nos sostendrán,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3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Y triunfar podremos sobre el mal.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3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3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800" u="none" cap="none" strike="noStrike">
              <a:solidFill>
                <a:srgbClr val="FFFFFF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7" name="Shape 9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8" name="Google Shape;948;g396d9be4b09_0_2054"/>
          <p:cNvSpPr/>
          <p:nvPr/>
        </p:nvSpPr>
        <p:spPr>
          <a:xfrm>
            <a:off x="428625" y="5477767"/>
            <a:ext cx="11373000" cy="1143000"/>
          </a:xfrm>
          <a:prstGeom prst="roundRect">
            <a:avLst>
              <a:gd fmla="val 16667" name="adj"/>
            </a:avLst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49" name="Google Shape;949;g396d9be4b09_0_20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7810" y="5525519"/>
            <a:ext cx="1056202" cy="1047495"/>
          </a:xfrm>
          <a:prstGeom prst="rect">
            <a:avLst/>
          </a:prstGeom>
          <a:noFill/>
          <a:ln>
            <a:noFill/>
          </a:ln>
        </p:spPr>
      </p:pic>
      <p:sp>
        <p:nvSpPr>
          <p:cNvPr id="950" name="Google Shape;950;g396d9be4b09_0_2054"/>
          <p:cNvSpPr txBox="1"/>
          <p:nvPr/>
        </p:nvSpPr>
        <p:spPr>
          <a:xfrm>
            <a:off x="1269285" y="5405049"/>
            <a:ext cx="11001300" cy="243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3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Grandes, fieles, En ellas para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3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siempre confiaré.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3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800" u="none" cap="none" strike="noStrike">
              <a:solidFill>
                <a:srgbClr val="FFFFFF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5" name="Shape 9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6" name="Google Shape;956;g396d9be4b09_0_21"/>
          <p:cNvSpPr/>
          <p:nvPr/>
        </p:nvSpPr>
        <p:spPr>
          <a:xfrm>
            <a:off x="428625" y="5477767"/>
            <a:ext cx="11373300" cy="1143300"/>
          </a:xfrm>
          <a:prstGeom prst="roundRect">
            <a:avLst>
              <a:gd fmla="val 16667" name="adj"/>
            </a:avLst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</a:pPr>
            <a:r>
              <a:t/>
            </a:r>
            <a:endParaRPr b="0" i="0" sz="1867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57" name="Google Shape;957;g396d9be4b09_0_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7812" y="5525519"/>
            <a:ext cx="1056201" cy="1047495"/>
          </a:xfrm>
          <a:prstGeom prst="rect">
            <a:avLst/>
          </a:prstGeom>
          <a:noFill/>
          <a:ln>
            <a:noFill/>
          </a:ln>
        </p:spPr>
      </p:pic>
      <p:sp>
        <p:nvSpPr>
          <p:cNvPr id="958" name="Google Shape;958;g396d9be4b09_0_21"/>
          <p:cNvSpPr txBox="1"/>
          <p:nvPr/>
        </p:nvSpPr>
        <p:spPr>
          <a:xfrm>
            <a:off x="1167812" y="5529260"/>
            <a:ext cx="110013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s-VE" sz="32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IGLESIA EVANGÉLICA ALIANZA </a:t>
            </a:r>
            <a:endParaRPr b="0" i="0" sz="186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s-VE" sz="32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 BARRIO AEROPUERTO </a:t>
            </a:r>
            <a:endParaRPr b="0" i="0" sz="186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3" name="Shape 9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4" name="Google Shape;964;g396dc14b69f_1_208"/>
          <p:cNvSpPr/>
          <p:nvPr/>
        </p:nvSpPr>
        <p:spPr>
          <a:xfrm>
            <a:off x="428625" y="5477767"/>
            <a:ext cx="11373000" cy="1143000"/>
          </a:xfrm>
          <a:prstGeom prst="roundRect">
            <a:avLst>
              <a:gd fmla="val 16667" name="adj"/>
            </a:avLst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65" name="Google Shape;965;g396dc14b69f_1_20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7810" y="5525519"/>
            <a:ext cx="1056202" cy="1047495"/>
          </a:xfrm>
          <a:prstGeom prst="rect">
            <a:avLst/>
          </a:prstGeom>
          <a:noFill/>
          <a:ln>
            <a:noFill/>
          </a:ln>
        </p:spPr>
      </p:pic>
      <p:sp>
        <p:nvSpPr>
          <p:cNvPr id="966" name="Google Shape;966;g396dc14b69f_1_208"/>
          <p:cNvSpPr txBox="1"/>
          <p:nvPr/>
        </p:nvSpPr>
        <p:spPr>
          <a:xfrm>
            <a:off x="1190625" y="5664404"/>
            <a:ext cx="110013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4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DIOS DEL UNIVERSO</a:t>
            </a:r>
            <a:endParaRPr/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1" name="Shape 9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" name="Google Shape;972;g396dc14b69f_1_215"/>
          <p:cNvSpPr/>
          <p:nvPr/>
        </p:nvSpPr>
        <p:spPr>
          <a:xfrm>
            <a:off x="428625" y="5477767"/>
            <a:ext cx="11373000" cy="1143000"/>
          </a:xfrm>
          <a:prstGeom prst="roundRect">
            <a:avLst>
              <a:gd fmla="val 16667" name="adj"/>
            </a:avLst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73" name="Google Shape;973;g396dc14b69f_1_2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7810" y="5525519"/>
            <a:ext cx="1056202" cy="1047495"/>
          </a:xfrm>
          <a:prstGeom prst="rect">
            <a:avLst/>
          </a:prstGeom>
          <a:noFill/>
          <a:ln>
            <a:noFill/>
          </a:ln>
        </p:spPr>
      </p:pic>
      <p:sp>
        <p:nvSpPr>
          <p:cNvPr id="974" name="Google Shape;974;g396dc14b69f_1_215"/>
          <p:cNvSpPr txBox="1"/>
          <p:nvPr/>
        </p:nvSpPr>
        <p:spPr>
          <a:xfrm>
            <a:off x="897810" y="5420438"/>
            <a:ext cx="110013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36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Desde el fin de la tierra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36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Lo profundo del mar, </a:t>
            </a:r>
            <a:endParaRPr b="0" i="0" sz="3600" u="none" cap="none" strike="noStrike">
              <a:solidFill>
                <a:srgbClr val="FFFFFF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9" name="Shape 9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0" name="Google Shape;980;g396dc14b69f_1_222"/>
          <p:cNvSpPr/>
          <p:nvPr/>
        </p:nvSpPr>
        <p:spPr>
          <a:xfrm>
            <a:off x="428625" y="5477767"/>
            <a:ext cx="11373000" cy="1143000"/>
          </a:xfrm>
          <a:prstGeom prst="roundRect">
            <a:avLst>
              <a:gd fmla="val 16667" name="adj"/>
            </a:avLst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1" name="Google Shape;981;g396dc14b69f_1_2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7810" y="5525519"/>
            <a:ext cx="1056202" cy="1047495"/>
          </a:xfrm>
          <a:prstGeom prst="rect">
            <a:avLst/>
          </a:prstGeom>
          <a:noFill/>
          <a:ln>
            <a:noFill/>
          </a:ln>
        </p:spPr>
      </p:pic>
      <p:sp>
        <p:nvSpPr>
          <p:cNvPr id="982" name="Google Shape;982;g396dc14b69f_1_222"/>
          <p:cNvSpPr txBox="1"/>
          <p:nvPr/>
        </p:nvSpPr>
        <p:spPr>
          <a:xfrm>
            <a:off x="1257677" y="5399945"/>
            <a:ext cx="10172700" cy="19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40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Desde los altos cielos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40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 te alabamos Señor.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40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endParaRPr/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7" name="Shape 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8" name="Google Shape;988;g396dc14b69f_1_229"/>
          <p:cNvSpPr/>
          <p:nvPr/>
        </p:nvSpPr>
        <p:spPr>
          <a:xfrm>
            <a:off x="428625" y="5477767"/>
            <a:ext cx="11373000" cy="1143000"/>
          </a:xfrm>
          <a:prstGeom prst="roundRect">
            <a:avLst>
              <a:gd fmla="val 16667" name="adj"/>
            </a:avLst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9" name="Google Shape;989;g396dc14b69f_1_2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7810" y="5525519"/>
            <a:ext cx="1056202" cy="1047495"/>
          </a:xfrm>
          <a:prstGeom prst="rect">
            <a:avLst/>
          </a:prstGeom>
          <a:noFill/>
          <a:ln>
            <a:noFill/>
          </a:ln>
        </p:spPr>
      </p:pic>
      <p:sp>
        <p:nvSpPr>
          <p:cNvPr id="990" name="Google Shape;990;g396dc14b69f_1_229"/>
          <p:cNvSpPr txBox="1"/>
          <p:nvPr/>
        </p:nvSpPr>
        <p:spPr>
          <a:xfrm>
            <a:off x="1190625" y="5369879"/>
            <a:ext cx="11001300" cy="19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40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Desde mi corazón,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40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con toda mi razón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4000" u="none" cap="none" strike="noStrike">
              <a:solidFill>
                <a:srgbClr val="FFFFFF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5" name="Shape 9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6" name="Google Shape;996;g396dc14b69f_1_236"/>
          <p:cNvSpPr/>
          <p:nvPr/>
        </p:nvSpPr>
        <p:spPr>
          <a:xfrm>
            <a:off x="428625" y="5477767"/>
            <a:ext cx="11373000" cy="1143000"/>
          </a:xfrm>
          <a:prstGeom prst="roundRect">
            <a:avLst>
              <a:gd fmla="val 16667" name="adj"/>
            </a:avLst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97" name="Google Shape;997;g396dc14b69f_1_2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7810" y="5525519"/>
            <a:ext cx="1056202" cy="1047495"/>
          </a:xfrm>
          <a:prstGeom prst="rect">
            <a:avLst/>
          </a:prstGeom>
          <a:noFill/>
          <a:ln>
            <a:noFill/>
          </a:ln>
        </p:spPr>
      </p:pic>
      <p:sp>
        <p:nvSpPr>
          <p:cNvPr id="998" name="Google Shape;998;g396dc14b69f_1_236"/>
          <p:cNvSpPr txBox="1"/>
          <p:nvPr/>
        </p:nvSpPr>
        <p:spPr>
          <a:xfrm>
            <a:off x="800100" y="5363483"/>
            <a:ext cx="11001300" cy="13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40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hoy elevo a tu trono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40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alabanza a tu nombre.</a:t>
            </a:r>
            <a:endParaRPr/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3" name="Shape 10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4" name="Google Shape;1004;g396dc14b69f_1_243"/>
          <p:cNvSpPr/>
          <p:nvPr/>
        </p:nvSpPr>
        <p:spPr>
          <a:xfrm>
            <a:off x="428625" y="5477767"/>
            <a:ext cx="11373000" cy="1143000"/>
          </a:xfrm>
          <a:prstGeom prst="roundRect">
            <a:avLst>
              <a:gd fmla="val 16667" name="adj"/>
            </a:avLst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05" name="Google Shape;1005;g396dc14b69f_1_2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7810" y="5525519"/>
            <a:ext cx="1056202" cy="1047495"/>
          </a:xfrm>
          <a:prstGeom prst="rect">
            <a:avLst/>
          </a:prstGeom>
          <a:noFill/>
          <a:ln>
            <a:noFill/>
          </a:ln>
        </p:spPr>
      </p:pic>
      <p:sp>
        <p:nvSpPr>
          <p:cNvPr id="1006" name="Google Shape;1006;g396dc14b69f_1_243"/>
          <p:cNvSpPr txBox="1"/>
          <p:nvPr/>
        </p:nvSpPr>
        <p:spPr>
          <a:xfrm>
            <a:off x="1269285" y="5399947"/>
            <a:ext cx="11001300" cy="17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36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CORO: //Eres Dios del universo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36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Digno de toda gloria, Dios, mi Dios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600" u="none" cap="none" strike="noStrike">
              <a:solidFill>
                <a:srgbClr val="FFFFFF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1" name="Shape 10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2" name="Google Shape;1012;g396dc14b69f_1_250"/>
          <p:cNvSpPr/>
          <p:nvPr/>
        </p:nvSpPr>
        <p:spPr>
          <a:xfrm>
            <a:off x="428625" y="5477767"/>
            <a:ext cx="11373000" cy="1143000"/>
          </a:xfrm>
          <a:prstGeom prst="roundRect">
            <a:avLst>
              <a:gd fmla="val 16667" name="adj"/>
            </a:avLst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13" name="Google Shape;1013;g396dc14b69f_1_2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7810" y="5525519"/>
            <a:ext cx="1056202" cy="1047495"/>
          </a:xfrm>
          <a:prstGeom prst="rect">
            <a:avLst/>
          </a:prstGeom>
          <a:noFill/>
          <a:ln>
            <a:noFill/>
          </a:ln>
        </p:spPr>
      </p:pic>
      <p:sp>
        <p:nvSpPr>
          <p:cNvPr id="1014" name="Google Shape;1014;g396dc14b69f_1_250"/>
          <p:cNvSpPr txBox="1"/>
          <p:nvPr/>
        </p:nvSpPr>
        <p:spPr>
          <a:xfrm>
            <a:off x="1157794" y="5465366"/>
            <a:ext cx="110013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32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Exaltado en las naciones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32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Supremo Señor de señores Dios, mi Dios, </a:t>
            </a:r>
            <a:endParaRPr/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9" name="Shape 10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0" name="Google Shape;1020;g396dc14b69f_1_257"/>
          <p:cNvSpPr/>
          <p:nvPr/>
        </p:nvSpPr>
        <p:spPr>
          <a:xfrm>
            <a:off x="428625" y="5477767"/>
            <a:ext cx="11373000" cy="1143000"/>
          </a:xfrm>
          <a:prstGeom prst="roundRect">
            <a:avLst>
              <a:gd fmla="val 16667" name="adj"/>
            </a:avLst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21" name="Google Shape;1021;g396dc14b69f_1_2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7810" y="5525519"/>
            <a:ext cx="1056202" cy="1047495"/>
          </a:xfrm>
          <a:prstGeom prst="rect">
            <a:avLst/>
          </a:prstGeom>
          <a:noFill/>
          <a:ln>
            <a:noFill/>
          </a:ln>
        </p:spPr>
      </p:pic>
      <p:sp>
        <p:nvSpPr>
          <p:cNvPr id="1022" name="Google Shape;1022;g396dc14b69f_1_257"/>
          <p:cNvSpPr txBox="1"/>
          <p:nvPr/>
        </p:nvSpPr>
        <p:spPr>
          <a:xfrm>
            <a:off x="1190625" y="5695323"/>
            <a:ext cx="110013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40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Te alabamos.</a:t>
            </a:r>
            <a:endParaRPr b="0" i="0" sz="4000" u="none" cap="none" strike="noStrike">
              <a:solidFill>
                <a:srgbClr val="FFFFFF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7" name="Shape 10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Google Shape;1028;g396dc14b69f_1_264"/>
          <p:cNvSpPr/>
          <p:nvPr/>
        </p:nvSpPr>
        <p:spPr>
          <a:xfrm>
            <a:off x="428625" y="5477767"/>
            <a:ext cx="11373000" cy="1143000"/>
          </a:xfrm>
          <a:prstGeom prst="roundRect">
            <a:avLst>
              <a:gd fmla="val 16667" name="adj"/>
            </a:avLst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29" name="Google Shape;1029;g396dc14b69f_1_2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7810" y="5525519"/>
            <a:ext cx="1056202" cy="1047495"/>
          </a:xfrm>
          <a:prstGeom prst="rect">
            <a:avLst/>
          </a:prstGeom>
          <a:noFill/>
          <a:ln>
            <a:noFill/>
          </a:ln>
        </p:spPr>
      </p:pic>
      <p:sp>
        <p:nvSpPr>
          <p:cNvPr id="1030" name="Google Shape;1030;g396dc14b69f_1_264"/>
          <p:cNvSpPr txBox="1"/>
          <p:nvPr/>
        </p:nvSpPr>
        <p:spPr>
          <a:xfrm>
            <a:off x="897810" y="5420438"/>
            <a:ext cx="110013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36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Desde el fin de la tierra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36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Lo profundo del mar, </a:t>
            </a:r>
            <a:endParaRPr b="0" i="0" sz="3600" u="none" cap="none" strike="noStrike">
              <a:solidFill>
                <a:srgbClr val="FFFFFF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5" name="Shape 10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6" name="Google Shape;1036;g396dc14b69f_1_271"/>
          <p:cNvSpPr/>
          <p:nvPr/>
        </p:nvSpPr>
        <p:spPr>
          <a:xfrm>
            <a:off x="428625" y="5477767"/>
            <a:ext cx="11373000" cy="1143000"/>
          </a:xfrm>
          <a:prstGeom prst="roundRect">
            <a:avLst>
              <a:gd fmla="val 16667" name="adj"/>
            </a:avLst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7" name="Google Shape;1037;g396dc14b69f_1_27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7810" y="5525519"/>
            <a:ext cx="1056202" cy="1047495"/>
          </a:xfrm>
          <a:prstGeom prst="rect">
            <a:avLst/>
          </a:prstGeom>
          <a:noFill/>
          <a:ln>
            <a:noFill/>
          </a:ln>
        </p:spPr>
      </p:pic>
      <p:sp>
        <p:nvSpPr>
          <p:cNvPr id="1038" name="Google Shape;1038;g396dc14b69f_1_271"/>
          <p:cNvSpPr txBox="1"/>
          <p:nvPr/>
        </p:nvSpPr>
        <p:spPr>
          <a:xfrm>
            <a:off x="1257677" y="5399945"/>
            <a:ext cx="10172700" cy="19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40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Desde los altos cielos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40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 te alabamos Señor.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40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endParaRPr/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3" name="Shape 10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" name="Google Shape;1044;g396dc14b69f_1_278"/>
          <p:cNvSpPr/>
          <p:nvPr/>
        </p:nvSpPr>
        <p:spPr>
          <a:xfrm>
            <a:off x="428625" y="5477767"/>
            <a:ext cx="11373000" cy="1143000"/>
          </a:xfrm>
          <a:prstGeom prst="roundRect">
            <a:avLst>
              <a:gd fmla="val 16667" name="adj"/>
            </a:avLst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45" name="Google Shape;1045;g396dc14b69f_1_27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7810" y="5525519"/>
            <a:ext cx="1056202" cy="1047495"/>
          </a:xfrm>
          <a:prstGeom prst="rect">
            <a:avLst/>
          </a:prstGeom>
          <a:noFill/>
          <a:ln>
            <a:noFill/>
          </a:ln>
        </p:spPr>
      </p:pic>
      <p:sp>
        <p:nvSpPr>
          <p:cNvPr id="1046" name="Google Shape;1046;g396dc14b69f_1_278"/>
          <p:cNvSpPr txBox="1"/>
          <p:nvPr/>
        </p:nvSpPr>
        <p:spPr>
          <a:xfrm>
            <a:off x="1190625" y="5369879"/>
            <a:ext cx="11001300" cy="19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40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Desde mi corazón,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40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con toda mi razón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4000" u="none" cap="none" strike="noStrike">
              <a:solidFill>
                <a:srgbClr val="FFFFFF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1" name="Shape 10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2" name="Google Shape;1052;g396dc14b69f_1_285"/>
          <p:cNvSpPr/>
          <p:nvPr/>
        </p:nvSpPr>
        <p:spPr>
          <a:xfrm>
            <a:off x="428625" y="5477767"/>
            <a:ext cx="11373000" cy="1143000"/>
          </a:xfrm>
          <a:prstGeom prst="roundRect">
            <a:avLst>
              <a:gd fmla="val 16667" name="adj"/>
            </a:avLst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53" name="Google Shape;1053;g396dc14b69f_1_28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7810" y="5525519"/>
            <a:ext cx="1056202" cy="1047495"/>
          </a:xfrm>
          <a:prstGeom prst="rect">
            <a:avLst/>
          </a:prstGeom>
          <a:noFill/>
          <a:ln>
            <a:noFill/>
          </a:ln>
        </p:spPr>
      </p:pic>
      <p:sp>
        <p:nvSpPr>
          <p:cNvPr id="1054" name="Google Shape;1054;g396dc14b69f_1_285"/>
          <p:cNvSpPr txBox="1"/>
          <p:nvPr/>
        </p:nvSpPr>
        <p:spPr>
          <a:xfrm>
            <a:off x="800100" y="5363483"/>
            <a:ext cx="11001300" cy="13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40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hoy elevo a tu trono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40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alabanza a tu nombre.</a:t>
            </a:r>
            <a:endParaRPr/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9" name="Shape 10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0" name="Google Shape;1060;g396dc14b69f_1_292"/>
          <p:cNvSpPr/>
          <p:nvPr/>
        </p:nvSpPr>
        <p:spPr>
          <a:xfrm>
            <a:off x="428625" y="5477767"/>
            <a:ext cx="11373000" cy="1143000"/>
          </a:xfrm>
          <a:prstGeom prst="roundRect">
            <a:avLst>
              <a:gd fmla="val 16667" name="adj"/>
            </a:avLst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61" name="Google Shape;1061;g396dc14b69f_1_29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7810" y="5525519"/>
            <a:ext cx="1056202" cy="1047495"/>
          </a:xfrm>
          <a:prstGeom prst="rect">
            <a:avLst/>
          </a:prstGeom>
          <a:noFill/>
          <a:ln>
            <a:noFill/>
          </a:ln>
        </p:spPr>
      </p:pic>
      <p:sp>
        <p:nvSpPr>
          <p:cNvPr id="1062" name="Google Shape;1062;g396dc14b69f_1_292"/>
          <p:cNvSpPr txBox="1"/>
          <p:nvPr/>
        </p:nvSpPr>
        <p:spPr>
          <a:xfrm>
            <a:off x="1269285" y="5399947"/>
            <a:ext cx="11001300" cy="17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36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CORO: //Eres Dios del universo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36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Digno de toda gloria, Dios, mi Dios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600" u="none" cap="none" strike="noStrike">
              <a:solidFill>
                <a:srgbClr val="FFFFFF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7" name="Shape 10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8" name="Google Shape;1068;g396dc14b69f_1_299"/>
          <p:cNvSpPr/>
          <p:nvPr/>
        </p:nvSpPr>
        <p:spPr>
          <a:xfrm>
            <a:off x="428625" y="5477767"/>
            <a:ext cx="11373000" cy="1143000"/>
          </a:xfrm>
          <a:prstGeom prst="roundRect">
            <a:avLst>
              <a:gd fmla="val 16667" name="adj"/>
            </a:avLst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69" name="Google Shape;1069;g396dc14b69f_1_29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7810" y="5525519"/>
            <a:ext cx="1056202" cy="1047495"/>
          </a:xfrm>
          <a:prstGeom prst="rect">
            <a:avLst/>
          </a:prstGeom>
          <a:noFill/>
          <a:ln>
            <a:noFill/>
          </a:ln>
        </p:spPr>
      </p:pic>
      <p:sp>
        <p:nvSpPr>
          <p:cNvPr id="1070" name="Google Shape;1070;g396dc14b69f_1_299"/>
          <p:cNvSpPr txBox="1"/>
          <p:nvPr/>
        </p:nvSpPr>
        <p:spPr>
          <a:xfrm>
            <a:off x="1157794" y="5465366"/>
            <a:ext cx="110013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32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Exaltado en las naciones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32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Supremo Señor de señores Dios, mi Dios, </a:t>
            </a:r>
            <a:endParaRPr/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5" name="Shape 10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6" name="Google Shape;1076;g396dc14b69f_1_306"/>
          <p:cNvSpPr/>
          <p:nvPr/>
        </p:nvSpPr>
        <p:spPr>
          <a:xfrm>
            <a:off x="428625" y="5477767"/>
            <a:ext cx="11373000" cy="1143000"/>
          </a:xfrm>
          <a:prstGeom prst="roundRect">
            <a:avLst>
              <a:gd fmla="val 16667" name="adj"/>
            </a:avLst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77" name="Google Shape;1077;g396dc14b69f_1_30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7810" y="5525519"/>
            <a:ext cx="1056202" cy="1047495"/>
          </a:xfrm>
          <a:prstGeom prst="rect">
            <a:avLst/>
          </a:prstGeom>
          <a:noFill/>
          <a:ln>
            <a:noFill/>
          </a:ln>
        </p:spPr>
      </p:pic>
      <p:sp>
        <p:nvSpPr>
          <p:cNvPr id="1078" name="Google Shape;1078;g396dc14b69f_1_306"/>
          <p:cNvSpPr txBox="1"/>
          <p:nvPr/>
        </p:nvSpPr>
        <p:spPr>
          <a:xfrm>
            <a:off x="1190625" y="5695323"/>
            <a:ext cx="110013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40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Te alabamos.</a:t>
            </a:r>
            <a:endParaRPr b="0" i="0" sz="4000" u="none" cap="none" strike="noStrike">
              <a:solidFill>
                <a:srgbClr val="FFFFFF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3" name="Shape 10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4" name="Google Shape;1084;g396dc14b69f_1_313"/>
          <p:cNvSpPr/>
          <p:nvPr/>
        </p:nvSpPr>
        <p:spPr>
          <a:xfrm>
            <a:off x="428625" y="5477767"/>
            <a:ext cx="11373000" cy="1143000"/>
          </a:xfrm>
          <a:prstGeom prst="roundRect">
            <a:avLst>
              <a:gd fmla="val 16667" name="adj"/>
            </a:avLst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5" name="Google Shape;1085;g396dc14b69f_1_3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7810" y="5525519"/>
            <a:ext cx="1056202" cy="1047495"/>
          </a:xfrm>
          <a:prstGeom prst="rect">
            <a:avLst/>
          </a:prstGeom>
          <a:noFill/>
          <a:ln>
            <a:noFill/>
          </a:ln>
        </p:spPr>
      </p:pic>
      <p:sp>
        <p:nvSpPr>
          <p:cNvPr id="1086" name="Google Shape;1086;g396dc14b69f_1_313"/>
          <p:cNvSpPr txBox="1"/>
          <p:nvPr/>
        </p:nvSpPr>
        <p:spPr>
          <a:xfrm>
            <a:off x="897810" y="5420438"/>
            <a:ext cx="110013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36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Desde el fin de la tierra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36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Lo profundo del mar, </a:t>
            </a:r>
            <a:endParaRPr b="0" i="0" sz="3600" u="none" cap="none" strike="noStrike">
              <a:solidFill>
                <a:srgbClr val="FFFFFF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1" name="Shape 10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2" name="Google Shape;1092;g396dc14b69f_1_320"/>
          <p:cNvSpPr/>
          <p:nvPr/>
        </p:nvSpPr>
        <p:spPr>
          <a:xfrm>
            <a:off x="428625" y="5477767"/>
            <a:ext cx="11373000" cy="1143000"/>
          </a:xfrm>
          <a:prstGeom prst="roundRect">
            <a:avLst>
              <a:gd fmla="val 16667" name="adj"/>
            </a:avLst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93" name="Google Shape;1093;g396dc14b69f_1_3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7810" y="5525519"/>
            <a:ext cx="1056202" cy="1047495"/>
          </a:xfrm>
          <a:prstGeom prst="rect">
            <a:avLst/>
          </a:prstGeom>
          <a:noFill/>
          <a:ln>
            <a:noFill/>
          </a:ln>
        </p:spPr>
      </p:pic>
      <p:sp>
        <p:nvSpPr>
          <p:cNvPr id="1094" name="Google Shape;1094;g396dc14b69f_1_320"/>
          <p:cNvSpPr txBox="1"/>
          <p:nvPr/>
        </p:nvSpPr>
        <p:spPr>
          <a:xfrm>
            <a:off x="1425911" y="5633767"/>
            <a:ext cx="101727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4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Mi Dios.</a:t>
            </a:r>
            <a:endParaRPr/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9" name="Shape 10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0" name="Google Shape;1100;g396dc14b69f_1_327"/>
          <p:cNvSpPr/>
          <p:nvPr/>
        </p:nvSpPr>
        <p:spPr>
          <a:xfrm>
            <a:off x="428625" y="5477767"/>
            <a:ext cx="11373000" cy="1143000"/>
          </a:xfrm>
          <a:prstGeom prst="roundRect">
            <a:avLst>
              <a:gd fmla="val 16667" name="adj"/>
            </a:avLst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01" name="Google Shape;1101;g396dc14b69f_1_3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7810" y="5525519"/>
            <a:ext cx="1056202" cy="1047495"/>
          </a:xfrm>
          <a:prstGeom prst="rect">
            <a:avLst/>
          </a:prstGeom>
          <a:noFill/>
          <a:ln>
            <a:noFill/>
          </a:ln>
        </p:spPr>
      </p:pic>
      <p:sp>
        <p:nvSpPr>
          <p:cNvPr id="1102" name="Google Shape;1102;g396dc14b69f_1_327"/>
          <p:cNvSpPr txBox="1"/>
          <p:nvPr/>
        </p:nvSpPr>
        <p:spPr>
          <a:xfrm>
            <a:off x="1257677" y="5399945"/>
            <a:ext cx="10172700" cy="19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40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Desde los altos cielos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40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 te alabamos Señor.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40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endParaRPr/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7" name="Shape 1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8" name="Google Shape;1108;g396dc14b69f_1_0"/>
          <p:cNvSpPr/>
          <p:nvPr/>
        </p:nvSpPr>
        <p:spPr>
          <a:xfrm>
            <a:off x="428625" y="5477767"/>
            <a:ext cx="11373300" cy="1143300"/>
          </a:xfrm>
          <a:prstGeom prst="roundRect">
            <a:avLst>
              <a:gd fmla="val 16667" name="adj"/>
            </a:avLst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</a:pPr>
            <a:r>
              <a:t/>
            </a:r>
            <a:endParaRPr b="0" i="0" sz="1867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09" name="Google Shape;1109;g396dc14b69f_1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7812" y="5525519"/>
            <a:ext cx="1056201" cy="1047495"/>
          </a:xfrm>
          <a:prstGeom prst="rect">
            <a:avLst/>
          </a:prstGeom>
          <a:noFill/>
          <a:ln>
            <a:noFill/>
          </a:ln>
        </p:spPr>
      </p:pic>
      <p:sp>
        <p:nvSpPr>
          <p:cNvPr id="1110" name="Google Shape;1110;g396dc14b69f_1_0"/>
          <p:cNvSpPr txBox="1"/>
          <p:nvPr/>
        </p:nvSpPr>
        <p:spPr>
          <a:xfrm>
            <a:off x="1167812" y="5529260"/>
            <a:ext cx="110013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s-VE" sz="32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IGLESIA EVANGÉLICA ALIANZA </a:t>
            </a:r>
            <a:endParaRPr b="0" i="0" sz="186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s-VE" sz="32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 BARRIO AEROPUERTO </a:t>
            </a:r>
            <a:endParaRPr b="0" i="0" sz="186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5" name="Shape 1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" name="Google Shape;1116;g396d9be4b09_0_2711"/>
          <p:cNvSpPr/>
          <p:nvPr/>
        </p:nvSpPr>
        <p:spPr>
          <a:xfrm>
            <a:off x="428625" y="5477767"/>
            <a:ext cx="11373000" cy="1143000"/>
          </a:xfrm>
          <a:prstGeom prst="roundRect">
            <a:avLst>
              <a:gd fmla="val 16667" name="adj"/>
            </a:avLst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17" name="Google Shape;1117;g396d9be4b09_0_27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7810" y="5525519"/>
            <a:ext cx="1056202" cy="1047495"/>
          </a:xfrm>
          <a:prstGeom prst="rect">
            <a:avLst/>
          </a:prstGeom>
          <a:noFill/>
          <a:ln>
            <a:noFill/>
          </a:ln>
        </p:spPr>
      </p:pic>
      <p:sp>
        <p:nvSpPr>
          <p:cNvPr id="1118" name="Google Shape;1118;g396d9be4b09_0_2711"/>
          <p:cNvSpPr txBox="1"/>
          <p:nvPr/>
        </p:nvSpPr>
        <p:spPr>
          <a:xfrm>
            <a:off x="1304929" y="5629371"/>
            <a:ext cx="110013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4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#171 CON QUÉ PAGAREMOS</a:t>
            </a:r>
            <a:endParaRPr/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3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396d9be4b09_0_2718"/>
          <p:cNvSpPr/>
          <p:nvPr/>
        </p:nvSpPr>
        <p:spPr>
          <a:xfrm>
            <a:off x="428625" y="5477767"/>
            <a:ext cx="11373000" cy="1143000"/>
          </a:xfrm>
          <a:prstGeom prst="roundRect">
            <a:avLst>
              <a:gd fmla="val 16667" name="adj"/>
            </a:avLst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25" name="Google Shape;1125;g396d9be4b09_0_27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7810" y="5525519"/>
            <a:ext cx="1056202" cy="1047495"/>
          </a:xfrm>
          <a:prstGeom prst="rect">
            <a:avLst/>
          </a:prstGeom>
          <a:noFill/>
          <a:ln>
            <a:noFill/>
          </a:ln>
        </p:spPr>
      </p:pic>
      <p:sp>
        <p:nvSpPr>
          <p:cNvPr id="1126" name="Google Shape;1126;g396d9be4b09_0_2718"/>
          <p:cNvSpPr txBox="1"/>
          <p:nvPr/>
        </p:nvSpPr>
        <p:spPr>
          <a:xfrm>
            <a:off x="800100" y="5442326"/>
            <a:ext cx="110013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742950" lvl="0" marL="74295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Arial Black"/>
              <a:buAutoNum type="arabicPeriod"/>
            </a:pPr>
            <a:r>
              <a:rPr b="0" i="0" lang="es-VE" sz="3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¿Con qué pagaremos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3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amor tan inmenso? </a:t>
            </a:r>
            <a:endParaRPr b="0" i="0" sz="3800" u="none" cap="none" strike="noStrike">
              <a:solidFill>
                <a:srgbClr val="FFFFFF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1" name="Shape 1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2" name="Google Shape;1132;g396d9be4b09_0_2725"/>
          <p:cNvSpPr/>
          <p:nvPr/>
        </p:nvSpPr>
        <p:spPr>
          <a:xfrm>
            <a:off x="428625" y="5477767"/>
            <a:ext cx="11373000" cy="1143000"/>
          </a:xfrm>
          <a:prstGeom prst="roundRect">
            <a:avLst>
              <a:gd fmla="val 16667" name="adj"/>
            </a:avLst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33" name="Google Shape;1133;g396d9be4b09_0_27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7810" y="5525519"/>
            <a:ext cx="1056202" cy="1047495"/>
          </a:xfrm>
          <a:prstGeom prst="rect">
            <a:avLst/>
          </a:prstGeom>
          <a:noFill/>
          <a:ln>
            <a:noFill/>
          </a:ln>
        </p:spPr>
      </p:pic>
      <p:sp>
        <p:nvSpPr>
          <p:cNvPr id="1134" name="Google Shape;1134;g396d9be4b09_0_2725"/>
          <p:cNvSpPr txBox="1"/>
          <p:nvPr/>
        </p:nvSpPr>
        <p:spPr>
          <a:xfrm>
            <a:off x="1827488" y="5710712"/>
            <a:ext cx="101004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3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Que diste tu vida por el pecador;</a:t>
            </a:r>
            <a:endParaRPr b="0" i="0" sz="3800" u="none" cap="none" strike="noStrike">
              <a:solidFill>
                <a:srgbClr val="FFFFFF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9" name="Shape 1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0" name="Google Shape;1140;g396d9be4b09_0_2732"/>
          <p:cNvSpPr/>
          <p:nvPr/>
        </p:nvSpPr>
        <p:spPr>
          <a:xfrm>
            <a:off x="428625" y="5477767"/>
            <a:ext cx="11373000" cy="1143000"/>
          </a:xfrm>
          <a:prstGeom prst="roundRect">
            <a:avLst>
              <a:gd fmla="val 16667" name="adj"/>
            </a:avLst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41" name="Google Shape;1141;g396d9be4b09_0_27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7810" y="5525519"/>
            <a:ext cx="1056202" cy="1047495"/>
          </a:xfrm>
          <a:prstGeom prst="rect">
            <a:avLst/>
          </a:prstGeom>
          <a:noFill/>
          <a:ln>
            <a:noFill/>
          </a:ln>
        </p:spPr>
      </p:pic>
      <p:sp>
        <p:nvSpPr>
          <p:cNvPr id="1142" name="Google Shape;1142;g396d9be4b09_0_2732"/>
          <p:cNvSpPr txBox="1"/>
          <p:nvPr/>
        </p:nvSpPr>
        <p:spPr>
          <a:xfrm>
            <a:off x="824163" y="5402394"/>
            <a:ext cx="110013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3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En cambio recibes la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3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 ofrenda humilde</a:t>
            </a:r>
            <a:endParaRPr b="0" i="0" sz="3800" u="none" cap="none" strike="noStrike">
              <a:solidFill>
                <a:srgbClr val="FFFFFF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7" name="Shape 1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8" name="Google Shape;1148;g396d9be4b09_0_2739"/>
          <p:cNvSpPr/>
          <p:nvPr/>
        </p:nvSpPr>
        <p:spPr>
          <a:xfrm>
            <a:off x="428625" y="5477767"/>
            <a:ext cx="11373000" cy="1143000"/>
          </a:xfrm>
          <a:prstGeom prst="roundRect">
            <a:avLst>
              <a:gd fmla="val 16667" name="adj"/>
            </a:avLst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49" name="Google Shape;1149;g396d9be4b09_0_27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7810" y="5525519"/>
            <a:ext cx="1056202" cy="1047495"/>
          </a:xfrm>
          <a:prstGeom prst="rect">
            <a:avLst/>
          </a:prstGeom>
          <a:noFill/>
          <a:ln>
            <a:noFill/>
          </a:ln>
        </p:spPr>
      </p:pic>
      <p:sp>
        <p:nvSpPr>
          <p:cNvPr id="1150" name="Google Shape;1150;g396d9be4b09_0_2739"/>
          <p:cNvSpPr txBox="1"/>
          <p:nvPr/>
        </p:nvSpPr>
        <p:spPr>
          <a:xfrm>
            <a:off x="1291891" y="5403498"/>
            <a:ext cx="105096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3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La ofrenda humilde, Señor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3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Jesucristo, de mi corazón.</a:t>
            </a:r>
            <a:endParaRPr b="0" i="0" sz="3800" u="none" cap="none" strike="noStrike">
              <a:solidFill>
                <a:srgbClr val="FFFFFF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5" name="Shape 1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6" name="Google Shape;1156;g396d9be4b09_0_2746"/>
          <p:cNvSpPr/>
          <p:nvPr/>
        </p:nvSpPr>
        <p:spPr>
          <a:xfrm>
            <a:off x="428625" y="5477767"/>
            <a:ext cx="11373000" cy="1143000"/>
          </a:xfrm>
          <a:prstGeom prst="roundRect">
            <a:avLst>
              <a:gd fmla="val 16667" name="adj"/>
            </a:avLst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57" name="Google Shape;1157;g396d9be4b09_0_27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7810" y="5525519"/>
            <a:ext cx="1056202" cy="1047495"/>
          </a:xfrm>
          <a:prstGeom prst="rect">
            <a:avLst/>
          </a:prstGeom>
          <a:noFill/>
          <a:ln>
            <a:noFill/>
          </a:ln>
        </p:spPr>
      </p:pic>
      <p:sp>
        <p:nvSpPr>
          <p:cNvPr id="1158" name="Google Shape;1158;g396d9be4b09_0_2746"/>
          <p:cNvSpPr txBox="1"/>
          <p:nvPr/>
        </p:nvSpPr>
        <p:spPr>
          <a:xfrm>
            <a:off x="800100" y="5402393"/>
            <a:ext cx="110013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3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La ofrenda humilde, Señor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3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Jesucristo, de mi corazón.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800" u="none" cap="none" strike="noStrike">
              <a:solidFill>
                <a:srgbClr val="FFFFFF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3" name="Shape 1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4" name="Google Shape;1164;g396d9be4b09_0_2753"/>
          <p:cNvSpPr/>
          <p:nvPr/>
        </p:nvSpPr>
        <p:spPr>
          <a:xfrm>
            <a:off x="428625" y="5477767"/>
            <a:ext cx="11373000" cy="1143000"/>
          </a:xfrm>
          <a:prstGeom prst="roundRect">
            <a:avLst>
              <a:gd fmla="val 16667" name="adj"/>
            </a:avLst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65" name="Google Shape;1165;g396d9be4b09_0_27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7810" y="5525519"/>
            <a:ext cx="1056202" cy="1047495"/>
          </a:xfrm>
          <a:prstGeom prst="rect">
            <a:avLst/>
          </a:prstGeom>
          <a:noFill/>
          <a:ln>
            <a:noFill/>
          </a:ln>
        </p:spPr>
      </p:pic>
      <p:sp>
        <p:nvSpPr>
          <p:cNvPr id="1166" name="Google Shape;1166;g396d9be4b09_0_2753"/>
          <p:cNvSpPr txBox="1"/>
          <p:nvPr/>
        </p:nvSpPr>
        <p:spPr>
          <a:xfrm>
            <a:off x="897810" y="5399432"/>
            <a:ext cx="110013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3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2. Y cuando la noche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3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extiende su manto, </a:t>
            </a:r>
            <a:endParaRPr b="0" i="0" sz="3800" u="none" cap="none" strike="noStrike">
              <a:solidFill>
                <a:srgbClr val="FFFFFF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1" name="Shape 1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2" name="Google Shape;1172;g396d9be4b09_0_2760"/>
          <p:cNvSpPr/>
          <p:nvPr/>
        </p:nvSpPr>
        <p:spPr>
          <a:xfrm>
            <a:off x="428625" y="5477767"/>
            <a:ext cx="11373000" cy="1143000"/>
          </a:xfrm>
          <a:prstGeom prst="roundRect">
            <a:avLst>
              <a:gd fmla="val 16667" name="adj"/>
            </a:avLst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73" name="Google Shape;1173;g396d9be4b09_0_27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7810" y="5525519"/>
            <a:ext cx="1056202" cy="1047495"/>
          </a:xfrm>
          <a:prstGeom prst="rect">
            <a:avLst/>
          </a:prstGeom>
          <a:noFill/>
          <a:ln>
            <a:noFill/>
          </a:ln>
        </p:spPr>
      </p:pic>
      <p:sp>
        <p:nvSpPr>
          <p:cNvPr id="1174" name="Google Shape;1174;g396d9be4b09_0_2760"/>
          <p:cNvSpPr txBox="1"/>
          <p:nvPr/>
        </p:nvSpPr>
        <p:spPr>
          <a:xfrm>
            <a:off x="1269285" y="5710712"/>
            <a:ext cx="110013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3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Mis ojos en llanto en ti fijaré;</a:t>
            </a:r>
            <a:endParaRPr/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9" name="Shape 1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0" name="Google Shape;1180;g396d9be4b09_0_2767"/>
          <p:cNvSpPr/>
          <p:nvPr/>
        </p:nvSpPr>
        <p:spPr>
          <a:xfrm>
            <a:off x="428625" y="5477767"/>
            <a:ext cx="11373000" cy="1143000"/>
          </a:xfrm>
          <a:prstGeom prst="roundRect">
            <a:avLst>
              <a:gd fmla="val 16667" name="adj"/>
            </a:avLst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81" name="Google Shape;1181;g396d9be4b09_0_276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7810" y="5525519"/>
            <a:ext cx="1056202" cy="1047495"/>
          </a:xfrm>
          <a:prstGeom prst="rect">
            <a:avLst/>
          </a:prstGeom>
          <a:noFill/>
          <a:ln>
            <a:noFill/>
          </a:ln>
        </p:spPr>
      </p:pic>
      <p:sp>
        <p:nvSpPr>
          <p:cNvPr id="1182" name="Google Shape;1182;g396d9be4b09_0_2767"/>
          <p:cNvSpPr txBox="1"/>
          <p:nvPr/>
        </p:nvSpPr>
        <p:spPr>
          <a:xfrm>
            <a:off x="1377056" y="5710712"/>
            <a:ext cx="110013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3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Alzando mis ojos veré las estrellas; </a:t>
            </a:r>
            <a:endParaRPr b="0" i="0" sz="3800" u="none" cap="none" strike="noStrike">
              <a:solidFill>
                <a:srgbClr val="FFFFFF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7" name="Shape 1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8" name="Google Shape;1188;g396d9be4b09_0_2774"/>
          <p:cNvSpPr/>
          <p:nvPr/>
        </p:nvSpPr>
        <p:spPr>
          <a:xfrm>
            <a:off x="428625" y="5477767"/>
            <a:ext cx="11373000" cy="1143000"/>
          </a:xfrm>
          <a:prstGeom prst="roundRect">
            <a:avLst>
              <a:gd fmla="val 16667" name="adj"/>
            </a:avLst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89" name="Google Shape;1189;g396d9be4b09_0_277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7810" y="5525519"/>
            <a:ext cx="1056202" cy="1047495"/>
          </a:xfrm>
          <a:prstGeom prst="rect">
            <a:avLst/>
          </a:prstGeom>
          <a:noFill/>
          <a:ln>
            <a:noFill/>
          </a:ln>
        </p:spPr>
      </p:pic>
      <p:sp>
        <p:nvSpPr>
          <p:cNvPr id="1190" name="Google Shape;1190;g396d9be4b09_0_2774"/>
          <p:cNvSpPr txBox="1"/>
          <p:nvPr/>
        </p:nvSpPr>
        <p:spPr>
          <a:xfrm>
            <a:off x="800100" y="5402393"/>
            <a:ext cx="110013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3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Yo sé que tras ellas cual Padre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3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amoroso tú velas por mí. </a:t>
            </a:r>
            <a:endParaRPr b="0" i="0" sz="3800" u="none" cap="none" strike="noStrike">
              <a:solidFill>
                <a:srgbClr val="FFFFFF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5" name="Shape 1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6" name="Google Shape;1196;g396d9be4b09_0_2781"/>
          <p:cNvSpPr/>
          <p:nvPr/>
        </p:nvSpPr>
        <p:spPr>
          <a:xfrm>
            <a:off x="428625" y="5477767"/>
            <a:ext cx="11373000" cy="1143000"/>
          </a:xfrm>
          <a:prstGeom prst="roundRect">
            <a:avLst>
              <a:gd fmla="val 16667" name="adj"/>
            </a:avLst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97" name="Google Shape;1197;g396d9be4b09_0_278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7810" y="5525519"/>
            <a:ext cx="1056202" cy="1047495"/>
          </a:xfrm>
          <a:prstGeom prst="rect">
            <a:avLst/>
          </a:prstGeom>
          <a:noFill/>
          <a:ln>
            <a:noFill/>
          </a:ln>
        </p:spPr>
      </p:pic>
      <p:sp>
        <p:nvSpPr>
          <p:cNvPr id="1198" name="Google Shape;1198;g396d9be4b09_0_2781"/>
          <p:cNvSpPr txBox="1"/>
          <p:nvPr/>
        </p:nvSpPr>
        <p:spPr>
          <a:xfrm>
            <a:off x="1230375" y="5419229"/>
            <a:ext cx="110013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3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Yo sé que tras ellas cual Padre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3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amoroso tú velas por mí.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800" u="none" cap="none" strike="noStrike">
              <a:solidFill>
                <a:srgbClr val="FFFFFF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3" name="Shape 1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4" name="Google Shape;1204;g396d9be4b09_0_2788"/>
          <p:cNvSpPr/>
          <p:nvPr/>
        </p:nvSpPr>
        <p:spPr>
          <a:xfrm>
            <a:off x="428625" y="5477767"/>
            <a:ext cx="11373000" cy="1143000"/>
          </a:xfrm>
          <a:prstGeom prst="roundRect">
            <a:avLst>
              <a:gd fmla="val 16667" name="adj"/>
            </a:avLst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05" name="Google Shape;1205;g396d9be4b09_0_278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7810" y="5525519"/>
            <a:ext cx="1056202" cy="1047495"/>
          </a:xfrm>
          <a:prstGeom prst="rect">
            <a:avLst/>
          </a:prstGeom>
          <a:noFill/>
          <a:ln>
            <a:noFill/>
          </a:ln>
        </p:spPr>
      </p:pic>
      <p:sp>
        <p:nvSpPr>
          <p:cNvPr id="1206" name="Google Shape;1206;g396d9be4b09_0_2788"/>
          <p:cNvSpPr txBox="1"/>
          <p:nvPr/>
        </p:nvSpPr>
        <p:spPr>
          <a:xfrm>
            <a:off x="1190625" y="5710712"/>
            <a:ext cx="110013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3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3. No puedo pagarte con oro ni plata</a:t>
            </a:r>
            <a:endParaRPr b="0" i="0" sz="3800" u="none" cap="none" strike="noStrike">
              <a:solidFill>
                <a:srgbClr val="FFFFFF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1" name="Shape 1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2" name="Google Shape;1212;g396d9be4b09_0_2795"/>
          <p:cNvSpPr/>
          <p:nvPr/>
        </p:nvSpPr>
        <p:spPr>
          <a:xfrm>
            <a:off x="428625" y="5477767"/>
            <a:ext cx="11373000" cy="1143000"/>
          </a:xfrm>
          <a:prstGeom prst="roundRect">
            <a:avLst>
              <a:gd fmla="val 16667" name="adj"/>
            </a:avLst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13" name="Google Shape;1213;g396d9be4b09_0_279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7810" y="5525519"/>
            <a:ext cx="1056202" cy="1047495"/>
          </a:xfrm>
          <a:prstGeom prst="rect">
            <a:avLst/>
          </a:prstGeom>
          <a:noFill/>
          <a:ln>
            <a:noFill/>
          </a:ln>
        </p:spPr>
      </p:pic>
      <p:sp>
        <p:nvSpPr>
          <p:cNvPr id="1214" name="Google Shape;1214;g396d9be4b09_0_2795"/>
          <p:cNvSpPr txBox="1"/>
          <p:nvPr/>
        </p:nvSpPr>
        <p:spPr>
          <a:xfrm>
            <a:off x="1287900" y="5710712"/>
            <a:ext cx="110013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3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el gran sacrificio que hiciste por mí; </a:t>
            </a:r>
            <a:endParaRPr b="0" i="0" sz="3800" u="none" cap="none" strike="noStrike">
              <a:solidFill>
                <a:srgbClr val="FFFFFF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9" name="Shape 1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0" name="Google Shape;1220;g396d9be4b09_0_2802"/>
          <p:cNvSpPr/>
          <p:nvPr/>
        </p:nvSpPr>
        <p:spPr>
          <a:xfrm>
            <a:off x="428625" y="5477767"/>
            <a:ext cx="11373000" cy="1143000"/>
          </a:xfrm>
          <a:prstGeom prst="roundRect">
            <a:avLst>
              <a:gd fmla="val 16667" name="adj"/>
            </a:avLst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21" name="Google Shape;1221;g396d9be4b09_0_280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7810" y="5525519"/>
            <a:ext cx="1056202" cy="1047495"/>
          </a:xfrm>
          <a:prstGeom prst="rect">
            <a:avLst/>
          </a:prstGeom>
          <a:noFill/>
          <a:ln>
            <a:noFill/>
          </a:ln>
        </p:spPr>
      </p:pic>
      <p:sp>
        <p:nvSpPr>
          <p:cNvPr id="1222" name="Google Shape;1222;g396d9be4b09_0_2802"/>
          <p:cNvSpPr txBox="1"/>
          <p:nvPr/>
        </p:nvSpPr>
        <p:spPr>
          <a:xfrm>
            <a:off x="1190625" y="5399947"/>
            <a:ext cx="110013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3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No tengo qué darte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3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 por tanto amarme; </a:t>
            </a:r>
            <a:endParaRPr b="0" i="0" sz="3800" u="none" cap="none" strike="noStrike">
              <a:solidFill>
                <a:srgbClr val="FFFFFF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7" name="Shape 1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" name="Google Shape;1228;g396d9be4b09_0_2809"/>
          <p:cNvSpPr/>
          <p:nvPr/>
        </p:nvSpPr>
        <p:spPr>
          <a:xfrm>
            <a:off x="428625" y="5477767"/>
            <a:ext cx="11373000" cy="1143000"/>
          </a:xfrm>
          <a:prstGeom prst="roundRect">
            <a:avLst>
              <a:gd fmla="val 16667" name="adj"/>
            </a:avLst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29" name="Google Shape;1229;g396d9be4b09_0_280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7810" y="5525519"/>
            <a:ext cx="1056202" cy="1047495"/>
          </a:xfrm>
          <a:prstGeom prst="rect">
            <a:avLst/>
          </a:prstGeom>
          <a:noFill/>
          <a:ln>
            <a:noFill/>
          </a:ln>
        </p:spPr>
      </p:pic>
      <p:sp>
        <p:nvSpPr>
          <p:cNvPr id="1230" name="Google Shape;1230;g396d9be4b09_0_2809"/>
          <p:cNvSpPr txBox="1"/>
          <p:nvPr/>
        </p:nvSpPr>
        <p:spPr>
          <a:xfrm>
            <a:off x="800100" y="5382938"/>
            <a:ext cx="110013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3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Recibe este canto mezclado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3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con llanto, y mi corazón. </a:t>
            </a:r>
            <a:endParaRPr b="0" i="0" sz="3800" u="none" cap="none" strike="noStrike">
              <a:solidFill>
                <a:srgbClr val="FFFFFF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5" name="Shape 1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6" name="Google Shape;1236;g396d9be4b09_0_2816"/>
          <p:cNvSpPr/>
          <p:nvPr/>
        </p:nvSpPr>
        <p:spPr>
          <a:xfrm>
            <a:off x="428625" y="5477767"/>
            <a:ext cx="11373000" cy="1143000"/>
          </a:xfrm>
          <a:prstGeom prst="roundRect">
            <a:avLst>
              <a:gd fmla="val 16667" name="adj"/>
            </a:avLst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37" name="Google Shape;1237;g396d9be4b09_0_28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7810" y="5525519"/>
            <a:ext cx="1056202" cy="1047495"/>
          </a:xfrm>
          <a:prstGeom prst="rect">
            <a:avLst/>
          </a:prstGeom>
          <a:noFill/>
          <a:ln>
            <a:noFill/>
          </a:ln>
        </p:spPr>
      </p:pic>
      <p:sp>
        <p:nvSpPr>
          <p:cNvPr id="1238" name="Google Shape;1238;g396d9be4b09_0_2816"/>
          <p:cNvSpPr txBox="1"/>
          <p:nvPr/>
        </p:nvSpPr>
        <p:spPr>
          <a:xfrm>
            <a:off x="800100" y="5363483"/>
            <a:ext cx="11001300" cy="19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40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Recibe este canto mezclado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40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con llanto, y mi corazón. </a:t>
            </a:r>
            <a:endParaRPr b="0" i="0" sz="4000" u="none" cap="none" strike="noStrike">
              <a:solidFill>
                <a:srgbClr val="FFFFFF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4000" u="none" cap="none" strike="noStrike">
              <a:solidFill>
                <a:srgbClr val="FFFFFF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3" name="Shape 1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4" name="Google Shape;1244;g396d9be4b09_0_35"/>
          <p:cNvSpPr/>
          <p:nvPr/>
        </p:nvSpPr>
        <p:spPr>
          <a:xfrm>
            <a:off x="428625" y="5477767"/>
            <a:ext cx="11373300" cy="1143300"/>
          </a:xfrm>
          <a:prstGeom prst="roundRect">
            <a:avLst>
              <a:gd fmla="val 16667" name="adj"/>
            </a:avLst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</a:pPr>
            <a:r>
              <a:t/>
            </a:r>
            <a:endParaRPr b="0" i="0" sz="1867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45" name="Google Shape;1245;g396d9be4b09_0_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7812" y="5525519"/>
            <a:ext cx="1056201" cy="1047495"/>
          </a:xfrm>
          <a:prstGeom prst="rect">
            <a:avLst/>
          </a:prstGeom>
          <a:noFill/>
          <a:ln>
            <a:noFill/>
          </a:ln>
        </p:spPr>
      </p:pic>
      <p:sp>
        <p:nvSpPr>
          <p:cNvPr id="1246" name="Google Shape;1246;g396d9be4b09_0_35"/>
          <p:cNvSpPr txBox="1"/>
          <p:nvPr/>
        </p:nvSpPr>
        <p:spPr>
          <a:xfrm>
            <a:off x="1167812" y="5529260"/>
            <a:ext cx="110013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s-VE" sz="32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IGLESIA EVANGÉLICA ALIANZA </a:t>
            </a:r>
            <a:endParaRPr b="0" i="0" sz="186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s-VE" sz="32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 BARRIO AEROPUERTO </a:t>
            </a:r>
            <a:endParaRPr b="0" i="0" sz="186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1" name="Shape 1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2" name="Google Shape;1252;g396d9be4b09_0_3197"/>
          <p:cNvSpPr/>
          <p:nvPr/>
        </p:nvSpPr>
        <p:spPr>
          <a:xfrm>
            <a:off x="428625" y="5477767"/>
            <a:ext cx="11373000" cy="1143000"/>
          </a:xfrm>
          <a:prstGeom prst="roundRect">
            <a:avLst>
              <a:gd fmla="val 16667" name="adj"/>
            </a:avLst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53" name="Google Shape;1253;g396d9be4b09_0_319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7810" y="5525519"/>
            <a:ext cx="1056202" cy="1047495"/>
          </a:xfrm>
          <a:prstGeom prst="rect">
            <a:avLst/>
          </a:prstGeom>
          <a:noFill/>
          <a:ln>
            <a:noFill/>
          </a:ln>
        </p:spPr>
      </p:pic>
      <p:sp>
        <p:nvSpPr>
          <p:cNvPr id="1254" name="Google Shape;1254;g396d9be4b09_0_3197"/>
          <p:cNvSpPr txBox="1"/>
          <p:nvPr/>
        </p:nvSpPr>
        <p:spPr>
          <a:xfrm>
            <a:off x="1286329" y="5747481"/>
            <a:ext cx="11001300" cy="6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35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POPURRÍ </a:t>
            </a:r>
            <a:r>
              <a:rPr lang="es-VE" sz="35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QUIÉN NOS PODRÁ SEPARAR</a:t>
            </a:r>
            <a:endParaRPr sz="500"/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9" name="Shape 1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0" name="Google Shape;1260;g396d9be4b09_0_3204"/>
          <p:cNvSpPr/>
          <p:nvPr/>
        </p:nvSpPr>
        <p:spPr>
          <a:xfrm>
            <a:off x="428625" y="5477767"/>
            <a:ext cx="11373000" cy="1143000"/>
          </a:xfrm>
          <a:prstGeom prst="roundRect">
            <a:avLst>
              <a:gd fmla="val 16667" name="adj"/>
            </a:avLst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61" name="Google Shape;1261;g396d9be4b09_0_320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7810" y="5525519"/>
            <a:ext cx="1056202" cy="1047495"/>
          </a:xfrm>
          <a:prstGeom prst="rect">
            <a:avLst/>
          </a:prstGeom>
          <a:noFill/>
          <a:ln>
            <a:noFill/>
          </a:ln>
        </p:spPr>
      </p:pic>
      <p:sp>
        <p:nvSpPr>
          <p:cNvPr id="1262" name="Google Shape;1262;g396d9be4b09_0_3204"/>
          <p:cNvSpPr txBox="1"/>
          <p:nvPr/>
        </p:nvSpPr>
        <p:spPr>
          <a:xfrm>
            <a:off x="969435" y="5398929"/>
            <a:ext cx="11001300" cy="13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40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¿Quién nos podrá separar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40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del amor de Cristo? </a:t>
            </a:r>
            <a:endParaRPr/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7" name="Shape 1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8" name="Google Shape;1268;g396d9be4b09_0_3211"/>
          <p:cNvSpPr/>
          <p:nvPr/>
        </p:nvSpPr>
        <p:spPr>
          <a:xfrm>
            <a:off x="428625" y="5477767"/>
            <a:ext cx="11373000" cy="1143000"/>
          </a:xfrm>
          <a:prstGeom prst="roundRect">
            <a:avLst>
              <a:gd fmla="val 16667" name="adj"/>
            </a:avLst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69" name="Google Shape;1269;g396d9be4b09_0_32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7810" y="5525519"/>
            <a:ext cx="1056202" cy="1047495"/>
          </a:xfrm>
          <a:prstGeom prst="rect">
            <a:avLst/>
          </a:prstGeom>
          <a:noFill/>
          <a:ln>
            <a:noFill/>
          </a:ln>
        </p:spPr>
      </p:pic>
      <p:sp>
        <p:nvSpPr>
          <p:cNvPr id="1270" name="Google Shape;1270;g396d9be4b09_0_3211"/>
          <p:cNvSpPr txBox="1"/>
          <p:nvPr/>
        </p:nvSpPr>
        <p:spPr>
          <a:xfrm>
            <a:off x="969435" y="5398929"/>
            <a:ext cx="11001300" cy="13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40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¿Quién nos podrá separar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40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del amor de Dios? </a:t>
            </a:r>
            <a:endParaRPr/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5" name="Shape 1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6" name="Google Shape;1276;g396d9be4b09_0_3218"/>
          <p:cNvSpPr/>
          <p:nvPr/>
        </p:nvSpPr>
        <p:spPr>
          <a:xfrm>
            <a:off x="428625" y="5477767"/>
            <a:ext cx="11373000" cy="1143000"/>
          </a:xfrm>
          <a:prstGeom prst="roundRect">
            <a:avLst>
              <a:gd fmla="val 16667" name="adj"/>
            </a:avLst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77" name="Google Shape;1277;g396d9be4b09_0_32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7810" y="5525519"/>
            <a:ext cx="1056202" cy="1047495"/>
          </a:xfrm>
          <a:prstGeom prst="rect">
            <a:avLst/>
          </a:prstGeom>
          <a:noFill/>
          <a:ln>
            <a:noFill/>
          </a:ln>
        </p:spPr>
      </p:pic>
      <p:sp>
        <p:nvSpPr>
          <p:cNvPr id="1278" name="Google Shape;1278;g396d9be4b09_0_3218"/>
          <p:cNvSpPr txBox="1"/>
          <p:nvPr/>
        </p:nvSpPr>
        <p:spPr>
          <a:xfrm>
            <a:off x="969435" y="5398929"/>
            <a:ext cx="11001300" cy="13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40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¿Quién nos podrá separar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40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del amor de Cristo? </a:t>
            </a:r>
            <a:endParaRPr/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3" name="Shape 1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4" name="Google Shape;1284;g396d9be4b09_0_3225"/>
          <p:cNvSpPr/>
          <p:nvPr/>
        </p:nvSpPr>
        <p:spPr>
          <a:xfrm>
            <a:off x="428625" y="5477767"/>
            <a:ext cx="11373000" cy="1143000"/>
          </a:xfrm>
          <a:prstGeom prst="roundRect">
            <a:avLst>
              <a:gd fmla="val 16667" name="adj"/>
            </a:avLst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85" name="Google Shape;1285;g396d9be4b09_0_32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7810" y="5525519"/>
            <a:ext cx="1056202" cy="1047495"/>
          </a:xfrm>
          <a:prstGeom prst="rect">
            <a:avLst/>
          </a:prstGeom>
          <a:noFill/>
          <a:ln>
            <a:noFill/>
          </a:ln>
        </p:spPr>
      </p:pic>
      <p:sp>
        <p:nvSpPr>
          <p:cNvPr id="1286" name="Google Shape;1286;g396d9be4b09_0_3225"/>
          <p:cNvSpPr txBox="1"/>
          <p:nvPr/>
        </p:nvSpPr>
        <p:spPr>
          <a:xfrm>
            <a:off x="969435" y="5398929"/>
            <a:ext cx="11001300" cy="13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40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¿Quién nos podrá separar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40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del amor de Dios? </a:t>
            </a:r>
            <a:endParaRPr/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1" name="Shape 1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2" name="Google Shape;1292;g396d9be4b09_0_3232"/>
          <p:cNvSpPr/>
          <p:nvPr/>
        </p:nvSpPr>
        <p:spPr>
          <a:xfrm>
            <a:off x="428625" y="5477767"/>
            <a:ext cx="11373000" cy="1143000"/>
          </a:xfrm>
          <a:prstGeom prst="roundRect">
            <a:avLst>
              <a:gd fmla="val 16667" name="adj"/>
            </a:avLst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93" name="Google Shape;1293;g396d9be4b09_0_32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7810" y="5525519"/>
            <a:ext cx="1056202" cy="1047495"/>
          </a:xfrm>
          <a:prstGeom prst="rect">
            <a:avLst/>
          </a:prstGeom>
          <a:noFill/>
          <a:ln>
            <a:noFill/>
          </a:ln>
        </p:spPr>
      </p:pic>
      <p:sp>
        <p:nvSpPr>
          <p:cNvPr id="1294" name="Google Shape;1294;g396d9be4b09_0_3232"/>
          <p:cNvSpPr txBox="1"/>
          <p:nvPr/>
        </p:nvSpPr>
        <p:spPr>
          <a:xfrm>
            <a:off x="1269285" y="5373134"/>
            <a:ext cx="110013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3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Ni la vida, ni la muerte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3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Ni alto, ni lo profundo</a:t>
            </a:r>
            <a:endParaRPr/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9" name="Shape 1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" name="Google Shape;1300;g396d9be4b09_0_3239"/>
          <p:cNvSpPr/>
          <p:nvPr/>
        </p:nvSpPr>
        <p:spPr>
          <a:xfrm>
            <a:off x="428625" y="5477767"/>
            <a:ext cx="11373000" cy="1143000"/>
          </a:xfrm>
          <a:prstGeom prst="roundRect">
            <a:avLst>
              <a:gd fmla="val 16667" name="adj"/>
            </a:avLst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01" name="Google Shape;1301;g396d9be4b09_0_32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7810" y="5525519"/>
            <a:ext cx="1056202" cy="1047495"/>
          </a:xfrm>
          <a:prstGeom prst="rect">
            <a:avLst/>
          </a:prstGeom>
          <a:noFill/>
          <a:ln>
            <a:noFill/>
          </a:ln>
        </p:spPr>
      </p:pic>
      <p:sp>
        <p:nvSpPr>
          <p:cNvPr id="1302" name="Google Shape;1302;g396d9be4b09_0_3239"/>
          <p:cNvSpPr txBox="1"/>
          <p:nvPr/>
        </p:nvSpPr>
        <p:spPr>
          <a:xfrm>
            <a:off x="1190625" y="5374587"/>
            <a:ext cx="11001300" cy="13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40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Ni ángeles, ni potestades,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40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//Nada nos podrá separar//</a:t>
            </a:r>
            <a:endParaRPr/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7" name="Shape 1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8" name="Google Shape;1308;g396d9be4b09_0_3246"/>
          <p:cNvSpPr/>
          <p:nvPr/>
        </p:nvSpPr>
        <p:spPr>
          <a:xfrm>
            <a:off x="428625" y="5477767"/>
            <a:ext cx="11373000" cy="1143000"/>
          </a:xfrm>
          <a:prstGeom prst="roundRect">
            <a:avLst>
              <a:gd fmla="val 16667" name="adj"/>
            </a:avLst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09" name="Google Shape;1309;g396d9be4b09_0_32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7810" y="5525519"/>
            <a:ext cx="1056202" cy="1047495"/>
          </a:xfrm>
          <a:prstGeom prst="rect">
            <a:avLst/>
          </a:prstGeom>
          <a:noFill/>
          <a:ln>
            <a:noFill/>
          </a:ln>
        </p:spPr>
      </p:pic>
      <p:sp>
        <p:nvSpPr>
          <p:cNvPr id="1310" name="Google Shape;1310;g396d9be4b09_0_3246"/>
          <p:cNvSpPr txBox="1"/>
          <p:nvPr/>
        </p:nvSpPr>
        <p:spPr>
          <a:xfrm>
            <a:off x="1190625" y="5407035"/>
            <a:ext cx="110013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3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Nada nos podrá separar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3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del amor de Dios.</a:t>
            </a:r>
            <a:endParaRPr/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5" name="Shape 1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6" name="Google Shape;1316;g396d9be4b09_0_3253"/>
          <p:cNvSpPr/>
          <p:nvPr/>
        </p:nvSpPr>
        <p:spPr>
          <a:xfrm>
            <a:off x="428625" y="5477767"/>
            <a:ext cx="11373000" cy="1143000"/>
          </a:xfrm>
          <a:prstGeom prst="roundRect">
            <a:avLst>
              <a:gd fmla="val 16667" name="adj"/>
            </a:avLst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17" name="Google Shape;1317;g396d9be4b09_0_32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7810" y="5525519"/>
            <a:ext cx="1056202" cy="1047495"/>
          </a:xfrm>
          <a:prstGeom prst="rect">
            <a:avLst/>
          </a:prstGeom>
          <a:noFill/>
          <a:ln>
            <a:noFill/>
          </a:ln>
        </p:spPr>
      </p:pic>
      <p:sp>
        <p:nvSpPr>
          <p:cNvPr id="1318" name="Google Shape;1318;g396d9be4b09_0_3253"/>
          <p:cNvSpPr txBox="1"/>
          <p:nvPr/>
        </p:nvSpPr>
        <p:spPr>
          <a:xfrm>
            <a:off x="1269285" y="5420438"/>
            <a:ext cx="110013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3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//Hay un pueblo que vive muy feliz,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3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Ese pueblo es el pueblo de Dios//</a:t>
            </a:r>
            <a:endParaRPr/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3" name="Shape 1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4" name="Google Shape;1324;g396d9be4b09_0_3260"/>
          <p:cNvSpPr/>
          <p:nvPr/>
        </p:nvSpPr>
        <p:spPr>
          <a:xfrm>
            <a:off x="428625" y="5477767"/>
            <a:ext cx="11373000" cy="1143000"/>
          </a:xfrm>
          <a:prstGeom prst="roundRect">
            <a:avLst>
              <a:gd fmla="val 16667" name="adj"/>
            </a:avLst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25" name="Google Shape;1325;g396d9be4b09_0_32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7810" y="5525519"/>
            <a:ext cx="1056202" cy="1047495"/>
          </a:xfrm>
          <a:prstGeom prst="rect">
            <a:avLst/>
          </a:prstGeom>
          <a:noFill/>
          <a:ln>
            <a:noFill/>
          </a:ln>
        </p:spPr>
      </p:pic>
      <p:sp>
        <p:nvSpPr>
          <p:cNvPr id="1326" name="Google Shape;1326;g396d9be4b09_0_3260"/>
          <p:cNvSpPr txBox="1"/>
          <p:nvPr/>
        </p:nvSpPr>
        <p:spPr>
          <a:xfrm>
            <a:off x="1190625" y="5353679"/>
            <a:ext cx="11001300" cy="13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40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//Ese pueblo vive así, porque un día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40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conoció a Jesús el Salvador//</a:t>
            </a:r>
            <a:endParaRPr/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1" name="Shape 1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2" name="Google Shape;1332;g396d9be4b09_0_3267"/>
          <p:cNvSpPr/>
          <p:nvPr/>
        </p:nvSpPr>
        <p:spPr>
          <a:xfrm>
            <a:off x="428625" y="5477767"/>
            <a:ext cx="11373000" cy="1143000"/>
          </a:xfrm>
          <a:prstGeom prst="roundRect">
            <a:avLst>
              <a:gd fmla="val 16667" name="adj"/>
            </a:avLst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33" name="Google Shape;1333;g396d9be4b09_0_326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7810" y="5525519"/>
            <a:ext cx="1056202" cy="1047495"/>
          </a:xfrm>
          <a:prstGeom prst="rect">
            <a:avLst/>
          </a:prstGeom>
          <a:noFill/>
          <a:ln>
            <a:noFill/>
          </a:ln>
        </p:spPr>
      </p:pic>
      <p:sp>
        <p:nvSpPr>
          <p:cNvPr id="1334" name="Google Shape;1334;g396d9be4b09_0_3267"/>
          <p:cNvSpPr txBox="1"/>
          <p:nvPr/>
        </p:nvSpPr>
        <p:spPr>
          <a:xfrm>
            <a:off x="1044225" y="5365062"/>
            <a:ext cx="11001300" cy="13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40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Una mirada de fe,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40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una mirada al Señor</a:t>
            </a:r>
            <a:endParaRPr/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9" name="Shape 1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0" name="Google Shape;1340;g396d9be4b09_0_3274"/>
          <p:cNvSpPr/>
          <p:nvPr/>
        </p:nvSpPr>
        <p:spPr>
          <a:xfrm>
            <a:off x="428625" y="5477767"/>
            <a:ext cx="11373000" cy="1143000"/>
          </a:xfrm>
          <a:prstGeom prst="roundRect">
            <a:avLst>
              <a:gd fmla="val 16667" name="adj"/>
            </a:avLst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41" name="Google Shape;1341;g396d9be4b09_0_327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7810" y="5525519"/>
            <a:ext cx="1056202" cy="1047495"/>
          </a:xfrm>
          <a:prstGeom prst="rect">
            <a:avLst/>
          </a:prstGeom>
          <a:noFill/>
          <a:ln>
            <a:noFill/>
          </a:ln>
        </p:spPr>
      </p:pic>
      <p:sp>
        <p:nvSpPr>
          <p:cNvPr id="1342" name="Google Shape;1342;g396d9be4b09_0_3274"/>
          <p:cNvSpPr txBox="1"/>
          <p:nvPr/>
        </p:nvSpPr>
        <p:spPr>
          <a:xfrm>
            <a:off x="1269285" y="5695323"/>
            <a:ext cx="110013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40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Es la que puede salvar al pecador</a:t>
            </a:r>
            <a:endParaRPr/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7" name="Shape 1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8" name="Google Shape;1348;g396d9be4b09_0_3281"/>
          <p:cNvSpPr/>
          <p:nvPr/>
        </p:nvSpPr>
        <p:spPr>
          <a:xfrm>
            <a:off x="428625" y="5477767"/>
            <a:ext cx="11373000" cy="1143000"/>
          </a:xfrm>
          <a:prstGeom prst="roundRect">
            <a:avLst>
              <a:gd fmla="val 16667" name="adj"/>
            </a:avLst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49" name="Google Shape;1349;g396d9be4b09_0_328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7810" y="5525519"/>
            <a:ext cx="1056202" cy="1047495"/>
          </a:xfrm>
          <a:prstGeom prst="rect">
            <a:avLst/>
          </a:prstGeom>
          <a:noFill/>
          <a:ln>
            <a:noFill/>
          </a:ln>
        </p:spPr>
      </p:pic>
      <p:sp>
        <p:nvSpPr>
          <p:cNvPr id="1350" name="Google Shape;1350;g396d9be4b09_0_3281"/>
          <p:cNvSpPr txBox="1"/>
          <p:nvPr/>
        </p:nvSpPr>
        <p:spPr>
          <a:xfrm>
            <a:off x="1044225" y="5365062"/>
            <a:ext cx="11001300" cy="13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40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Una mirada de fe,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40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una mirada al Señor</a:t>
            </a:r>
            <a:endParaRPr/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5" name="Shape 1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6" name="Google Shape;1356;g396d9be4b09_0_3288"/>
          <p:cNvSpPr/>
          <p:nvPr/>
        </p:nvSpPr>
        <p:spPr>
          <a:xfrm>
            <a:off x="428625" y="5477767"/>
            <a:ext cx="11373000" cy="1143000"/>
          </a:xfrm>
          <a:prstGeom prst="roundRect">
            <a:avLst>
              <a:gd fmla="val 16667" name="adj"/>
            </a:avLst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57" name="Google Shape;1357;g396d9be4b09_0_328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7810" y="5525519"/>
            <a:ext cx="1056202" cy="1047495"/>
          </a:xfrm>
          <a:prstGeom prst="rect">
            <a:avLst/>
          </a:prstGeom>
          <a:noFill/>
          <a:ln>
            <a:noFill/>
          </a:ln>
        </p:spPr>
      </p:pic>
      <p:sp>
        <p:nvSpPr>
          <p:cNvPr id="1358" name="Google Shape;1358;g396d9be4b09_0_3288"/>
          <p:cNvSpPr txBox="1"/>
          <p:nvPr/>
        </p:nvSpPr>
        <p:spPr>
          <a:xfrm>
            <a:off x="1269285" y="5684034"/>
            <a:ext cx="110013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40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Es la que puede salvar al pecador</a:t>
            </a:r>
            <a:endParaRPr/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3" name="Shape 1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4" name="Google Shape;1364;g396d9be4b09_0_3295"/>
          <p:cNvSpPr/>
          <p:nvPr/>
        </p:nvSpPr>
        <p:spPr>
          <a:xfrm>
            <a:off x="428625" y="5477767"/>
            <a:ext cx="11373000" cy="1143000"/>
          </a:xfrm>
          <a:prstGeom prst="roundRect">
            <a:avLst>
              <a:gd fmla="val 16667" name="adj"/>
            </a:avLst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65" name="Google Shape;1365;g396d9be4b09_0_329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7810" y="5525519"/>
            <a:ext cx="1056202" cy="1047495"/>
          </a:xfrm>
          <a:prstGeom prst="rect">
            <a:avLst/>
          </a:prstGeom>
          <a:noFill/>
          <a:ln>
            <a:noFill/>
          </a:ln>
        </p:spPr>
      </p:pic>
      <p:sp>
        <p:nvSpPr>
          <p:cNvPr id="1366" name="Google Shape;1366;g396d9be4b09_0_3295"/>
          <p:cNvSpPr txBox="1"/>
          <p:nvPr/>
        </p:nvSpPr>
        <p:spPr>
          <a:xfrm>
            <a:off x="1269285" y="5387546"/>
            <a:ext cx="110013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39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Y si tú vienes a Cristo Jesús,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39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Él te perdonará.</a:t>
            </a:r>
            <a:endParaRPr/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1" name="Shape 1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" name="Google Shape;1372;g396d9be4b09_0_3302"/>
          <p:cNvSpPr/>
          <p:nvPr/>
        </p:nvSpPr>
        <p:spPr>
          <a:xfrm>
            <a:off x="428625" y="5477767"/>
            <a:ext cx="11373000" cy="1143000"/>
          </a:xfrm>
          <a:prstGeom prst="roundRect">
            <a:avLst>
              <a:gd fmla="val 16667" name="adj"/>
            </a:avLst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73" name="Google Shape;1373;g396d9be4b09_0_330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7810" y="5525519"/>
            <a:ext cx="1056202" cy="1047495"/>
          </a:xfrm>
          <a:prstGeom prst="rect">
            <a:avLst/>
          </a:prstGeom>
          <a:noFill/>
          <a:ln>
            <a:noFill/>
          </a:ln>
        </p:spPr>
      </p:pic>
      <p:sp>
        <p:nvSpPr>
          <p:cNvPr id="1374" name="Google Shape;1374;g396d9be4b09_0_3302"/>
          <p:cNvSpPr txBox="1"/>
          <p:nvPr/>
        </p:nvSpPr>
        <p:spPr>
          <a:xfrm>
            <a:off x="1269285" y="5353679"/>
            <a:ext cx="11001300" cy="13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40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Porque una mirada de fe,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40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Es la que puede salvar al pecador </a:t>
            </a:r>
            <a:endParaRPr/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9" name="Shape 1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0" name="Google Shape;1380;g396d9be4b09_0_3309"/>
          <p:cNvSpPr/>
          <p:nvPr/>
        </p:nvSpPr>
        <p:spPr>
          <a:xfrm>
            <a:off x="428625" y="5477767"/>
            <a:ext cx="11373000" cy="1143000"/>
          </a:xfrm>
          <a:prstGeom prst="roundRect">
            <a:avLst>
              <a:gd fmla="val 16667" name="adj"/>
            </a:avLst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81" name="Google Shape;1381;g396d9be4b09_0_330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7810" y="5525519"/>
            <a:ext cx="1056202" cy="1047495"/>
          </a:xfrm>
          <a:prstGeom prst="rect">
            <a:avLst/>
          </a:prstGeom>
          <a:noFill/>
          <a:ln>
            <a:noFill/>
          </a:ln>
        </p:spPr>
      </p:pic>
      <p:sp>
        <p:nvSpPr>
          <p:cNvPr id="1382" name="Google Shape;1382;g396d9be4b09_0_3309"/>
          <p:cNvSpPr txBox="1"/>
          <p:nvPr/>
        </p:nvSpPr>
        <p:spPr>
          <a:xfrm>
            <a:off x="1269284" y="5365062"/>
            <a:ext cx="11001300" cy="13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40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Solo Dios hace al hombre feliz,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40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Solo Dios hace al hombre feliz.</a:t>
            </a:r>
            <a:endParaRPr/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7" name="Shape 1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8" name="Google Shape;1388;g396d9be4b09_0_3316"/>
          <p:cNvSpPr/>
          <p:nvPr/>
        </p:nvSpPr>
        <p:spPr>
          <a:xfrm>
            <a:off x="428625" y="5477767"/>
            <a:ext cx="11373000" cy="1143000"/>
          </a:xfrm>
          <a:prstGeom prst="roundRect">
            <a:avLst>
              <a:gd fmla="val 16667" name="adj"/>
            </a:avLst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89" name="Google Shape;1389;g396d9be4b09_0_33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7810" y="5525519"/>
            <a:ext cx="1056202" cy="1047495"/>
          </a:xfrm>
          <a:prstGeom prst="rect">
            <a:avLst/>
          </a:prstGeom>
          <a:noFill/>
          <a:ln>
            <a:noFill/>
          </a:ln>
        </p:spPr>
      </p:pic>
      <p:sp>
        <p:nvSpPr>
          <p:cNvPr id="1390" name="Google Shape;1390;g396d9be4b09_0_3316"/>
          <p:cNvSpPr txBox="1"/>
          <p:nvPr/>
        </p:nvSpPr>
        <p:spPr>
          <a:xfrm>
            <a:off x="1269285" y="5364968"/>
            <a:ext cx="11001300" cy="13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40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La vida pasa, todo se acaba,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40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Solo Dios hace al hombre feliz.</a:t>
            </a:r>
            <a:endParaRPr/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5" name="Shape 1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6" name="Google Shape;1396;g396d9be4b09_0_3323"/>
          <p:cNvSpPr/>
          <p:nvPr/>
        </p:nvSpPr>
        <p:spPr>
          <a:xfrm>
            <a:off x="428625" y="5477767"/>
            <a:ext cx="11373000" cy="1143000"/>
          </a:xfrm>
          <a:prstGeom prst="roundRect">
            <a:avLst>
              <a:gd fmla="val 16667" name="adj"/>
            </a:avLst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97" name="Google Shape;1397;g396d9be4b09_0_33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7810" y="5525519"/>
            <a:ext cx="1056202" cy="1047495"/>
          </a:xfrm>
          <a:prstGeom prst="rect">
            <a:avLst/>
          </a:prstGeom>
          <a:noFill/>
          <a:ln>
            <a:noFill/>
          </a:ln>
        </p:spPr>
      </p:pic>
      <p:sp>
        <p:nvSpPr>
          <p:cNvPr id="1398" name="Google Shape;1398;g396d9be4b09_0_3323"/>
          <p:cNvSpPr txBox="1"/>
          <p:nvPr/>
        </p:nvSpPr>
        <p:spPr>
          <a:xfrm>
            <a:off x="1269284" y="5365062"/>
            <a:ext cx="11001300" cy="13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40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Solo Dios hace al hombre feliz,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40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Solo Dios hace al hombre feliz.</a:t>
            </a:r>
            <a:endParaRPr/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3" name="Shape 1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4" name="Google Shape;1404;g396d9be4b09_0_3330"/>
          <p:cNvSpPr/>
          <p:nvPr/>
        </p:nvSpPr>
        <p:spPr>
          <a:xfrm>
            <a:off x="428625" y="5477767"/>
            <a:ext cx="11373000" cy="1143000"/>
          </a:xfrm>
          <a:prstGeom prst="roundRect">
            <a:avLst>
              <a:gd fmla="val 16667" name="adj"/>
            </a:avLst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05" name="Google Shape;1405;g396d9be4b09_0_33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7810" y="5525519"/>
            <a:ext cx="1056202" cy="1047495"/>
          </a:xfrm>
          <a:prstGeom prst="rect">
            <a:avLst/>
          </a:prstGeom>
          <a:noFill/>
          <a:ln>
            <a:noFill/>
          </a:ln>
        </p:spPr>
      </p:pic>
      <p:sp>
        <p:nvSpPr>
          <p:cNvPr id="1406" name="Google Shape;1406;g396d9be4b09_0_3330"/>
          <p:cNvSpPr txBox="1"/>
          <p:nvPr/>
        </p:nvSpPr>
        <p:spPr>
          <a:xfrm>
            <a:off x="1269285" y="5364968"/>
            <a:ext cx="11001300" cy="13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40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//La vida pasa, todo se acaba,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40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Solo Dios hace al hombre feliz.//</a:t>
            </a:r>
            <a:endParaRPr/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1" name="Shape 1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2" name="Google Shape;1412;g396d9be4b09_0_3337"/>
          <p:cNvSpPr/>
          <p:nvPr/>
        </p:nvSpPr>
        <p:spPr>
          <a:xfrm>
            <a:off x="428625" y="5477767"/>
            <a:ext cx="11373000" cy="1143000"/>
          </a:xfrm>
          <a:prstGeom prst="roundRect">
            <a:avLst>
              <a:gd fmla="val 16667" name="adj"/>
            </a:avLst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13" name="Google Shape;1413;g396d9be4b09_0_33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7810" y="5525519"/>
            <a:ext cx="1056202" cy="1047495"/>
          </a:xfrm>
          <a:prstGeom prst="rect">
            <a:avLst/>
          </a:prstGeom>
          <a:noFill/>
          <a:ln>
            <a:noFill/>
          </a:ln>
        </p:spPr>
      </p:pic>
      <p:sp>
        <p:nvSpPr>
          <p:cNvPr id="1414" name="Google Shape;1414;g396d9be4b09_0_3337"/>
          <p:cNvSpPr txBox="1"/>
          <p:nvPr/>
        </p:nvSpPr>
        <p:spPr>
          <a:xfrm>
            <a:off x="1190625" y="5364100"/>
            <a:ext cx="11001300" cy="13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40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Aunque la higuera no florezca,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40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Ni en las vides haya fruto,</a:t>
            </a:r>
            <a:endParaRPr b="0" i="0" sz="4000" u="none" cap="none" strike="noStrike">
              <a:solidFill>
                <a:srgbClr val="FFFFFF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9" name="Shape 1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0" name="Google Shape;1420;g396d9be4b09_0_3344"/>
          <p:cNvSpPr/>
          <p:nvPr/>
        </p:nvSpPr>
        <p:spPr>
          <a:xfrm>
            <a:off x="428625" y="5477767"/>
            <a:ext cx="11373000" cy="1143000"/>
          </a:xfrm>
          <a:prstGeom prst="roundRect">
            <a:avLst>
              <a:gd fmla="val 16667" name="adj"/>
            </a:avLst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21" name="Google Shape;1421;g396d9be4b09_0_33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7810" y="5525519"/>
            <a:ext cx="1056202" cy="1047495"/>
          </a:xfrm>
          <a:prstGeom prst="rect">
            <a:avLst/>
          </a:prstGeom>
          <a:noFill/>
          <a:ln>
            <a:noFill/>
          </a:ln>
        </p:spPr>
      </p:pic>
      <p:sp>
        <p:nvSpPr>
          <p:cNvPr id="1422" name="Google Shape;1422;g396d9be4b09_0_3344"/>
          <p:cNvSpPr txBox="1"/>
          <p:nvPr/>
        </p:nvSpPr>
        <p:spPr>
          <a:xfrm>
            <a:off x="1248990" y="5438857"/>
            <a:ext cx="11001300" cy="17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36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Y aunque falte del olivo el producto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36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Y los labrados, no den mantenimiento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600" u="none" cap="none" strike="noStrike">
              <a:solidFill>
                <a:srgbClr val="FFFFFF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7" name="Shape 1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8" name="Google Shape;1428;g396d9be4b09_0_3351"/>
          <p:cNvSpPr/>
          <p:nvPr/>
        </p:nvSpPr>
        <p:spPr>
          <a:xfrm>
            <a:off x="428625" y="5477767"/>
            <a:ext cx="11373000" cy="1143000"/>
          </a:xfrm>
          <a:prstGeom prst="roundRect">
            <a:avLst>
              <a:gd fmla="val 16667" name="adj"/>
            </a:avLst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29" name="Google Shape;1429;g396d9be4b09_0_33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7810" y="5525519"/>
            <a:ext cx="1056202" cy="1047495"/>
          </a:xfrm>
          <a:prstGeom prst="rect">
            <a:avLst/>
          </a:prstGeom>
          <a:noFill/>
          <a:ln>
            <a:noFill/>
          </a:ln>
        </p:spPr>
      </p:pic>
      <p:sp>
        <p:nvSpPr>
          <p:cNvPr id="1430" name="Google Shape;1430;g396d9be4b09_0_3351"/>
          <p:cNvSpPr txBox="1"/>
          <p:nvPr/>
        </p:nvSpPr>
        <p:spPr>
          <a:xfrm>
            <a:off x="1190625" y="5342390"/>
            <a:ext cx="11001300" cy="13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40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Y las ovejas sean quitadas de la majada</a:t>
            </a:r>
            <a:endParaRPr/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5" name="Shape 1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6" name="Google Shape;1436;g396d9be4b09_0_3358"/>
          <p:cNvSpPr/>
          <p:nvPr/>
        </p:nvSpPr>
        <p:spPr>
          <a:xfrm>
            <a:off x="428625" y="5477767"/>
            <a:ext cx="11373000" cy="1143000"/>
          </a:xfrm>
          <a:prstGeom prst="roundRect">
            <a:avLst>
              <a:gd fmla="val 16667" name="adj"/>
            </a:avLst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37" name="Google Shape;1437;g396d9be4b09_0_33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7810" y="5525519"/>
            <a:ext cx="1056202" cy="1047495"/>
          </a:xfrm>
          <a:prstGeom prst="rect">
            <a:avLst/>
          </a:prstGeom>
          <a:noFill/>
          <a:ln>
            <a:noFill/>
          </a:ln>
        </p:spPr>
      </p:pic>
      <p:sp>
        <p:nvSpPr>
          <p:cNvPr id="1438" name="Google Shape;1438;g396d9be4b09_0_3358"/>
          <p:cNvSpPr txBox="1"/>
          <p:nvPr/>
        </p:nvSpPr>
        <p:spPr>
          <a:xfrm>
            <a:off x="1190625" y="5651270"/>
            <a:ext cx="11001300" cy="19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40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Y las vacas de los corrales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40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 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4000" u="none" cap="none" strike="noStrike">
              <a:solidFill>
                <a:srgbClr val="FFFFFF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3" name="Shape 1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4" name="Google Shape;1444;g396d9be4b09_0_3365"/>
          <p:cNvSpPr/>
          <p:nvPr/>
        </p:nvSpPr>
        <p:spPr>
          <a:xfrm>
            <a:off x="428625" y="5477767"/>
            <a:ext cx="11373000" cy="1143000"/>
          </a:xfrm>
          <a:prstGeom prst="roundRect">
            <a:avLst>
              <a:gd fmla="val 16667" name="adj"/>
            </a:avLst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45" name="Google Shape;1445;g396d9be4b09_0_33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7810" y="5525519"/>
            <a:ext cx="1056202" cy="1047495"/>
          </a:xfrm>
          <a:prstGeom prst="rect">
            <a:avLst/>
          </a:prstGeom>
          <a:noFill/>
          <a:ln>
            <a:noFill/>
          </a:ln>
        </p:spPr>
      </p:pic>
      <p:sp>
        <p:nvSpPr>
          <p:cNvPr id="1446" name="Google Shape;1446;g396d9be4b09_0_3365"/>
          <p:cNvSpPr txBox="1"/>
          <p:nvPr/>
        </p:nvSpPr>
        <p:spPr>
          <a:xfrm>
            <a:off x="1347105" y="5477767"/>
            <a:ext cx="11001300" cy="17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35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Con todo yo me alegraré en Jehová,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35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Y me gozaré en el Dios de mi salvación.</a:t>
            </a:r>
            <a:endParaRPr b="0" i="0" sz="3500" u="none" cap="none" strike="noStrike">
              <a:solidFill>
                <a:srgbClr val="FFFFFF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500" u="none" cap="none" strike="noStrike">
              <a:solidFill>
                <a:srgbClr val="FFFFFF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1" name="Shape 1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2" name="Google Shape;1452;g396d9be4b09_0_3372"/>
          <p:cNvSpPr/>
          <p:nvPr/>
        </p:nvSpPr>
        <p:spPr>
          <a:xfrm>
            <a:off x="428625" y="5477767"/>
            <a:ext cx="11373000" cy="1143000"/>
          </a:xfrm>
          <a:prstGeom prst="roundRect">
            <a:avLst>
              <a:gd fmla="val 16667" name="adj"/>
            </a:avLst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53" name="Google Shape;1453;g396d9be4b09_0_337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7810" y="5525519"/>
            <a:ext cx="1056202" cy="1047495"/>
          </a:xfrm>
          <a:prstGeom prst="rect">
            <a:avLst/>
          </a:prstGeom>
          <a:noFill/>
          <a:ln>
            <a:noFill/>
          </a:ln>
        </p:spPr>
      </p:pic>
      <p:sp>
        <p:nvSpPr>
          <p:cNvPr id="1454" name="Google Shape;1454;g396d9be4b09_0_3372"/>
          <p:cNvSpPr txBox="1"/>
          <p:nvPr/>
        </p:nvSpPr>
        <p:spPr>
          <a:xfrm>
            <a:off x="1190625" y="5364100"/>
            <a:ext cx="11001300" cy="13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40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Aunque la higuera no florezca,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40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Ni en las vides haya fruto,</a:t>
            </a:r>
            <a:endParaRPr b="0" i="0" sz="4000" u="none" cap="none" strike="noStrike">
              <a:solidFill>
                <a:srgbClr val="FFFFFF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9" name="Shape 1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0" name="Google Shape;1460;g396d9be4b09_0_3379"/>
          <p:cNvSpPr/>
          <p:nvPr/>
        </p:nvSpPr>
        <p:spPr>
          <a:xfrm>
            <a:off x="428625" y="5477767"/>
            <a:ext cx="11373000" cy="1143000"/>
          </a:xfrm>
          <a:prstGeom prst="roundRect">
            <a:avLst>
              <a:gd fmla="val 16667" name="adj"/>
            </a:avLst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61" name="Google Shape;1461;g396d9be4b09_0_337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7810" y="5525519"/>
            <a:ext cx="1056202" cy="1047495"/>
          </a:xfrm>
          <a:prstGeom prst="rect">
            <a:avLst/>
          </a:prstGeom>
          <a:noFill/>
          <a:ln>
            <a:noFill/>
          </a:ln>
        </p:spPr>
      </p:pic>
      <p:sp>
        <p:nvSpPr>
          <p:cNvPr id="1462" name="Google Shape;1462;g396d9be4b09_0_3379"/>
          <p:cNvSpPr txBox="1"/>
          <p:nvPr/>
        </p:nvSpPr>
        <p:spPr>
          <a:xfrm>
            <a:off x="1248990" y="5438857"/>
            <a:ext cx="11001300" cy="17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36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Y aunque falte del olivo el producto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36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Y los labrados, no den mantenimiento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600" u="none" cap="none" strike="noStrike">
              <a:solidFill>
                <a:srgbClr val="FFFFFF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7" name="Shape 1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8" name="Google Shape;1468;g396d9be4b09_0_3386"/>
          <p:cNvSpPr/>
          <p:nvPr/>
        </p:nvSpPr>
        <p:spPr>
          <a:xfrm>
            <a:off x="428625" y="5477767"/>
            <a:ext cx="11373000" cy="1143000"/>
          </a:xfrm>
          <a:prstGeom prst="roundRect">
            <a:avLst>
              <a:gd fmla="val 16667" name="adj"/>
            </a:avLst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69" name="Google Shape;1469;g396d9be4b09_0_338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7810" y="5525519"/>
            <a:ext cx="1056202" cy="1047495"/>
          </a:xfrm>
          <a:prstGeom prst="rect">
            <a:avLst/>
          </a:prstGeom>
          <a:noFill/>
          <a:ln>
            <a:noFill/>
          </a:ln>
        </p:spPr>
      </p:pic>
      <p:sp>
        <p:nvSpPr>
          <p:cNvPr id="1470" name="Google Shape;1470;g396d9be4b09_0_3386"/>
          <p:cNvSpPr txBox="1"/>
          <p:nvPr/>
        </p:nvSpPr>
        <p:spPr>
          <a:xfrm>
            <a:off x="1190625" y="5387546"/>
            <a:ext cx="11001300" cy="13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40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Y las ovejas sean quitadas de la majada</a:t>
            </a:r>
            <a:endParaRPr/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5" name="Shape 1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6" name="Google Shape;1476;g396d9be4b09_0_3393"/>
          <p:cNvSpPr/>
          <p:nvPr/>
        </p:nvSpPr>
        <p:spPr>
          <a:xfrm>
            <a:off x="428625" y="5477767"/>
            <a:ext cx="11373000" cy="1143000"/>
          </a:xfrm>
          <a:prstGeom prst="roundRect">
            <a:avLst>
              <a:gd fmla="val 16667" name="adj"/>
            </a:avLst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77" name="Google Shape;1477;g396d9be4b09_0_339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7810" y="5525519"/>
            <a:ext cx="1056202" cy="1047495"/>
          </a:xfrm>
          <a:prstGeom prst="rect">
            <a:avLst/>
          </a:prstGeom>
          <a:noFill/>
          <a:ln>
            <a:noFill/>
          </a:ln>
        </p:spPr>
      </p:pic>
      <p:sp>
        <p:nvSpPr>
          <p:cNvPr id="1478" name="Google Shape;1478;g396d9be4b09_0_3393"/>
          <p:cNvSpPr txBox="1"/>
          <p:nvPr/>
        </p:nvSpPr>
        <p:spPr>
          <a:xfrm>
            <a:off x="1190625" y="5651270"/>
            <a:ext cx="11001300" cy="19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40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Y las vacas de los corrales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40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 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4000" u="none" cap="none" strike="noStrike">
              <a:solidFill>
                <a:srgbClr val="FFFFFF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3" name="Shape 1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" name="Google Shape;1484;g396d9be4b09_0_3400"/>
          <p:cNvSpPr/>
          <p:nvPr/>
        </p:nvSpPr>
        <p:spPr>
          <a:xfrm>
            <a:off x="428625" y="5477767"/>
            <a:ext cx="11373000" cy="1143000"/>
          </a:xfrm>
          <a:prstGeom prst="roundRect">
            <a:avLst>
              <a:gd fmla="val 16667" name="adj"/>
            </a:avLst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85" name="Google Shape;1485;g396d9be4b09_0_340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7810" y="5525519"/>
            <a:ext cx="1056202" cy="1047495"/>
          </a:xfrm>
          <a:prstGeom prst="rect">
            <a:avLst/>
          </a:prstGeom>
          <a:noFill/>
          <a:ln>
            <a:noFill/>
          </a:ln>
        </p:spPr>
      </p:pic>
      <p:sp>
        <p:nvSpPr>
          <p:cNvPr id="1486" name="Google Shape;1486;g396d9be4b09_0_3400"/>
          <p:cNvSpPr txBox="1"/>
          <p:nvPr/>
        </p:nvSpPr>
        <p:spPr>
          <a:xfrm>
            <a:off x="1347105" y="5477767"/>
            <a:ext cx="11001300" cy="17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35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Con todo yo me alegraré en Jehová,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35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Y me gozaré en el Dios de mi salvación.</a:t>
            </a:r>
            <a:endParaRPr b="0" i="0" sz="3500" u="none" cap="none" strike="noStrike">
              <a:solidFill>
                <a:srgbClr val="FFFFFF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500" u="none" cap="none" strike="noStrike">
              <a:solidFill>
                <a:srgbClr val="FFFFFF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1" name="Shape 1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2" name="Google Shape;1492;g396d9be4b09_0_3407"/>
          <p:cNvSpPr/>
          <p:nvPr/>
        </p:nvSpPr>
        <p:spPr>
          <a:xfrm>
            <a:off x="428625" y="5477767"/>
            <a:ext cx="11373000" cy="1143000"/>
          </a:xfrm>
          <a:prstGeom prst="roundRect">
            <a:avLst>
              <a:gd fmla="val 16667" name="adj"/>
            </a:avLst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93" name="Google Shape;1493;g396d9be4b09_0_340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7810" y="5525519"/>
            <a:ext cx="1056202" cy="1047495"/>
          </a:xfrm>
          <a:prstGeom prst="rect">
            <a:avLst/>
          </a:prstGeom>
          <a:noFill/>
          <a:ln>
            <a:noFill/>
          </a:ln>
        </p:spPr>
      </p:pic>
      <p:sp>
        <p:nvSpPr>
          <p:cNvPr id="1494" name="Google Shape;1494;g396d9be4b09_0_3407"/>
          <p:cNvSpPr txBox="1"/>
          <p:nvPr/>
        </p:nvSpPr>
        <p:spPr>
          <a:xfrm>
            <a:off x="1347105" y="5477767"/>
            <a:ext cx="11001300" cy="11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35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///Jehová el Señor, es mi fortaleza///</a:t>
            </a:r>
            <a:endParaRPr b="0" i="0" sz="3500" u="none" cap="none" strike="noStrike">
              <a:solidFill>
                <a:srgbClr val="FFFFFF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35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Mi fuerza es Jehová.</a:t>
            </a:r>
            <a:endParaRPr/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9" name="Shape 1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0" name="Google Shape;1500;g396d9be4b09_0_3414"/>
          <p:cNvSpPr/>
          <p:nvPr/>
        </p:nvSpPr>
        <p:spPr>
          <a:xfrm>
            <a:off x="428625" y="5477767"/>
            <a:ext cx="11373000" cy="1143000"/>
          </a:xfrm>
          <a:prstGeom prst="roundRect">
            <a:avLst>
              <a:gd fmla="val 16667" name="adj"/>
            </a:avLst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01" name="Google Shape;1501;g396d9be4b09_0_34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7810" y="5525519"/>
            <a:ext cx="1056202" cy="1047495"/>
          </a:xfrm>
          <a:prstGeom prst="rect">
            <a:avLst/>
          </a:prstGeom>
          <a:noFill/>
          <a:ln>
            <a:noFill/>
          </a:ln>
        </p:spPr>
      </p:pic>
      <p:sp>
        <p:nvSpPr>
          <p:cNvPr id="1502" name="Google Shape;1502;g396d9be4b09_0_3414"/>
          <p:cNvSpPr txBox="1"/>
          <p:nvPr/>
        </p:nvSpPr>
        <p:spPr>
          <a:xfrm>
            <a:off x="1167812" y="5529260"/>
            <a:ext cx="110013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32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IGLESIA EVANGÉLICA ALIANZA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32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 BARRIO AEROPUERTO </a:t>
            </a:r>
            <a:endParaRPr/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7" name="Shape 1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8" name="Google Shape;1508;g396d9be4b09_0_3496"/>
          <p:cNvSpPr/>
          <p:nvPr/>
        </p:nvSpPr>
        <p:spPr>
          <a:xfrm>
            <a:off x="428625" y="5477767"/>
            <a:ext cx="11373000" cy="1143000"/>
          </a:xfrm>
          <a:prstGeom prst="roundRect">
            <a:avLst>
              <a:gd fmla="val 16667" name="adj"/>
            </a:avLst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09" name="Google Shape;1509;g396d9be4b09_0_349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7810" y="5525519"/>
            <a:ext cx="1056202" cy="1047495"/>
          </a:xfrm>
          <a:prstGeom prst="rect">
            <a:avLst/>
          </a:prstGeom>
          <a:noFill/>
          <a:ln>
            <a:noFill/>
          </a:ln>
        </p:spPr>
      </p:pic>
      <p:sp>
        <p:nvSpPr>
          <p:cNvPr id="1510" name="Google Shape;1510;g396d9be4b09_0_3496"/>
          <p:cNvSpPr txBox="1"/>
          <p:nvPr/>
        </p:nvSpPr>
        <p:spPr>
          <a:xfrm>
            <a:off x="1269285" y="5716226"/>
            <a:ext cx="110013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40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AUNQUE LA HIGUERA </a:t>
            </a:r>
            <a:endParaRPr/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5" name="Shape 1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6" name="Google Shape;1516;g396d9be4b09_0_3503"/>
          <p:cNvSpPr/>
          <p:nvPr/>
        </p:nvSpPr>
        <p:spPr>
          <a:xfrm>
            <a:off x="428625" y="5477767"/>
            <a:ext cx="11373000" cy="1143000"/>
          </a:xfrm>
          <a:prstGeom prst="roundRect">
            <a:avLst>
              <a:gd fmla="val 16667" name="adj"/>
            </a:avLst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17" name="Google Shape;1517;g396d9be4b09_0_350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7810" y="5525519"/>
            <a:ext cx="1056202" cy="1047495"/>
          </a:xfrm>
          <a:prstGeom prst="rect">
            <a:avLst/>
          </a:prstGeom>
          <a:noFill/>
          <a:ln>
            <a:noFill/>
          </a:ln>
        </p:spPr>
      </p:pic>
      <p:sp>
        <p:nvSpPr>
          <p:cNvPr id="1518" name="Google Shape;1518;g396d9be4b09_0_3503"/>
          <p:cNvSpPr txBox="1"/>
          <p:nvPr/>
        </p:nvSpPr>
        <p:spPr>
          <a:xfrm>
            <a:off x="1190625" y="5364100"/>
            <a:ext cx="11001300" cy="13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40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Aunque la higuera no florezca,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40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Ni en las vides haya fruto,</a:t>
            </a:r>
            <a:endParaRPr b="0" i="0" sz="4000" u="none" cap="none" strike="noStrike">
              <a:solidFill>
                <a:srgbClr val="FFFFFF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3" name="Shape 1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4" name="Google Shape;1524;g396d9be4b09_0_3510"/>
          <p:cNvSpPr/>
          <p:nvPr/>
        </p:nvSpPr>
        <p:spPr>
          <a:xfrm>
            <a:off x="428625" y="5477767"/>
            <a:ext cx="11373000" cy="1143000"/>
          </a:xfrm>
          <a:prstGeom prst="roundRect">
            <a:avLst>
              <a:gd fmla="val 16667" name="adj"/>
            </a:avLst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25" name="Google Shape;1525;g396d9be4b09_0_35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7810" y="5525519"/>
            <a:ext cx="1056202" cy="1047495"/>
          </a:xfrm>
          <a:prstGeom prst="rect">
            <a:avLst/>
          </a:prstGeom>
          <a:noFill/>
          <a:ln>
            <a:noFill/>
          </a:ln>
        </p:spPr>
      </p:pic>
      <p:sp>
        <p:nvSpPr>
          <p:cNvPr id="1526" name="Google Shape;1526;g396d9be4b09_0_3510"/>
          <p:cNvSpPr txBox="1"/>
          <p:nvPr/>
        </p:nvSpPr>
        <p:spPr>
          <a:xfrm>
            <a:off x="1248990" y="5438857"/>
            <a:ext cx="11001300" cy="17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36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 aunque falte del olivo el producto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36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Y los labrados, no den mantenimiento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600" u="none" cap="none" strike="noStrike">
              <a:solidFill>
                <a:srgbClr val="FFFFFF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1" name="Shape 1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2" name="Google Shape;1532;g396d9be4b09_0_3517"/>
          <p:cNvSpPr/>
          <p:nvPr/>
        </p:nvSpPr>
        <p:spPr>
          <a:xfrm>
            <a:off x="428625" y="5477767"/>
            <a:ext cx="11373000" cy="1143000"/>
          </a:xfrm>
          <a:prstGeom prst="roundRect">
            <a:avLst>
              <a:gd fmla="val 16667" name="adj"/>
            </a:avLst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33" name="Google Shape;1533;g396d9be4b09_0_35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7810" y="5525519"/>
            <a:ext cx="1056202" cy="1047495"/>
          </a:xfrm>
          <a:prstGeom prst="rect">
            <a:avLst/>
          </a:prstGeom>
          <a:noFill/>
          <a:ln>
            <a:noFill/>
          </a:ln>
        </p:spPr>
      </p:pic>
      <p:sp>
        <p:nvSpPr>
          <p:cNvPr id="1534" name="Google Shape;1534;g396d9be4b09_0_3517"/>
          <p:cNvSpPr txBox="1"/>
          <p:nvPr/>
        </p:nvSpPr>
        <p:spPr>
          <a:xfrm>
            <a:off x="1190625" y="5342390"/>
            <a:ext cx="11001300" cy="13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40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Y las ovejas sean quitadas de la majada</a:t>
            </a:r>
            <a:endParaRPr/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9" name="Shape 1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0" name="Google Shape;1540;g396d9be4b09_0_3524"/>
          <p:cNvSpPr/>
          <p:nvPr/>
        </p:nvSpPr>
        <p:spPr>
          <a:xfrm>
            <a:off x="428625" y="5477767"/>
            <a:ext cx="11373000" cy="1143000"/>
          </a:xfrm>
          <a:prstGeom prst="roundRect">
            <a:avLst>
              <a:gd fmla="val 16667" name="adj"/>
            </a:avLst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41" name="Google Shape;1541;g396d9be4b09_0_35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7810" y="5525519"/>
            <a:ext cx="1056202" cy="1047495"/>
          </a:xfrm>
          <a:prstGeom prst="rect">
            <a:avLst/>
          </a:prstGeom>
          <a:noFill/>
          <a:ln>
            <a:noFill/>
          </a:ln>
        </p:spPr>
      </p:pic>
      <p:sp>
        <p:nvSpPr>
          <p:cNvPr id="1542" name="Google Shape;1542;g396d9be4b09_0_3524"/>
          <p:cNvSpPr txBox="1"/>
          <p:nvPr/>
        </p:nvSpPr>
        <p:spPr>
          <a:xfrm>
            <a:off x="1190625" y="5651270"/>
            <a:ext cx="11001300" cy="19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40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Y no hayan vacas en los corrales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40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 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4000" u="none" cap="none" strike="noStrike">
              <a:solidFill>
                <a:srgbClr val="FFFFFF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7" name="Shape 1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8" name="Google Shape;1548;g396d9be4b09_0_3531"/>
          <p:cNvSpPr/>
          <p:nvPr/>
        </p:nvSpPr>
        <p:spPr>
          <a:xfrm>
            <a:off x="428625" y="5477767"/>
            <a:ext cx="11373000" cy="1143000"/>
          </a:xfrm>
          <a:prstGeom prst="roundRect">
            <a:avLst>
              <a:gd fmla="val 16667" name="adj"/>
            </a:avLst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49" name="Google Shape;1549;g396d9be4b09_0_35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7810" y="5525519"/>
            <a:ext cx="1056202" cy="1047495"/>
          </a:xfrm>
          <a:prstGeom prst="rect">
            <a:avLst/>
          </a:prstGeom>
          <a:noFill/>
          <a:ln>
            <a:noFill/>
          </a:ln>
        </p:spPr>
      </p:pic>
      <p:sp>
        <p:nvSpPr>
          <p:cNvPr id="1550" name="Google Shape;1550;g396d9be4b09_0_3531"/>
          <p:cNvSpPr txBox="1"/>
          <p:nvPr/>
        </p:nvSpPr>
        <p:spPr>
          <a:xfrm>
            <a:off x="1347105" y="5477767"/>
            <a:ext cx="11001300" cy="17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35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Con todo yo me alegraré en Jehová,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35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Y me gozaré en el Dios de mi salvación.</a:t>
            </a:r>
            <a:endParaRPr b="0" i="0" sz="3500" u="none" cap="none" strike="noStrike">
              <a:solidFill>
                <a:srgbClr val="FFFFFF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500" u="none" cap="none" strike="noStrike">
              <a:solidFill>
                <a:srgbClr val="FFFFFF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5" name="Shape 1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" name="Google Shape;1556;g396d9be4b09_0_3538"/>
          <p:cNvSpPr/>
          <p:nvPr/>
        </p:nvSpPr>
        <p:spPr>
          <a:xfrm>
            <a:off x="428625" y="5477767"/>
            <a:ext cx="11373000" cy="1143000"/>
          </a:xfrm>
          <a:prstGeom prst="roundRect">
            <a:avLst>
              <a:gd fmla="val 16667" name="adj"/>
            </a:avLst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57" name="Google Shape;1557;g396d9be4b09_0_35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7810" y="5525519"/>
            <a:ext cx="1056202" cy="1047495"/>
          </a:xfrm>
          <a:prstGeom prst="rect">
            <a:avLst/>
          </a:prstGeom>
          <a:noFill/>
          <a:ln>
            <a:noFill/>
          </a:ln>
        </p:spPr>
      </p:pic>
      <p:sp>
        <p:nvSpPr>
          <p:cNvPr id="1558" name="Google Shape;1558;g396d9be4b09_0_3538"/>
          <p:cNvSpPr txBox="1"/>
          <p:nvPr/>
        </p:nvSpPr>
        <p:spPr>
          <a:xfrm>
            <a:off x="1190625" y="5364100"/>
            <a:ext cx="11001300" cy="13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40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Aunque la higuera no florezca,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40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Ni en las vides haya fruto,</a:t>
            </a:r>
            <a:endParaRPr b="0" i="0" sz="4000" u="none" cap="none" strike="noStrike">
              <a:solidFill>
                <a:srgbClr val="FFFFFF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3" name="Shape 1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4" name="Google Shape;1564;g396d9be4b09_0_3545"/>
          <p:cNvSpPr/>
          <p:nvPr/>
        </p:nvSpPr>
        <p:spPr>
          <a:xfrm>
            <a:off x="428625" y="5477767"/>
            <a:ext cx="11373000" cy="1143000"/>
          </a:xfrm>
          <a:prstGeom prst="roundRect">
            <a:avLst>
              <a:gd fmla="val 16667" name="adj"/>
            </a:avLst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65" name="Google Shape;1565;g396d9be4b09_0_35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7810" y="5525519"/>
            <a:ext cx="1056202" cy="1047495"/>
          </a:xfrm>
          <a:prstGeom prst="rect">
            <a:avLst/>
          </a:prstGeom>
          <a:noFill/>
          <a:ln>
            <a:noFill/>
          </a:ln>
        </p:spPr>
      </p:pic>
      <p:sp>
        <p:nvSpPr>
          <p:cNvPr id="1566" name="Google Shape;1566;g396d9be4b09_0_3545"/>
          <p:cNvSpPr txBox="1"/>
          <p:nvPr/>
        </p:nvSpPr>
        <p:spPr>
          <a:xfrm>
            <a:off x="1248990" y="5438857"/>
            <a:ext cx="11001300" cy="17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36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 aunque falte del olivo el producto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36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Y los labrados, no den mantenimiento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600" u="none" cap="none" strike="noStrike">
              <a:solidFill>
                <a:srgbClr val="FFFFFF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1" name="Shape 1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2" name="Google Shape;1572;g396d9be4b09_0_3552"/>
          <p:cNvSpPr/>
          <p:nvPr/>
        </p:nvSpPr>
        <p:spPr>
          <a:xfrm>
            <a:off x="428625" y="5477767"/>
            <a:ext cx="11373000" cy="1143000"/>
          </a:xfrm>
          <a:prstGeom prst="roundRect">
            <a:avLst>
              <a:gd fmla="val 16667" name="adj"/>
            </a:avLst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73" name="Google Shape;1573;g396d9be4b09_0_35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7810" y="5525519"/>
            <a:ext cx="1056202" cy="1047495"/>
          </a:xfrm>
          <a:prstGeom prst="rect">
            <a:avLst/>
          </a:prstGeom>
          <a:noFill/>
          <a:ln>
            <a:noFill/>
          </a:ln>
        </p:spPr>
      </p:pic>
      <p:sp>
        <p:nvSpPr>
          <p:cNvPr id="1574" name="Google Shape;1574;g396d9be4b09_0_3552"/>
          <p:cNvSpPr txBox="1"/>
          <p:nvPr/>
        </p:nvSpPr>
        <p:spPr>
          <a:xfrm>
            <a:off x="1190625" y="5387546"/>
            <a:ext cx="11001300" cy="13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40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Y las ovejas sean quitadas de la majada</a:t>
            </a:r>
            <a:endParaRPr/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9" name="Shape 1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0" name="Google Shape;1580;g396d9be4b09_0_3559"/>
          <p:cNvSpPr/>
          <p:nvPr/>
        </p:nvSpPr>
        <p:spPr>
          <a:xfrm>
            <a:off x="428625" y="5477767"/>
            <a:ext cx="11373000" cy="1143000"/>
          </a:xfrm>
          <a:prstGeom prst="roundRect">
            <a:avLst>
              <a:gd fmla="val 16667" name="adj"/>
            </a:avLst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81" name="Google Shape;1581;g396d9be4b09_0_35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7810" y="5525519"/>
            <a:ext cx="1056202" cy="1047495"/>
          </a:xfrm>
          <a:prstGeom prst="rect">
            <a:avLst/>
          </a:prstGeom>
          <a:noFill/>
          <a:ln>
            <a:noFill/>
          </a:ln>
        </p:spPr>
      </p:pic>
      <p:sp>
        <p:nvSpPr>
          <p:cNvPr id="1582" name="Google Shape;1582;g396d9be4b09_0_3559"/>
          <p:cNvSpPr txBox="1"/>
          <p:nvPr/>
        </p:nvSpPr>
        <p:spPr>
          <a:xfrm>
            <a:off x="1190625" y="5651270"/>
            <a:ext cx="11001300" cy="19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40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Y no hayan vacas en los corrales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40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 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4000" u="none" cap="none" strike="noStrike">
              <a:solidFill>
                <a:srgbClr val="FFFFFF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7" name="Shape 1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8" name="Google Shape;1588;g396d9be4b09_0_3566"/>
          <p:cNvSpPr/>
          <p:nvPr/>
        </p:nvSpPr>
        <p:spPr>
          <a:xfrm>
            <a:off x="428625" y="5477767"/>
            <a:ext cx="11373000" cy="1143000"/>
          </a:xfrm>
          <a:prstGeom prst="roundRect">
            <a:avLst>
              <a:gd fmla="val 16667" name="adj"/>
            </a:avLst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89" name="Google Shape;1589;g396d9be4b09_0_35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7810" y="5525519"/>
            <a:ext cx="1056202" cy="1047495"/>
          </a:xfrm>
          <a:prstGeom prst="rect">
            <a:avLst/>
          </a:prstGeom>
          <a:noFill/>
          <a:ln>
            <a:noFill/>
          </a:ln>
        </p:spPr>
      </p:pic>
      <p:sp>
        <p:nvSpPr>
          <p:cNvPr id="1590" name="Google Shape;1590;g396d9be4b09_0_3566"/>
          <p:cNvSpPr txBox="1"/>
          <p:nvPr/>
        </p:nvSpPr>
        <p:spPr>
          <a:xfrm>
            <a:off x="1347105" y="5477767"/>
            <a:ext cx="11001300" cy="17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35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Con todo yo me alegraré en Jehová,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35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Y me gozaré en el Dios de mi salvación.</a:t>
            </a:r>
            <a:endParaRPr b="0" i="0" sz="3500" u="none" cap="none" strike="noStrike">
              <a:solidFill>
                <a:srgbClr val="FFFFFF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500" u="none" cap="none" strike="noStrike">
              <a:solidFill>
                <a:srgbClr val="FFFFFF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5" name="Shape 1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6" name="Google Shape;1596;g396d9be4b09_0_3573"/>
          <p:cNvSpPr/>
          <p:nvPr/>
        </p:nvSpPr>
        <p:spPr>
          <a:xfrm>
            <a:off x="428625" y="5477767"/>
            <a:ext cx="11373000" cy="1143000"/>
          </a:xfrm>
          <a:prstGeom prst="roundRect">
            <a:avLst>
              <a:gd fmla="val 16667" name="adj"/>
            </a:avLst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97" name="Google Shape;1597;g396d9be4b09_0_357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7810" y="5525519"/>
            <a:ext cx="1056202" cy="1047495"/>
          </a:xfrm>
          <a:prstGeom prst="rect">
            <a:avLst/>
          </a:prstGeom>
          <a:noFill/>
          <a:ln>
            <a:noFill/>
          </a:ln>
        </p:spPr>
      </p:pic>
      <p:sp>
        <p:nvSpPr>
          <p:cNvPr id="1598" name="Google Shape;1598;g396d9be4b09_0_3573"/>
          <p:cNvSpPr txBox="1"/>
          <p:nvPr/>
        </p:nvSpPr>
        <p:spPr>
          <a:xfrm>
            <a:off x="1347105" y="5477767"/>
            <a:ext cx="11001300" cy="11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35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///Jehová el Señor, es mi fortaleza///</a:t>
            </a:r>
            <a:endParaRPr b="0" i="0" sz="3500" u="none" cap="none" strike="noStrike">
              <a:solidFill>
                <a:srgbClr val="FFFFFF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35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Mi fuerza es Jehová.</a:t>
            </a:r>
            <a:endParaRPr/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3" name="Shape 1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4" name="Google Shape;1604;g396d9be4b09_0_42"/>
          <p:cNvSpPr/>
          <p:nvPr/>
        </p:nvSpPr>
        <p:spPr>
          <a:xfrm>
            <a:off x="428625" y="5477767"/>
            <a:ext cx="11373300" cy="1143300"/>
          </a:xfrm>
          <a:prstGeom prst="roundRect">
            <a:avLst>
              <a:gd fmla="val 16667" name="adj"/>
            </a:avLst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</a:pPr>
            <a:r>
              <a:t/>
            </a:r>
            <a:endParaRPr b="0" i="0" sz="1867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05" name="Google Shape;1605;g396d9be4b09_0_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7812" y="5525519"/>
            <a:ext cx="1056201" cy="1047495"/>
          </a:xfrm>
          <a:prstGeom prst="rect">
            <a:avLst/>
          </a:prstGeom>
          <a:noFill/>
          <a:ln>
            <a:noFill/>
          </a:ln>
        </p:spPr>
      </p:pic>
      <p:sp>
        <p:nvSpPr>
          <p:cNvPr id="1606" name="Google Shape;1606;g396d9be4b09_0_42"/>
          <p:cNvSpPr txBox="1"/>
          <p:nvPr/>
        </p:nvSpPr>
        <p:spPr>
          <a:xfrm>
            <a:off x="1167812" y="5529260"/>
            <a:ext cx="110013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s-VE" sz="32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IGLESIA EVANGÉLICA ALIANZA </a:t>
            </a:r>
            <a:endParaRPr b="0" i="0" sz="186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s-VE" sz="32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 BARRIO AEROPUERTO </a:t>
            </a:r>
            <a:endParaRPr b="0" i="0" sz="186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1_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1_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2021-03-20T20:22:43Z</dcterms:created>
  <dc:creator>Diego Tobón</dc:creator>
</cp:coreProperties>
</file>